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7" r:id="rId1"/>
  </p:sldMasterIdLst>
  <p:notesMasterIdLst>
    <p:notesMasterId r:id="rId3"/>
  </p:notesMasterIdLst>
  <p:sldIdLst>
    <p:sldId id="270" r:id="rId2"/>
  </p:sldIdLst>
  <p:sldSz cx="20104100" cy="16103600"/>
  <p:notesSz cx="9874250" cy="6797675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4"/>
    <a:srgbClr val="014341"/>
    <a:srgbClr val="FF7E79"/>
    <a:srgbClr val="087074"/>
    <a:srgbClr val="F2F2F2"/>
    <a:srgbClr val="008080"/>
    <a:srgbClr val="148A8B"/>
    <a:srgbClr val="1C969A"/>
    <a:srgbClr val="C5D9D1"/>
    <a:srgbClr val="1571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نمط متوسط 2 - تميي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نمط فاتح 3 - تميي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نمط متوسط 2 - تميي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814" autoAdjust="0"/>
    <p:restoredTop sz="94379" autoAdjust="0"/>
  </p:normalViewPr>
  <p:slideViewPr>
    <p:cSldViewPr>
      <p:cViewPr varScale="1">
        <p:scale>
          <a:sx n="48" d="100"/>
          <a:sy n="48" d="100"/>
        </p:scale>
        <p:origin x="2412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البلاغات المفتوحة  المتأخرة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ورقة1!$A$2:$A$26</c:f>
              <c:strCache>
                <c:ptCount val="25"/>
                <c:pt idx="0">
                  <c:v>الإدارة العامة للتشغيل والصيانة</c:v>
                </c:pt>
                <c:pt idx="1">
                  <c:v>الإدارة العامة للنظافة</c:v>
                </c:pt>
                <c:pt idx="2">
                  <c:v>إدارة الرقابة الصحية والتجارية</c:v>
                </c:pt>
                <c:pt idx="3">
                  <c:v>الإدارة العامة للحدائق والتجميل</c:v>
                </c:pt>
                <c:pt idx="4">
                  <c:v>الإدارة العامة للمشاريع</c:v>
                </c:pt>
                <c:pt idx="5">
                  <c:v>بلدية جنوب حائل</c:v>
                </c:pt>
                <c:pt idx="6">
                  <c:v>بلدية شمال حائل</c:v>
                </c:pt>
                <c:pt idx="7">
                  <c:v>بلدية وسط حائل</c:v>
                </c:pt>
                <c:pt idx="8">
                  <c:v>بلدية مدينة الاجفر</c:v>
                </c:pt>
                <c:pt idx="9">
                  <c:v>بلدية محافظة الحائط</c:v>
                </c:pt>
                <c:pt idx="10">
                  <c:v>بلدية مدينة الحليفة السفلى</c:v>
                </c:pt>
                <c:pt idx="11">
                  <c:v>بلدية مدينة الخطة</c:v>
                </c:pt>
                <c:pt idx="12">
                  <c:v>بلدية مدينة الروضة</c:v>
                </c:pt>
                <c:pt idx="13">
                  <c:v>بلدية محافظة السليمي</c:v>
                </c:pt>
                <c:pt idx="14">
                  <c:v>بلدية محافظة الشملي</c:v>
                </c:pt>
                <c:pt idx="15">
                  <c:v>بلدية محافظة الشنان</c:v>
                </c:pt>
                <c:pt idx="16">
                  <c:v>بلدية محافظة الغزالة </c:v>
                </c:pt>
                <c:pt idx="17">
                  <c:v>بلدية مدينة الكهفة</c:v>
                </c:pt>
                <c:pt idx="18">
                  <c:v>بلدية مدينة انبوان</c:v>
                </c:pt>
                <c:pt idx="19">
                  <c:v>بلدية محافظة بقعاء</c:v>
                </c:pt>
                <c:pt idx="20">
                  <c:v>بلدية مدينة تربة حائل</c:v>
                </c:pt>
                <c:pt idx="21">
                  <c:v>بلدية مدينة جبة</c:v>
                </c:pt>
                <c:pt idx="22">
                  <c:v>بلدية محافظة سميراء</c:v>
                </c:pt>
                <c:pt idx="23">
                  <c:v>بلدية مدينة فيد </c:v>
                </c:pt>
                <c:pt idx="24">
                  <c:v>بلدية محافظة موقق</c:v>
                </c:pt>
              </c:strCache>
              <c:extLst/>
            </c:strRef>
          </c:cat>
          <c:val>
            <c:numRef>
              <c:f>ورقة1!$B$2:$B$26</c:f>
              <c:numCache>
                <c:formatCode>General</c:formatCode>
                <c:ptCount val="25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</c:v>
                </c:pt>
                <c:pt idx="14">
                  <c:v>2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2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305C-40B5-99BD-068636AB8A0F}"/>
            </c:ext>
          </c:extLst>
        </c:ser>
        <c:ser>
          <c:idx val="1"/>
          <c:order val="1"/>
          <c:tx>
            <c:strRef>
              <c:f>ورقة1!$C$1</c:f>
              <c:strCache>
                <c:ptCount val="1"/>
                <c:pt idx="0">
                  <c:v>البلاغات المفتوحة 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ورقة1!$A$2:$A$26</c:f>
              <c:strCache>
                <c:ptCount val="25"/>
                <c:pt idx="0">
                  <c:v>الإدارة العامة للتشغيل والصيانة</c:v>
                </c:pt>
                <c:pt idx="1">
                  <c:v>الإدارة العامة للنظافة</c:v>
                </c:pt>
                <c:pt idx="2">
                  <c:v>إدارة الرقابة الصحية والتجارية</c:v>
                </c:pt>
                <c:pt idx="3">
                  <c:v>الإدارة العامة للحدائق والتجميل</c:v>
                </c:pt>
                <c:pt idx="4">
                  <c:v>الإدارة العامة للمشاريع</c:v>
                </c:pt>
                <c:pt idx="5">
                  <c:v>بلدية جنوب حائل</c:v>
                </c:pt>
                <c:pt idx="6">
                  <c:v>بلدية شمال حائل</c:v>
                </c:pt>
                <c:pt idx="7">
                  <c:v>بلدية وسط حائل</c:v>
                </c:pt>
                <c:pt idx="8">
                  <c:v>بلدية مدينة الاجفر</c:v>
                </c:pt>
                <c:pt idx="9">
                  <c:v>بلدية محافظة الحائط</c:v>
                </c:pt>
                <c:pt idx="10">
                  <c:v>بلدية مدينة الحليفة السفلى</c:v>
                </c:pt>
                <c:pt idx="11">
                  <c:v>بلدية مدينة الخطة</c:v>
                </c:pt>
                <c:pt idx="12">
                  <c:v>بلدية مدينة الروضة</c:v>
                </c:pt>
                <c:pt idx="13">
                  <c:v>بلدية محافظة السليمي</c:v>
                </c:pt>
                <c:pt idx="14">
                  <c:v>بلدية محافظة الشملي</c:v>
                </c:pt>
                <c:pt idx="15">
                  <c:v>بلدية محافظة الشنان</c:v>
                </c:pt>
                <c:pt idx="16">
                  <c:v>بلدية محافظة الغزالة </c:v>
                </c:pt>
                <c:pt idx="17">
                  <c:v>بلدية مدينة الكهفة</c:v>
                </c:pt>
                <c:pt idx="18">
                  <c:v>بلدية مدينة انبوان</c:v>
                </c:pt>
                <c:pt idx="19">
                  <c:v>بلدية محافظة بقعاء</c:v>
                </c:pt>
                <c:pt idx="20">
                  <c:v>بلدية مدينة تربة حائل</c:v>
                </c:pt>
                <c:pt idx="21">
                  <c:v>بلدية مدينة جبة</c:v>
                </c:pt>
                <c:pt idx="22">
                  <c:v>بلدية محافظة سميراء</c:v>
                </c:pt>
                <c:pt idx="23">
                  <c:v>بلدية مدينة فيد </c:v>
                </c:pt>
                <c:pt idx="24">
                  <c:v>بلدية محافظة موقق</c:v>
                </c:pt>
              </c:strCache>
              <c:extLst/>
            </c:strRef>
          </c:cat>
          <c:val>
            <c:numRef>
              <c:f>ورقة1!$C$2:$C$26</c:f>
              <c:numCache>
                <c:formatCode>General</c:formatCode>
                <c:ptCount val="25"/>
                <c:pt idx="0">
                  <c:v>44</c:v>
                </c:pt>
                <c:pt idx="1">
                  <c:v>17</c:v>
                </c:pt>
                <c:pt idx="2">
                  <c:v>0</c:v>
                </c:pt>
                <c:pt idx="3">
                  <c:v>3</c:v>
                </c:pt>
                <c:pt idx="4">
                  <c:v>1</c:v>
                </c:pt>
                <c:pt idx="5">
                  <c:v>7</c:v>
                </c:pt>
                <c:pt idx="6">
                  <c:v>0</c:v>
                </c:pt>
                <c:pt idx="7">
                  <c:v>2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1</c:v>
                </c:pt>
                <c:pt idx="13">
                  <c:v>4</c:v>
                </c:pt>
                <c:pt idx="14">
                  <c:v>13</c:v>
                </c:pt>
                <c:pt idx="15">
                  <c:v>1</c:v>
                </c:pt>
                <c:pt idx="16">
                  <c:v>1</c:v>
                </c:pt>
                <c:pt idx="17">
                  <c:v>0</c:v>
                </c:pt>
                <c:pt idx="18">
                  <c:v>0</c:v>
                </c:pt>
                <c:pt idx="19">
                  <c:v>8</c:v>
                </c:pt>
                <c:pt idx="20">
                  <c:v>0</c:v>
                </c:pt>
                <c:pt idx="21">
                  <c:v>0</c:v>
                </c:pt>
                <c:pt idx="22">
                  <c:v>1</c:v>
                </c:pt>
                <c:pt idx="23">
                  <c:v>0</c:v>
                </c:pt>
                <c:pt idx="24">
                  <c:v>2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305C-40B5-99BD-068636AB8A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655641608"/>
        <c:axId val="655641968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ورقة1!#REF!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ورقة1!$A$2:$A$26</c15:sqref>
                        </c15:formulaRef>
                      </c:ext>
                    </c:extLst>
                    <c:strCache>
                      <c:ptCount val="25"/>
                      <c:pt idx="0">
                        <c:v>الإدارة العامة للتشغيل والصيانة</c:v>
                      </c:pt>
                      <c:pt idx="1">
                        <c:v>الإدارة العامة للنظافة</c:v>
                      </c:pt>
                      <c:pt idx="2">
                        <c:v>إدارة الرقابة الصحية والتجارية</c:v>
                      </c:pt>
                      <c:pt idx="3">
                        <c:v>الإدارة العامة للحدائق والتجميل</c:v>
                      </c:pt>
                      <c:pt idx="4">
                        <c:v>الإدارة العامة للمشاريع</c:v>
                      </c:pt>
                      <c:pt idx="5">
                        <c:v>بلدية جنوب حائل</c:v>
                      </c:pt>
                      <c:pt idx="6">
                        <c:v>بلدية شمال حائل</c:v>
                      </c:pt>
                      <c:pt idx="7">
                        <c:v>بلدية وسط حائل</c:v>
                      </c:pt>
                      <c:pt idx="8">
                        <c:v>بلدية مدينة الاجفر</c:v>
                      </c:pt>
                      <c:pt idx="9">
                        <c:v>بلدية محافظة الحائط</c:v>
                      </c:pt>
                      <c:pt idx="10">
                        <c:v>بلدية مدينة الحليفة السفلى</c:v>
                      </c:pt>
                      <c:pt idx="11">
                        <c:v>بلدية مدينة الخطة</c:v>
                      </c:pt>
                      <c:pt idx="12">
                        <c:v>بلدية مدينة الروضة</c:v>
                      </c:pt>
                      <c:pt idx="13">
                        <c:v>بلدية محافظة السليمي</c:v>
                      </c:pt>
                      <c:pt idx="14">
                        <c:v>بلدية محافظة الشملي</c:v>
                      </c:pt>
                      <c:pt idx="15">
                        <c:v>بلدية محافظة الشنان</c:v>
                      </c:pt>
                      <c:pt idx="16">
                        <c:v>بلدية محافظة الغزالة </c:v>
                      </c:pt>
                      <c:pt idx="17">
                        <c:v>بلدية مدينة الكهفة</c:v>
                      </c:pt>
                      <c:pt idx="18">
                        <c:v>بلدية مدينة انبوان</c:v>
                      </c:pt>
                      <c:pt idx="19">
                        <c:v>بلدية محافظة بقعاء</c:v>
                      </c:pt>
                      <c:pt idx="20">
                        <c:v>بلدية مدينة تربة حائل</c:v>
                      </c:pt>
                      <c:pt idx="21">
                        <c:v>بلدية مدينة جبة</c:v>
                      </c:pt>
                      <c:pt idx="22">
                        <c:v>بلدية محافظة سميراء</c:v>
                      </c:pt>
                      <c:pt idx="23">
                        <c:v>بلدية مدينة فيد </c:v>
                      </c:pt>
                      <c:pt idx="24">
                        <c:v>بلدية محافظة موقق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ورقة1!#REF!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4BAF-4FE9-8539-3AA663294D3B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ورقة1!#REF!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ورقة1!$A$2:$A$26</c15:sqref>
                        </c15:formulaRef>
                      </c:ext>
                    </c:extLst>
                    <c:strCache>
                      <c:ptCount val="25"/>
                      <c:pt idx="0">
                        <c:v>الإدارة العامة للتشغيل والصيانة</c:v>
                      </c:pt>
                      <c:pt idx="1">
                        <c:v>الإدارة العامة للنظافة</c:v>
                      </c:pt>
                      <c:pt idx="2">
                        <c:v>إدارة الرقابة الصحية والتجارية</c:v>
                      </c:pt>
                      <c:pt idx="3">
                        <c:v>الإدارة العامة للحدائق والتجميل</c:v>
                      </c:pt>
                      <c:pt idx="4">
                        <c:v>الإدارة العامة للمشاريع</c:v>
                      </c:pt>
                      <c:pt idx="5">
                        <c:v>بلدية جنوب حائل</c:v>
                      </c:pt>
                      <c:pt idx="6">
                        <c:v>بلدية شمال حائل</c:v>
                      </c:pt>
                      <c:pt idx="7">
                        <c:v>بلدية وسط حائل</c:v>
                      </c:pt>
                      <c:pt idx="8">
                        <c:v>بلدية مدينة الاجفر</c:v>
                      </c:pt>
                      <c:pt idx="9">
                        <c:v>بلدية محافظة الحائط</c:v>
                      </c:pt>
                      <c:pt idx="10">
                        <c:v>بلدية مدينة الحليفة السفلى</c:v>
                      </c:pt>
                      <c:pt idx="11">
                        <c:v>بلدية مدينة الخطة</c:v>
                      </c:pt>
                      <c:pt idx="12">
                        <c:v>بلدية مدينة الروضة</c:v>
                      </c:pt>
                      <c:pt idx="13">
                        <c:v>بلدية محافظة السليمي</c:v>
                      </c:pt>
                      <c:pt idx="14">
                        <c:v>بلدية محافظة الشملي</c:v>
                      </c:pt>
                      <c:pt idx="15">
                        <c:v>بلدية محافظة الشنان</c:v>
                      </c:pt>
                      <c:pt idx="16">
                        <c:v>بلدية محافظة الغزالة </c:v>
                      </c:pt>
                      <c:pt idx="17">
                        <c:v>بلدية مدينة الكهفة</c:v>
                      </c:pt>
                      <c:pt idx="18">
                        <c:v>بلدية مدينة انبوان</c:v>
                      </c:pt>
                      <c:pt idx="19">
                        <c:v>بلدية محافظة بقعاء</c:v>
                      </c:pt>
                      <c:pt idx="20">
                        <c:v>بلدية مدينة تربة حائل</c:v>
                      </c:pt>
                      <c:pt idx="21">
                        <c:v>بلدية مدينة جبة</c:v>
                      </c:pt>
                      <c:pt idx="22">
                        <c:v>بلدية محافظة سميراء</c:v>
                      </c:pt>
                      <c:pt idx="23">
                        <c:v>بلدية مدينة فيد </c:v>
                      </c:pt>
                      <c:pt idx="24">
                        <c:v>بلدية محافظة موقق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ورقة1!#REF!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1-4BAF-4FE9-8539-3AA663294D3B}"/>
                  </c:ext>
                </c:extLst>
              </c15:ser>
            </c15:filteredLineSeries>
          </c:ext>
        </c:extLst>
      </c:lineChart>
      <c:catAx>
        <c:axId val="655641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ar-SA"/>
          </a:p>
        </c:txPr>
        <c:crossAx val="655641968"/>
        <c:crosses val="autoZero"/>
        <c:auto val="1"/>
        <c:lblAlgn val="ctr"/>
        <c:lblOffset val="100"/>
        <c:noMultiLvlLbl val="0"/>
      </c:catAx>
      <c:valAx>
        <c:axId val="655641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ar-SA"/>
          </a:p>
        </c:txPr>
        <c:crossAx val="655641608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ar-SA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ar-SA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5595200" y="0"/>
            <a:ext cx="4279050" cy="341090"/>
          </a:xfrm>
          <a:prstGeom prst="rect">
            <a:avLst/>
          </a:prstGeom>
        </p:spPr>
        <p:txBody>
          <a:bodyPr vert="horz" lIns="42236" tIns="21118" rIns="42236" bIns="21118" rtlCol="1"/>
          <a:lstStyle>
            <a:lvl1pPr algn="r">
              <a:defRPr sz="6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2339" y="0"/>
            <a:ext cx="4279050" cy="341090"/>
          </a:xfrm>
          <a:prstGeom prst="rect">
            <a:avLst/>
          </a:prstGeom>
        </p:spPr>
        <p:txBody>
          <a:bodyPr vert="horz" lIns="42236" tIns="21118" rIns="42236" bIns="21118" rtlCol="1"/>
          <a:lstStyle>
            <a:lvl1pPr algn="l">
              <a:defRPr sz="600"/>
            </a:lvl1pPr>
          </a:lstStyle>
          <a:p>
            <a:fld id="{FE709AC8-517E-4323-87D3-1EFC9D160077}" type="datetimeFigureOut">
              <a:rPr lang="ar-SA" smtClean="0"/>
              <a:t>18/05/47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3505200" y="849313"/>
            <a:ext cx="2863850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42236" tIns="21118" rIns="42236" bIns="21118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987113" y="3271516"/>
            <a:ext cx="7900024" cy="2676451"/>
          </a:xfrm>
          <a:prstGeom prst="rect">
            <a:avLst/>
          </a:prstGeom>
        </p:spPr>
        <p:txBody>
          <a:bodyPr vert="horz" lIns="42236" tIns="21118" rIns="42236" bIns="21118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5595200" y="6456585"/>
            <a:ext cx="4279050" cy="341090"/>
          </a:xfrm>
          <a:prstGeom prst="rect">
            <a:avLst/>
          </a:prstGeom>
        </p:spPr>
        <p:txBody>
          <a:bodyPr vert="horz" lIns="42236" tIns="21118" rIns="42236" bIns="21118" rtlCol="1" anchor="b"/>
          <a:lstStyle>
            <a:lvl1pPr algn="r">
              <a:defRPr sz="6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2339" y="6456585"/>
            <a:ext cx="4279050" cy="341090"/>
          </a:xfrm>
          <a:prstGeom prst="rect">
            <a:avLst/>
          </a:prstGeom>
        </p:spPr>
        <p:txBody>
          <a:bodyPr vert="horz" lIns="42236" tIns="21118" rIns="42236" bIns="21118" rtlCol="1" anchor="b"/>
          <a:lstStyle>
            <a:lvl1pPr algn="l">
              <a:defRPr sz="600"/>
            </a:lvl1pPr>
          </a:lstStyle>
          <a:p>
            <a:fld id="{26C3A72C-707C-4665-95F9-44B7880999E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45284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C3A72C-707C-4665-95F9-44B7880999ED}" type="slidenum">
              <a:rPr lang="ar-SA" smtClean="0"/>
              <a:t>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38935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Freeform 355">
            <a:extLst>
              <a:ext uri="{FF2B5EF4-FFF2-40B4-BE49-F238E27FC236}">
                <a16:creationId xmlns:a16="http://schemas.microsoft.com/office/drawing/2014/main" id="{238255DF-54CC-EF41-A242-8C25B047C062}"/>
              </a:ext>
            </a:extLst>
          </p:cNvPr>
          <p:cNvSpPr/>
          <p:nvPr/>
        </p:nvSpPr>
        <p:spPr>
          <a:xfrm>
            <a:off x="0" y="1"/>
            <a:ext cx="7521305" cy="16103602"/>
          </a:xfrm>
          <a:custGeom>
            <a:avLst/>
            <a:gdLst>
              <a:gd name="connsiteX0" fmla="*/ 0 w 4561247"/>
              <a:gd name="connsiteY0" fmla="*/ 0 h 6467551"/>
              <a:gd name="connsiteX1" fmla="*/ 4561248 w 4561247"/>
              <a:gd name="connsiteY1" fmla="*/ 0 h 6467551"/>
              <a:gd name="connsiteX2" fmla="*/ 4561248 w 4561247"/>
              <a:gd name="connsiteY2" fmla="*/ 6467552 h 6467551"/>
              <a:gd name="connsiteX3" fmla="*/ 0 w 4561247"/>
              <a:gd name="connsiteY3" fmla="*/ 6467552 h 6467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1247" h="6467551">
                <a:moveTo>
                  <a:pt x="0" y="0"/>
                </a:moveTo>
                <a:lnTo>
                  <a:pt x="4561248" y="0"/>
                </a:lnTo>
                <a:lnTo>
                  <a:pt x="4561248" y="6467552"/>
                </a:lnTo>
                <a:lnTo>
                  <a:pt x="0" y="6467552"/>
                </a:lnTo>
                <a:close/>
              </a:path>
            </a:pathLst>
          </a:custGeom>
          <a:solidFill>
            <a:srgbClr val="087074"/>
          </a:solidFill>
          <a:ln w="13451" cap="flat">
            <a:noFill/>
            <a:prstDash val="solid"/>
            <a:miter/>
          </a:ln>
        </p:spPr>
        <p:txBody>
          <a:bodyPr rtlCol="0" anchor="ctr"/>
          <a:lstStyle/>
          <a:p>
            <a:pPr marL="0" algn="r" defTabSz="1507846" rtl="1" eaLnBrk="1" latinLnBrk="0" hangingPunct="1"/>
            <a:endParaRPr lang="en-US" sz="2968"/>
          </a:p>
        </p:txBody>
      </p:sp>
      <p:sp>
        <p:nvSpPr>
          <p:cNvPr id="357" name="Freeform 356">
            <a:extLst>
              <a:ext uri="{FF2B5EF4-FFF2-40B4-BE49-F238E27FC236}">
                <a16:creationId xmlns:a16="http://schemas.microsoft.com/office/drawing/2014/main" id="{A021BA83-6FB7-ED4E-858F-AFD8E46D1285}"/>
              </a:ext>
            </a:extLst>
          </p:cNvPr>
          <p:cNvSpPr/>
          <p:nvPr/>
        </p:nvSpPr>
        <p:spPr>
          <a:xfrm>
            <a:off x="-1" y="12526038"/>
            <a:ext cx="7521306" cy="1780237"/>
          </a:xfrm>
          <a:custGeom>
            <a:avLst/>
            <a:gdLst>
              <a:gd name="connsiteX0" fmla="*/ 4561248 w 4561247"/>
              <a:gd name="connsiteY0" fmla="*/ 679790 h 758145"/>
              <a:gd name="connsiteX1" fmla="*/ 3159847 w 4561247"/>
              <a:gd name="connsiteY1" fmla="*/ 679790 h 758145"/>
              <a:gd name="connsiteX2" fmla="*/ 3159847 w 4561247"/>
              <a:gd name="connsiteY2" fmla="*/ 521871 h 758145"/>
              <a:gd name="connsiteX3" fmla="*/ 2993702 w 4561247"/>
              <a:gd name="connsiteY3" fmla="*/ 521871 h 758145"/>
              <a:gd name="connsiteX4" fmla="*/ 2993702 w 4561247"/>
              <a:gd name="connsiteY4" fmla="*/ 230763 h 758145"/>
              <a:gd name="connsiteX5" fmla="*/ 2897243 w 4561247"/>
              <a:gd name="connsiteY5" fmla="*/ 230763 h 758145"/>
              <a:gd name="connsiteX6" fmla="*/ 2897243 w 4561247"/>
              <a:gd name="connsiteY6" fmla="*/ 87359 h 758145"/>
              <a:gd name="connsiteX7" fmla="*/ 2776166 w 4561247"/>
              <a:gd name="connsiteY7" fmla="*/ 87359 h 758145"/>
              <a:gd name="connsiteX8" fmla="*/ 2776166 w 4561247"/>
              <a:gd name="connsiteY8" fmla="*/ 15590 h 758145"/>
              <a:gd name="connsiteX9" fmla="*/ 2593609 w 4561247"/>
              <a:gd name="connsiteY9" fmla="*/ 15590 h 758145"/>
              <a:gd name="connsiteX10" fmla="*/ 2593609 w 4561247"/>
              <a:gd name="connsiteY10" fmla="*/ 81177 h 758145"/>
              <a:gd name="connsiteX11" fmla="*/ 2558631 w 4561247"/>
              <a:gd name="connsiteY11" fmla="*/ 126201 h 758145"/>
              <a:gd name="connsiteX12" fmla="*/ 2558631 w 4561247"/>
              <a:gd name="connsiteY12" fmla="*/ 378333 h 758145"/>
              <a:gd name="connsiteX13" fmla="*/ 2472531 w 4561247"/>
              <a:gd name="connsiteY13" fmla="*/ 378333 h 758145"/>
              <a:gd name="connsiteX14" fmla="*/ 2472531 w 4561247"/>
              <a:gd name="connsiteY14" fmla="*/ 189771 h 758145"/>
              <a:gd name="connsiteX15" fmla="*/ 2421141 w 4561247"/>
              <a:gd name="connsiteY15" fmla="*/ 126201 h 758145"/>
              <a:gd name="connsiteX16" fmla="*/ 2361679 w 4561247"/>
              <a:gd name="connsiteY16" fmla="*/ 126201 h 758145"/>
              <a:gd name="connsiteX17" fmla="*/ 2361679 w 4561247"/>
              <a:gd name="connsiteY17" fmla="*/ 56582 h 758145"/>
              <a:gd name="connsiteX18" fmla="*/ 2228359 w 4561247"/>
              <a:gd name="connsiteY18" fmla="*/ 56582 h 758145"/>
              <a:gd name="connsiteX19" fmla="*/ 2228359 w 4561247"/>
              <a:gd name="connsiteY19" fmla="*/ 501443 h 758145"/>
              <a:gd name="connsiteX20" fmla="*/ 2115488 w 4561247"/>
              <a:gd name="connsiteY20" fmla="*/ 501443 h 758145"/>
              <a:gd name="connsiteX21" fmla="*/ 2115488 w 4561247"/>
              <a:gd name="connsiteY21" fmla="*/ 335325 h 758145"/>
              <a:gd name="connsiteX22" fmla="*/ 1959568 w 4561247"/>
              <a:gd name="connsiteY22" fmla="*/ 335325 h 758145"/>
              <a:gd name="connsiteX23" fmla="*/ 1959568 w 4561247"/>
              <a:gd name="connsiteY23" fmla="*/ 495261 h 758145"/>
              <a:gd name="connsiteX24" fmla="*/ 1728176 w 4561247"/>
              <a:gd name="connsiteY24" fmla="*/ 497277 h 758145"/>
              <a:gd name="connsiteX25" fmla="*/ 1728176 w 4561247"/>
              <a:gd name="connsiteY25" fmla="*/ 292318 h 758145"/>
              <a:gd name="connsiteX26" fmla="*/ 1676920 w 4561247"/>
              <a:gd name="connsiteY26" fmla="*/ 220549 h 758145"/>
              <a:gd name="connsiteX27" fmla="*/ 1562031 w 4561247"/>
              <a:gd name="connsiteY27" fmla="*/ 220549 h 758145"/>
              <a:gd name="connsiteX28" fmla="*/ 1562031 w 4561247"/>
              <a:gd name="connsiteY28" fmla="*/ 462467 h 758145"/>
              <a:gd name="connsiteX29" fmla="*/ 1531223 w 4561247"/>
              <a:gd name="connsiteY29" fmla="*/ 462467 h 758145"/>
              <a:gd name="connsiteX30" fmla="*/ 1531223 w 4561247"/>
              <a:gd name="connsiteY30" fmla="*/ 402929 h 758145"/>
              <a:gd name="connsiteX31" fmla="*/ 1393733 w 4561247"/>
              <a:gd name="connsiteY31" fmla="*/ 402929 h 758145"/>
              <a:gd name="connsiteX32" fmla="*/ 1393733 w 4561247"/>
              <a:gd name="connsiteY32" fmla="*/ 323230 h 758145"/>
              <a:gd name="connsiteX33" fmla="*/ 1328083 w 4561247"/>
              <a:gd name="connsiteY33" fmla="*/ 323230 h 758145"/>
              <a:gd name="connsiteX34" fmla="*/ 1328083 w 4561247"/>
              <a:gd name="connsiteY34" fmla="*/ 214635 h 758145"/>
              <a:gd name="connsiteX35" fmla="*/ 1176198 w 4561247"/>
              <a:gd name="connsiteY35" fmla="*/ 214635 h 758145"/>
              <a:gd name="connsiteX36" fmla="*/ 1176198 w 4561247"/>
              <a:gd name="connsiteY36" fmla="*/ 503459 h 758145"/>
              <a:gd name="connsiteX37" fmla="*/ 1114583 w 4561247"/>
              <a:gd name="connsiteY37" fmla="*/ 503459 h 758145"/>
              <a:gd name="connsiteX38" fmla="*/ 1114583 w 4561247"/>
              <a:gd name="connsiteY38" fmla="*/ 433706 h 758145"/>
              <a:gd name="connsiteX39" fmla="*/ 1059291 w 4561247"/>
              <a:gd name="connsiteY39" fmla="*/ 433706 h 758145"/>
              <a:gd name="connsiteX40" fmla="*/ 1059291 w 4561247"/>
              <a:gd name="connsiteY40" fmla="*/ 69753 h 758145"/>
              <a:gd name="connsiteX41" fmla="*/ 991488 w 4561247"/>
              <a:gd name="connsiteY41" fmla="*/ 69753 h 758145"/>
              <a:gd name="connsiteX42" fmla="*/ 960815 w 4561247"/>
              <a:gd name="connsiteY42" fmla="*/ 0 h 758145"/>
              <a:gd name="connsiteX43" fmla="*/ 874581 w 4561247"/>
              <a:gd name="connsiteY43" fmla="*/ 0 h 758145"/>
              <a:gd name="connsiteX44" fmla="*/ 874581 w 4561247"/>
              <a:gd name="connsiteY44" fmla="*/ 53356 h 758145"/>
              <a:gd name="connsiteX45" fmla="*/ 839872 w 4561247"/>
              <a:gd name="connsiteY45" fmla="*/ 53356 h 758145"/>
              <a:gd name="connsiteX46" fmla="*/ 839872 w 4561247"/>
              <a:gd name="connsiteY46" fmla="*/ 327262 h 758145"/>
              <a:gd name="connsiteX47" fmla="*/ 567045 w 4561247"/>
              <a:gd name="connsiteY47" fmla="*/ 327262 h 758145"/>
              <a:gd name="connsiteX48" fmla="*/ 567045 w 4561247"/>
              <a:gd name="connsiteY48" fmla="*/ 758145 h 758145"/>
              <a:gd name="connsiteX49" fmla="*/ 0 w 4561247"/>
              <a:gd name="connsiteY49" fmla="*/ 758145 h 75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561247" h="758145">
                <a:moveTo>
                  <a:pt x="4561248" y="679790"/>
                </a:moveTo>
                <a:lnTo>
                  <a:pt x="3159847" y="679790"/>
                </a:lnTo>
                <a:lnTo>
                  <a:pt x="3159847" y="521871"/>
                </a:lnTo>
                <a:lnTo>
                  <a:pt x="2993702" y="521871"/>
                </a:lnTo>
                <a:lnTo>
                  <a:pt x="2993702" y="230763"/>
                </a:lnTo>
                <a:lnTo>
                  <a:pt x="2897243" y="230763"/>
                </a:lnTo>
                <a:lnTo>
                  <a:pt x="2897243" y="87359"/>
                </a:lnTo>
                <a:lnTo>
                  <a:pt x="2776166" y="87359"/>
                </a:lnTo>
                <a:lnTo>
                  <a:pt x="2776166" y="15590"/>
                </a:lnTo>
                <a:lnTo>
                  <a:pt x="2593609" y="15590"/>
                </a:lnTo>
                <a:lnTo>
                  <a:pt x="2593609" y="81177"/>
                </a:lnTo>
                <a:lnTo>
                  <a:pt x="2558631" y="126201"/>
                </a:lnTo>
                <a:lnTo>
                  <a:pt x="2558631" y="378333"/>
                </a:lnTo>
                <a:lnTo>
                  <a:pt x="2472531" y="378333"/>
                </a:lnTo>
                <a:lnTo>
                  <a:pt x="2472531" y="189771"/>
                </a:lnTo>
                <a:lnTo>
                  <a:pt x="2421141" y="126201"/>
                </a:lnTo>
                <a:lnTo>
                  <a:pt x="2361679" y="126201"/>
                </a:lnTo>
                <a:lnTo>
                  <a:pt x="2361679" y="56582"/>
                </a:lnTo>
                <a:lnTo>
                  <a:pt x="2228359" y="56582"/>
                </a:lnTo>
                <a:lnTo>
                  <a:pt x="2228359" y="501443"/>
                </a:lnTo>
                <a:lnTo>
                  <a:pt x="2115488" y="501443"/>
                </a:lnTo>
                <a:lnTo>
                  <a:pt x="2115488" y="335325"/>
                </a:lnTo>
                <a:lnTo>
                  <a:pt x="1959568" y="335325"/>
                </a:lnTo>
                <a:lnTo>
                  <a:pt x="1959568" y="495261"/>
                </a:lnTo>
                <a:lnTo>
                  <a:pt x="1728176" y="497277"/>
                </a:lnTo>
                <a:lnTo>
                  <a:pt x="1728176" y="292318"/>
                </a:lnTo>
                <a:lnTo>
                  <a:pt x="1676920" y="220549"/>
                </a:lnTo>
                <a:lnTo>
                  <a:pt x="1562031" y="220549"/>
                </a:lnTo>
                <a:lnTo>
                  <a:pt x="1562031" y="462467"/>
                </a:lnTo>
                <a:lnTo>
                  <a:pt x="1531223" y="462467"/>
                </a:lnTo>
                <a:lnTo>
                  <a:pt x="1531223" y="402929"/>
                </a:lnTo>
                <a:lnTo>
                  <a:pt x="1393733" y="402929"/>
                </a:lnTo>
                <a:lnTo>
                  <a:pt x="1393733" y="323230"/>
                </a:lnTo>
                <a:lnTo>
                  <a:pt x="1328083" y="323230"/>
                </a:lnTo>
                <a:lnTo>
                  <a:pt x="1328083" y="214635"/>
                </a:lnTo>
                <a:lnTo>
                  <a:pt x="1176198" y="214635"/>
                </a:lnTo>
                <a:lnTo>
                  <a:pt x="1176198" y="503459"/>
                </a:lnTo>
                <a:lnTo>
                  <a:pt x="1114583" y="503459"/>
                </a:lnTo>
                <a:lnTo>
                  <a:pt x="1114583" y="433706"/>
                </a:lnTo>
                <a:lnTo>
                  <a:pt x="1059291" y="433706"/>
                </a:lnTo>
                <a:lnTo>
                  <a:pt x="1059291" y="69753"/>
                </a:lnTo>
                <a:lnTo>
                  <a:pt x="991488" y="69753"/>
                </a:lnTo>
                <a:lnTo>
                  <a:pt x="960815" y="0"/>
                </a:lnTo>
                <a:lnTo>
                  <a:pt x="874581" y="0"/>
                </a:lnTo>
                <a:lnTo>
                  <a:pt x="874581" y="53356"/>
                </a:lnTo>
                <a:lnTo>
                  <a:pt x="839872" y="53356"/>
                </a:lnTo>
                <a:lnTo>
                  <a:pt x="839872" y="327262"/>
                </a:lnTo>
                <a:lnTo>
                  <a:pt x="567045" y="327262"/>
                </a:lnTo>
                <a:lnTo>
                  <a:pt x="567045" y="758145"/>
                </a:lnTo>
                <a:lnTo>
                  <a:pt x="0" y="758145"/>
                </a:lnTo>
              </a:path>
            </a:pathLst>
          </a:custGeom>
          <a:noFill/>
          <a:ln w="1270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 sz="2968"/>
          </a:p>
        </p:txBody>
      </p:sp>
      <p:sp>
        <p:nvSpPr>
          <p:cNvPr id="358" name="Freeform 357">
            <a:extLst>
              <a:ext uri="{FF2B5EF4-FFF2-40B4-BE49-F238E27FC236}">
                <a16:creationId xmlns:a16="http://schemas.microsoft.com/office/drawing/2014/main" id="{40D61A4B-5104-A945-BD8C-2C0CD074D600}"/>
              </a:ext>
            </a:extLst>
          </p:cNvPr>
          <p:cNvSpPr/>
          <p:nvPr/>
        </p:nvSpPr>
        <p:spPr>
          <a:xfrm>
            <a:off x="7521305" y="14122285"/>
            <a:ext cx="12557400" cy="31557"/>
          </a:xfrm>
          <a:custGeom>
            <a:avLst/>
            <a:gdLst>
              <a:gd name="connsiteX0" fmla="*/ 0 w 7615353"/>
              <a:gd name="connsiteY0" fmla="*/ 0 h 13439"/>
              <a:gd name="connsiteX1" fmla="*/ 7615354 w 7615353"/>
              <a:gd name="connsiteY1" fmla="*/ 0 h 13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15353" h="13439">
                <a:moveTo>
                  <a:pt x="0" y="0"/>
                </a:moveTo>
                <a:lnTo>
                  <a:pt x="7615354" y="0"/>
                </a:lnTo>
              </a:path>
            </a:pathLst>
          </a:custGeom>
          <a:ln w="12700" cap="flat">
            <a:solidFill>
              <a:srgbClr val="087074"/>
            </a:solidFill>
            <a:prstDash val="solid"/>
            <a:miter/>
          </a:ln>
        </p:spPr>
        <p:txBody>
          <a:bodyPr rtlCol="0" anchor="ctr"/>
          <a:lstStyle/>
          <a:p>
            <a:pPr marL="0" algn="r" defTabSz="1507846" rtl="1" eaLnBrk="1" latinLnBrk="0" hangingPunct="1"/>
            <a:endParaRPr lang="en-US" sz="2968"/>
          </a:p>
        </p:txBody>
      </p: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27DCFEC6-FF17-8346-95CD-76F34A6F02DD}"/>
              </a:ext>
            </a:extLst>
          </p:cNvPr>
          <p:cNvGrpSpPr/>
          <p:nvPr userDrawn="1"/>
        </p:nvGrpSpPr>
        <p:grpSpPr>
          <a:xfrm>
            <a:off x="1317032" y="5085354"/>
            <a:ext cx="4077638" cy="2241655"/>
            <a:chOff x="798705" y="1459561"/>
            <a:chExt cx="2472857" cy="954648"/>
          </a:xfrm>
        </p:grpSpPr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6BE3E37A-0B2E-1542-9623-8531B897162B}"/>
                </a:ext>
              </a:extLst>
            </p:cNvPr>
            <p:cNvSpPr/>
            <p:nvPr/>
          </p:nvSpPr>
          <p:spPr>
            <a:xfrm>
              <a:off x="1622971" y="1476641"/>
              <a:ext cx="15740" cy="15724"/>
            </a:xfrm>
            <a:custGeom>
              <a:avLst/>
              <a:gdLst>
                <a:gd name="connsiteX0" fmla="*/ 0 w 15740"/>
                <a:gd name="connsiteY0" fmla="*/ 0 h 15724"/>
                <a:gd name="connsiteX1" fmla="*/ 15740 w 15740"/>
                <a:gd name="connsiteY1" fmla="*/ 0 h 15724"/>
                <a:gd name="connsiteX2" fmla="*/ 15740 w 15740"/>
                <a:gd name="connsiteY2" fmla="*/ 15725 h 15724"/>
                <a:gd name="connsiteX3" fmla="*/ 0 w 15740"/>
                <a:gd name="connsiteY3" fmla="*/ 15725 h 15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40" h="15724">
                  <a:moveTo>
                    <a:pt x="0" y="0"/>
                  </a:moveTo>
                  <a:lnTo>
                    <a:pt x="15740" y="0"/>
                  </a:lnTo>
                  <a:lnTo>
                    <a:pt x="15740" y="15725"/>
                  </a:lnTo>
                  <a:lnTo>
                    <a:pt x="0" y="15725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60" name="Freeform 359">
              <a:extLst>
                <a:ext uri="{FF2B5EF4-FFF2-40B4-BE49-F238E27FC236}">
                  <a16:creationId xmlns:a16="http://schemas.microsoft.com/office/drawing/2014/main" id="{5B32F1CF-AF21-BC43-AC95-0F7CF50E2876}"/>
                </a:ext>
              </a:extLst>
            </p:cNvPr>
            <p:cNvSpPr/>
            <p:nvPr/>
          </p:nvSpPr>
          <p:spPr>
            <a:xfrm>
              <a:off x="1950149" y="1671788"/>
              <a:ext cx="15740" cy="15724"/>
            </a:xfrm>
            <a:custGeom>
              <a:avLst/>
              <a:gdLst>
                <a:gd name="connsiteX0" fmla="*/ 0 w 15740"/>
                <a:gd name="connsiteY0" fmla="*/ 0 h 15724"/>
                <a:gd name="connsiteX1" fmla="*/ 15740 w 15740"/>
                <a:gd name="connsiteY1" fmla="*/ 0 h 15724"/>
                <a:gd name="connsiteX2" fmla="*/ 15740 w 15740"/>
                <a:gd name="connsiteY2" fmla="*/ 15725 h 15724"/>
                <a:gd name="connsiteX3" fmla="*/ 0 w 15740"/>
                <a:gd name="connsiteY3" fmla="*/ 15725 h 15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40" h="15724">
                  <a:moveTo>
                    <a:pt x="0" y="0"/>
                  </a:moveTo>
                  <a:lnTo>
                    <a:pt x="15740" y="0"/>
                  </a:lnTo>
                  <a:lnTo>
                    <a:pt x="15740" y="15725"/>
                  </a:lnTo>
                  <a:lnTo>
                    <a:pt x="0" y="15725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61" name="Freeform 360">
              <a:extLst>
                <a:ext uri="{FF2B5EF4-FFF2-40B4-BE49-F238E27FC236}">
                  <a16:creationId xmlns:a16="http://schemas.microsoft.com/office/drawing/2014/main" id="{53BC8748-98DF-CA42-A491-C810222947F5}"/>
                </a:ext>
              </a:extLst>
            </p:cNvPr>
            <p:cNvSpPr/>
            <p:nvPr/>
          </p:nvSpPr>
          <p:spPr>
            <a:xfrm>
              <a:off x="2114410" y="1508090"/>
              <a:ext cx="42917" cy="149725"/>
            </a:xfrm>
            <a:custGeom>
              <a:avLst/>
              <a:gdLst>
                <a:gd name="connsiteX0" fmla="*/ 27041 w 42917"/>
                <a:gd name="connsiteY0" fmla="*/ 146898 h 149725"/>
                <a:gd name="connsiteX1" fmla="*/ 36323 w 42917"/>
                <a:gd name="connsiteY1" fmla="*/ 138969 h 149725"/>
                <a:gd name="connsiteX2" fmla="*/ 41435 w 42917"/>
                <a:gd name="connsiteY2" fmla="*/ 126335 h 149725"/>
                <a:gd name="connsiteX3" fmla="*/ 42915 w 42917"/>
                <a:gd name="connsiteY3" fmla="*/ 109804 h 149725"/>
                <a:gd name="connsiteX4" fmla="*/ 42915 w 42917"/>
                <a:gd name="connsiteY4" fmla="*/ 0 h 149725"/>
                <a:gd name="connsiteX5" fmla="*/ 27175 w 42917"/>
                <a:gd name="connsiteY5" fmla="*/ 0 h 149725"/>
                <a:gd name="connsiteX6" fmla="*/ 27175 w 42917"/>
                <a:gd name="connsiteY6" fmla="*/ 109804 h 149725"/>
                <a:gd name="connsiteX7" fmla="*/ 26502 w 42917"/>
                <a:gd name="connsiteY7" fmla="*/ 121093 h 149725"/>
                <a:gd name="connsiteX8" fmla="*/ 24081 w 42917"/>
                <a:gd name="connsiteY8" fmla="*/ 128485 h 149725"/>
                <a:gd name="connsiteX9" fmla="*/ 19507 w 42917"/>
                <a:gd name="connsiteY9" fmla="*/ 132652 h 149725"/>
                <a:gd name="connsiteX10" fmla="*/ 12243 w 42917"/>
                <a:gd name="connsiteY10" fmla="*/ 133861 h 149725"/>
                <a:gd name="connsiteX11" fmla="*/ 8475 w 42917"/>
                <a:gd name="connsiteY11" fmla="*/ 133861 h 149725"/>
                <a:gd name="connsiteX12" fmla="*/ 4170 w 42917"/>
                <a:gd name="connsiteY12" fmla="*/ 132921 h 149725"/>
                <a:gd name="connsiteX13" fmla="*/ 0 w 42917"/>
                <a:gd name="connsiteY13" fmla="*/ 147973 h 149725"/>
                <a:gd name="connsiteX14" fmla="*/ 13453 w 42917"/>
                <a:gd name="connsiteY14" fmla="*/ 149721 h 149725"/>
                <a:gd name="connsiteX15" fmla="*/ 27041 w 42917"/>
                <a:gd name="connsiteY15" fmla="*/ 146898 h 14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917" h="149725">
                  <a:moveTo>
                    <a:pt x="27041" y="146898"/>
                  </a:moveTo>
                  <a:cubicBezTo>
                    <a:pt x="30786" y="145128"/>
                    <a:pt x="33991" y="142390"/>
                    <a:pt x="36323" y="138969"/>
                  </a:cubicBezTo>
                  <a:cubicBezTo>
                    <a:pt x="38847" y="135137"/>
                    <a:pt x="40584" y="130843"/>
                    <a:pt x="41435" y="126335"/>
                  </a:cubicBezTo>
                  <a:cubicBezTo>
                    <a:pt x="42456" y="120885"/>
                    <a:pt x="42952" y="115349"/>
                    <a:pt x="42915" y="109804"/>
                  </a:cubicBezTo>
                  <a:lnTo>
                    <a:pt x="42915" y="0"/>
                  </a:lnTo>
                  <a:lnTo>
                    <a:pt x="27175" y="0"/>
                  </a:lnTo>
                  <a:lnTo>
                    <a:pt x="27175" y="109804"/>
                  </a:lnTo>
                  <a:cubicBezTo>
                    <a:pt x="27194" y="113578"/>
                    <a:pt x="26969" y="117349"/>
                    <a:pt x="26502" y="121093"/>
                  </a:cubicBezTo>
                  <a:cubicBezTo>
                    <a:pt x="26127" y="123678"/>
                    <a:pt x="25308" y="126179"/>
                    <a:pt x="24081" y="128485"/>
                  </a:cubicBezTo>
                  <a:cubicBezTo>
                    <a:pt x="23046" y="130331"/>
                    <a:pt x="21441" y="131792"/>
                    <a:pt x="19507" y="132652"/>
                  </a:cubicBezTo>
                  <a:cubicBezTo>
                    <a:pt x="17191" y="133536"/>
                    <a:pt x="14721" y="133947"/>
                    <a:pt x="12243" y="133861"/>
                  </a:cubicBezTo>
                  <a:lnTo>
                    <a:pt x="8475" y="133861"/>
                  </a:lnTo>
                  <a:lnTo>
                    <a:pt x="4170" y="132921"/>
                  </a:lnTo>
                  <a:lnTo>
                    <a:pt x="0" y="147973"/>
                  </a:lnTo>
                  <a:cubicBezTo>
                    <a:pt x="4377" y="149200"/>
                    <a:pt x="8908" y="149788"/>
                    <a:pt x="13453" y="149721"/>
                  </a:cubicBezTo>
                  <a:cubicBezTo>
                    <a:pt x="18127" y="149707"/>
                    <a:pt x="22749" y="148747"/>
                    <a:pt x="27041" y="146898"/>
                  </a:cubicBez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62" name="Freeform 361">
              <a:extLst>
                <a:ext uri="{FF2B5EF4-FFF2-40B4-BE49-F238E27FC236}">
                  <a16:creationId xmlns:a16="http://schemas.microsoft.com/office/drawing/2014/main" id="{F5DD2B44-1193-B04E-994A-C0DB0BEBECF6}"/>
                </a:ext>
              </a:extLst>
            </p:cNvPr>
            <p:cNvSpPr/>
            <p:nvPr/>
          </p:nvSpPr>
          <p:spPr>
            <a:xfrm>
              <a:off x="2053529" y="1459693"/>
              <a:ext cx="34513" cy="33344"/>
            </a:xfrm>
            <a:custGeom>
              <a:avLst/>
              <a:gdLst>
                <a:gd name="connsiteX0" fmla="*/ 33841 w 34513"/>
                <a:gd name="connsiteY0" fmla="*/ 20577 h 33344"/>
                <a:gd name="connsiteX1" fmla="*/ 12182 w 34513"/>
                <a:gd name="connsiteY1" fmla="*/ 20577 h 33344"/>
                <a:gd name="connsiteX2" fmla="*/ 12182 w 34513"/>
                <a:gd name="connsiteY2" fmla="*/ 16948 h 33344"/>
                <a:gd name="connsiteX3" fmla="*/ 13527 w 34513"/>
                <a:gd name="connsiteY3" fmla="*/ 12378 h 33344"/>
                <a:gd name="connsiteX4" fmla="*/ 18370 w 34513"/>
                <a:gd name="connsiteY4" fmla="*/ 11034 h 33344"/>
                <a:gd name="connsiteX5" fmla="*/ 29132 w 34513"/>
                <a:gd name="connsiteY5" fmla="*/ 11034 h 33344"/>
                <a:gd name="connsiteX6" fmla="*/ 29132 w 34513"/>
                <a:gd name="connsiteY6" fmla="*/ 14 h 33344"/>
                <a:gd name="connsiteX7" fmla="*/ 18235 w 34513"/>
                <a:gd name="connsiteY7" fmla="*/ 14 h 33344"/>
                <a:gd name="connsiteX8" fmla="*/ 4782 w 34513"/>
                <a:gd name="connsiteY8" fmla="*/ 4718 h 33344"/>
                <a:gd name="connsiteX9" fmla="*/ 74 w 34513"/>
                <a:gd name="connsiteY9" fmla="*/ 19905 h 33344"/>
                <a:gd name="connsiteX10" fmla="*/ 74 w 34513"/>
                <a:gd name="connsiteY10" fmla="*/ 33344 h 33344"/>
                <a:gd name="connsiteX11" fmla="*/ 34514 w 34513"/>
                <a:gd name="connsiteY11" fmla="*/ 33344 h 33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513" h="33344">
                  <a:moveTo>
                    <a:pt x="33841" y="20577"/>
                  </a:moveTo>
                  <a:lnTo>
                    <a:pt x="12182" y="20577"/>
                  </a:lnTo>
                  <a:lnTo>
                    <a:pt x="12182" y="16948"/>
                  </a:lnTo>
                  <a:cubicBezTo>
                    <a:pt x="12044" y="15310"/>
                    <a:pt x="12524" y="13681"/>
                    <a:pt x="13527" y="12378"/>
                  </a:cubicBezTo>
                  <a:cubicBezTo>
                    <a:pt x="13527" y="11437"/>
                    <a:pt x="15814" y="11034"/>
                    <a:pt x="18370" y="11034"/>
                  </a:cubicBezTo>
                  <a:lnTo>
                    <a:pt x="29132" y="11034"/>
                  </a:lnTo>
                  <a:lnTo>
                    <a:pt x="29132" y="14"/>
                  </a:lnTo>
                  <a:lnTo>
                    <a:pt x="18235" y="14"/>
                  </a:lnTo>
                  <a:cubicBezTo>
                    <a:pt x="13318" y="-170"/>
                    <a:pt x="8512" y="1510"/>
                    <a:pt x="4782" y="4718"/>
                  </a:cubicBezTo>
                  <a:cubicBezTo>
                    <a:pt x="1304" y="8980"/>
                    <a:pt x="-384" y="14424"/>
                    <a:pt x="74" y="19905"/>
                  </a:cubicBezTo>
                  <a:lnTo>
                    <a:pt x="74" y="33344"/>
                  </a:lnTo>
                  <a:lnTo>
                    <a:pt x="34514" y="33344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63" name="Freeform 362">
              <a:extLst>
                <a:ext uri="{FF2B5EF4-FFF2-40B4-BE49-F238E27FC236}">
                  <a16:creationId xmlns:a16="http://schemas.microsoft.com/office/drawing/2014/main" id="{D4377703-929E-5441-A7DB-D7064E56DA7E}"/>
                </a:ext>
              </a:extLst>
            </p:cNvPr>
            <p:cNvSpPr/>
            <p:nvPr/>
          </p:nvSpPr>
          <p:spPr>
            <a:xfrm>
              <a:off x="1918669" y="1671788"/>
              <a:ext cx="15740" cy="15724"/>
            </a:xfrm>
            <a:custGeom>
              <a:avLst/>
              <a:gdLst>
                <a:gd name="connsiteX0" fmla="*/ 0 w 15740"/>
                <a:gd name="connsiteY0" fmla="*/ 0 h 15724"/>
                <a:gd name="connsiteX1" fmla="*/ 15740 w 15740"/>
                <a:gd name="connsiteY1" fmla="*/ 0 h 15724"/>
                <a:gd name="connsiteX2" fmla="*/ 15740 w 15740"/>
                <a:gd name="connsiteY2" fmla="*/ 15725 h 15724"/>
                <a:gd name="connsiteX3" fmla="*/ 0 w 15740"/>
                <a:gd name="connsiteY3" fmla="*/ 15725 h 15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40" h="15724">
                  <a:moveTo>
                    <a:pt x="0" y="0"/>
                  </a:moveTo>
                  <a:lnTo>
                    <a:pt x="15740" y="0"/>
                  </a:lnTo>
                  <a:lnTo>
                    <a:pt x="15740" y="15725"/>
                  </a:lnTo>
                  <a:lnTo>
                    <a:pt x="0" y="15725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id="{600B77CD-DFA7-FE4F-8F68-95D240CE2262}"/>
                </a:ext>
              </a:extLst>
            </p:cNvPr>
            <p:cNvSpPr/>
            <p:nvPr/>
          </p:nvSpPr>
          <p:spPr>
            <a:xfrm>
              <a:off x="1654451" y="1476641"/>
              <a:ext cx="15740" cy="15724"/>
            </a:xfrm>
            <a:custGeom>
              <a:avLst/>
              <a:gdLst>
                <a:gd name="connsiteX0" fmla="*/ 0 w 15740"/>
                <a:gd name="connsiteY0" fmla="*/ 0 h 15724"/>
                <a:gd name="connsiteX1" fmla="*/ 15740 w 15740"/>
                <a:gd name="connsiteY1" fmla="*/ 0 h 15724"/>
                <a:gd name="connsiteX2" fmla="*/ 15740 w 15740"/>
                <a:gd name="connsiteY2" fmla="*/ 15725 h 15724"/>
                <a:gd name="connsiteX3" fmla="*/ 0 w 15740"/>
                <a:gd name="connsiteY3" fmla="*/ 15725 h 15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40" h="15724">
                  <a:moveTo>
                    <a:pt x="0" y="0"/>
                  </a:moveTo>
                  <a:lnTo>
                    <a:pt x="15740" y="0"/>
                  </a:lnTo>
                  <a:lnTo>
                    <a:pt x="15740" y="15725"/>
                  </a:lnTo>
                  <a:lnTo>
                    <a:pt x="0" y="15725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65" name="Freeform 364">
              <a:extLst>
                <a:ext uri="{FF2B5EF4-FFF2-40B4-BE49-F238E27FC236}">
                  <a16:creationId xmlns:a16="http://schemas.microsoft.com/office/drawing/2014/main" id="{BDB349B4-DB86-594D-84B1-8D9A94A00E75}"/>
                </a:ext>
              </a:extLst>
            </p:cNvPr>
            <p:cNvSpPr/>
            <p:nvPr/>
          </p:nvSpPr>
          <p:spPr>
            <a:xfrm>
              <a:off x="1995869" y="1508082"/>
              <a:ext cx="90884" cy="149781"/>
            </a:xfrm>
            <a:custGeom>
              <a:avLst/>
              <a:gdLst>
                <a:gd name="connsiteX0" fmla="*/ 20604 w 90884"/>
                <a:gd name="connsiteY0" fmla="*/ 93953 h 149781"/>
                <a:gd name="connsiteX1" fmla="*/ 41321 w 90884"/>
                <a:gd name="connsiteY1" fmla="*/ 103361 h 149781"/>
                <a:gd name="connsiteX2" fmla="*/ 66344 w 90884"/>
                <a:gd name="connsiteY2" fmla="*/ 106452 h 149781"/>
                <a:gd name="connsiteX3" fmla="*/ 70514 w 90884"/>
                <a:gd name="connsiteY3" fmla="*/ 106452 h 149781"/>
                <a:gd name="connsiteX4" fmla="*/ 75761 w 90884"/>
                <a:gd name="connsiteY4" fmla="*/ 95432 h 149781"/>
                <a:gd name="connsiteX5" fmla="*/ 75761 w 90884"/>
                <a:gd name="connsiteY5" fmla="*/ 111022 h 149781"/>
                <a:gd name="connsiteX6" fmla="*/ 68631 w 90884"/>
                <a:gd name="connsiteY6" fmla="*/ 128628 h 149781"/>
                <a:gd name="connsiteX7" fmla="*/ 48721 w 90884"/>
                <a:gd name="connsiteY7" fmla="*/ 133870 h 149781"/>
                <a:gd name="connsiteX8" fmla="*/ 35268 w 90884"/>
                <a:gd name="connsiteY8" fmla="*/ 132526 h 149781"/>
                <a:gd name="connsiteX9" fmla="*/ 21814 w 90884"/>
                <a:gd name="connsiteY9" fmla="*/ 127822 h 149781"/>
                <a:gd name="connsiteX10" fmla="*/ 16837 w 90884"/>
                <a:gd name="connsiteY10" fmla="*/ 142875 h 149781"/>
                <a:gd name="connsiteX11" fmla="*/ 32846 w 90884"/>
                <a:gd name="connsiteY11" fmla="*/ 147982 h 149781"/>
                <a:gd name="connsiteX12" fmla="*/ 46972 w 90884"/>
                <a:gd name="connsiteY12" fmla="*/ 149595 h 149781"/>
                <a:gd name="connsiteX13" fmla="*/ 80335 w 90884"/>
                <a:gd name="connsiteY13" fmla="*/ 138708 h 149781"/>
                <a:gd name="connsiteX14" fmla="*/ 90828 w 90884"/>
                <a:gd name="connsiteY14" fmla="*/ 109409 h 149781"/>
                <a:gd name="connsiteX15" fmla="*/ 90828 w 90884"/>
                <a:gd name="connsiteY15" fmla="*/ 8 h 149781"/>
                <a:gd name="connsiteX16" fmla="*/ 65671 w 90884"/>
                <a:gd name="connsiteY16" fmla="*/ 8 h 149781"/>
                <a:gd name="connsiteX17" fmla="*/ 38765 w 90884"/>
                <a:gd name="connsiteY17" fmla="*/ 4040 h 149781"/>
                <a:gd name="connsiteX18" fmla="*/ 18182 w 90884"/>
                <a:gd name="connsiteY18" fmla="*/ 15330 h 149781"/>
                <a:gd name="connsiteX19" fmla="*/ 4729 w 90884"/>
                <a:gd name="connsiteY19" fmla="*/ 32398 h 149781"/>
                <a:gd name="connsiteX20" fmla="*/ 20 w 90884"/>
                <a:gd name="connsiteY20" fmla="*/ 53902 h 149781"/>
                <a:gd name="connsiteX21" fmla="*/ 5267 w 90884"/>
                <a:gd name="connsiteY21" fmla="*/ 77691 h 149781"/>
                <a:gd name="connsiteX22" fmla="*/ 20604 w 90884"/>
                <a:gd name="connsiteY22" fmla="*/ 93953 h 149781"/>
                <a:gd name="connsiteX23" fmla="*/ 20604 w 90884"/>
                <a:gd name="connsiteY23" fmla="*/ 38447 h 149781"/>
                <a:gd name="connsiteX24" fmla="*/ 30155 w 90884"/>
                <a:gd name="connsiteY24" fmla="*/ 26351 h 149781"/>
                <a:gd name="connsiteX25" fmla="*/ 43608 w 90884"/>
                <a:gd name="connsiteY25" fmla="*/ 18555 h 149781"/>
                <a:gd name="connsiteX26" fmla="*/ 59079 w 90884"/>
                <a:gd name="connsiteY26" fmla="*/ 15867 h 149781"/>
                <a:gd name="connsiteX27" fmla="*/ 84505 w 90884"/>
                <a:gd name="connsiteY27" fmla="*/ 15867 h 149781"/>
                <a:gd name="connsiteX28" fmla="*/ 75492 w 90884"/>
                <a:gd name="connsiteY28" fmla="*/ 20303 h 149781"/>
                <a:gd name="connsiteX29" fmla="*/ 75492 w 90884"/>
                <a:gd name="connsiteY29" fmla="*/ 91265 h 149781"/>
                <a:gd name="connsiteX30" fmla="*/ 59752 w 90884"/>
                <a:gd name="connsiteY30" fmla="*/ 91265 h 149781"/>
                <a:gd name="connsiteX31" fmla="*/ 43205 w 90884"/>
                <a:gd name="connsiteY31" fmla="*/ 88846 h 149781"/>
                <a:gd name="connsiteX32" fmla="*/ 29752 w 90884"/>
                <a:gd name="connsiteY32" fmla="*/ 81723 h 149781"/>
                <a:gd name="connsiteX33" fmla="*/ 20604 w 90884"/>
                <a:gd name="connsiteY33" fmla="*/ 70165 h 149781"/>
                <a:gd name="connsiteX34" fmla="*/ 17240 w 90884"/>
                <a:gd name="connsiteY34" fmla="*/ 54440 h 149781"/>
                <a:gd name="connsiteX35" fmla="*/ 20604 w 90884"/>
                <a:gd name="connsiteY35" fmla="*/ 38447 h 149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90884" h="149781">
                  <a:moveTo>
                    <a:pt x="20604" y="93953"/>
                  </a:moveTo>
                  <a:cubicBezTo>
                    <a:pt x="26842" y="98387"/>
                    <a:pt x="33876" y="101581"/>
                    <a:pt x="41321" y="103361"/>
                  </a:cubicBezTo>
                  <a:cubicBezTo>
                    <a:pt x="49486" y="105507"/>
                    <a:pt x="57902" y="106547"/>
                    <a:pt x="66344" y="106452"/>
                  </a:cubicBezTo>
                  <a:lnTo>
                    <a:pt x="70514" y="106452"/>
                  </a:lnTo>
                  <a:lnTo>
                    <a:pt x="75761" y="95432"/>
                  </a:lnTo>
                  <a:lnTo>
                    <a:pt x="75761" y="111022"/>
                  </a:lnTo>
                  <a:cubicBezTo>
                    <a:pt x="76402" y="117701"/>
                    <a:pt x="73741" y="124273"/>
                    <a:pt x="68631" y="128628"/>
                  </a:cubicBezTo>
                  <a:cubicBezTo>
                    <a:pt x="62729" y="132464"/>
                    <a:pt x="55748" y="134301"/>
                    <a:pt x="48721" y="133870"/>
                  </a:cubicBezTo>
                  <a:cubicBezTo>
                    <a:pt x="44198" y="133971"/>
                    <a:pt x="39680" y="133519"/>
                    <a:pt x="35268" y="132526"/>
                  </a:cubicBezTo>
                  <a:cubicBezTo>
                    <a:pt x="30645" y="131385"/>
                    <a:pt x="26140" y="129810"/>
                    <a:pt x="21814" y="127822"/>
                  </a:cubicBezTo>
                  <a:lnTo>
                    <a:pt x="16837" y="142875"/>
                  </a:lnTo>
                  <a:cubicBezTo>
                    <a:pt x="22082" y="144851"/>
                    <a:pt x="27425" y="146556"/>
                    <a:pt x="32846" y="147982"/>
                  </a:cubicBezTo>
                  <a:cubicBezTo>
                    <a:pt x="37479" y="149048"/>
                    <a:pt x="42217" y="149589"/>
                    <a:pt x="46972" y="149595"/>
                  </a:cubicBezTo>
                  <a:cubicBezTo>
                    <a:pt x="59119" y="150714"/>
                    <a:pt x="71191" y="146775"/>
                    <a:pt x="80335" y="138708"/>
                  </a:cubicBezTo>
                  <a:cubicBezTo>
                    <a:pt x="87616" y="130738"/>
                    <a:pt x="91396" y="120185"/>
                    <a:pt x="90828" y="109409"/>
                  </a:cubicBezTo>
                  <a:lnTo>
                    <a:pt x="90828" y="8"/>
                  </a:lnTo>
                  <a:lnTo>
                    <a:pt x="65671" y="8"/>
                  </a:lnTo>
                  <a:cubicBezTo>
                    <a:pt x="56543" y="-121"/>
                    <a:pt x="47454" y="1241"/>
                    <a:pt x="38765" y="4040"/>
                  </a:cubicBezTo>
                  <a:cubicBezTo>
                    <a:pt x="31308" y="6599"/>
                    <a:pt x="24346" y="10418"/>
                    <a:pt x="18182" y="15330"/>
                  </a:cubicBezTo>
                  <a:cubicBezTo>
                    <a:pt x="12515" y="19981"/>
                    <a:pt x="7925" y="25804"/>
                    <a:pt x="4729" y="32398"/>
                  </a:cubicBezTo>
                  <a:cubicBezTo>
                    <a:pt x="1527" y="39110"/>
                    <a:pt x="-85" y="46468"/>
                    <a:pt x="20" y="53902"/>
                  </a:cubicBezTo>
                  <a:cubicBezTo>
                    <a:pt x="-215" y="62142"/>
                    <a:pt x="1587" y="70313"/>
                    <a:pt x="5267" y="77691"/>
                  </a:cubicBezTo>
                  <a:cubicBezTo>
                    <a:pt x="8871" y="84356"/>
                    <a:pt x="14159" y="89962"/>
                    <a:pt x="20604" y="93953"/>
                  </a:cubicBezTo>
                  <a:close/>
                  <a:moveTo>
                    <a:pt x="20604" y="38447"/>
                  </a:moveTo>
                  <a:cubicBezTo>
                    <a:pt x="22980" y="33839"/>
                    <a:pt x="26223" y="29732"/>
                    <a:pt x="30155" y="26351"/>
                  </a:cubicBezTo>
                  <a:cubicBezTo>
                    <a:pt x="34164" y="23008"/>
                    <a:pt x="38714" y="20372"/>
                    <a:pt x="43608" y="18555"/>
                  </a:cubicBezTo>
                  <a:cubicBezTo>
                    <a:pt x="48590" y="16847"/>
                    <a:pt x="53812" y="15940"/>
                    <a:pt x="59079" y="15867"/>
                  </a:cubicBezTo>
                  <a:lnTo>
                    <a:pt x="84505" y="15867"/>
                  </a:lnTo>
                  <a:lnTo>
                    <a:pt x="75492" y="20303"/>
                  </a:lnTo>
                  <a:lnTo>
                    <a:pt x="75492" y="91265"/>
                  </a:lnTo>
                  <a:lnTo>
                    <a:pt x="59752" y="91265"/>
                  </a:lnTo>
                  <a:cubicBezTo>
                    <a:pt x="54145" y="91302"/>
                    <a:pt x="48566" y="90486"/>
                    <a:pt x="43205" y="88846"/>
                  </a:cubicBezTo>
                  <a:cubicBezTo>
                    <a:pt x="38320" y="87319"/>
                    <a:pt x="33759" y="84905"/>
                    <a:pt x="29752" y="81723"/>
                  </a:cubicBezTo>
                  <a:cubicBezTo>
                    <a:pt x="25847" y="78630"/>
                    <a:pt x="22715" y="74674"/>
                    <a:pt x="20604" y="70165"/>
                  </a:cubicBezTo>
                  <a:cubicBezTo>
                    <a:pt x="18265" y="65259"/>
                    <a:pt x="17113" y="59872"/>
                    <a:pt x="17240" y="54440"/>
                  </a:cubicBezTo>
                  <a:cubicBezTo>
                    <a:pt x="17010" y="48912"/>
                    <a:pt x="18166" y="43414"/>
                    <a:pt x="20604" y="38447"/>
                  </a:cubicBez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id="{1495D38D-EB1F-824A-9D78-099054CF8F34}"/>
                </a:ext>
              </a:extLst>
            </p:cNvPr>
            <p:cNvSpPr/>
            <p:nvPr/>
          </p:nvSpPr>
          <p:spPr>
            <a:xfrm>
              <a:off x="1554601" y="1508220"/>
              <a:ext cx="417342" cy="147852"/>
            </a:xfrm>
            <a:custGeom>
              <a:avLst/>
              <a:gdLst>
                <a:gd name="connsiteX0" fmla="*/ 73214 w 417342"/>
                <a:gd name="connsiteY0" fmla="*/ 147306 h 147852"/>
                <a:gd name="connsiteX1" fmla="*/ 105905 w 417342"/>
                <a:gd name="connsiteY1" fmla="*/ 147306 h 147852"/>
                <a:gd name="connsiteX2" fmla="*/ 105905 w 417342"/>
                <a:gd name="connsiteY2" fmla="*/ 135479 h 147852"/>
                <a:gd name="connsiteX3" fmla="*/ 106846 w 417342"/>
                <a:gd name="connsiteY3" fmla="*/ 137226 h 147852"/>
                <a:gd name="connsiteX4" fmla="*/ 116129 w 417342"/>
                <a:gd name="connsiteY4" fmla="*/ 145156 h 147852"/>
                <a:gd name="connsiteX5" fmla="*/ 130389 w 417342"/>
                <a:gd name="connsiteY5" fmla="*/ 147844 h 147852"/>
                <a:gd name="connsiteX6" fmla="*/ 417342 w 417342"/>
                <a:gd name="connsiteY6" fmla="*/ 147844 h 147852"/>
                <a:gd name="connsiteX7" fmla="*/ 417342 w 417342"/>
                <a:gd name="connsiteY7" fmla="*/ 5 h 147852"/>
                <a:gd name="connsiteX8" fmla="*/ 401602 w 417342"/>
                <a:gd name="connsiteY8" fmla="*/ 5 h 147852"/>
                <a:gd name="connsiteX9" fmla="*/ 401602 w 417342"/>
                <a:gd name="connsiteY9" fmla="*/ 132253 h 147852"/>
                <a:gd name="connsiteX10" fmla="*/ 130524 w 417342"/>
                <a:gd name="connsiteY10" fmla="*/ 132253 h 147852"/>
                <a:gd name="connsiteX11" fmla="*/ 123125 w 417342"/>
                <a:gd name="connsiteY11" fmla="*/ 131044 h 147852"/>
                <a:gd name="connsiteX12" fmla="*/ 118551 w 417342"/>
                <a:gd name="connsiteY12" fmla="*/ 126877 h 147852"/>
                <a:gd name="connsiteX13" fmla="*/ 116264 w 417342"/>
                <a:gd name="connsiteY13" fmla="*/ 119485 h 147852"/>
                <a:gd name="connsiteX14" fmla="*/ 116264 w 417342"/>
                <a:gd name="connsiteY14" fmla="*/ 108196 h 147852"/>
                <a:gd name="connsiteX15" fmla="*/ 116264 w 417342"/>
                <a:gd name="connsiteY15" fmla="*/ 5 h 147852"/>
                <a:gd name="connsiteX16" fmla="*/ 73214 w 417342"/>
                <a:gd name="connsiteY16" fmla="*/ 5 h 147852"/>
                <a:gd name="connsiteX17" fmla="*/ 22 w 417342"/>
                <a:gd name="connsiteY17" fmla="*/ 71488 h 147852"/>
                <a:gd name="connsiteX18" fmla="*/ 29 w 417342"/>
                <a:gd name="connsiteY18" fmla="*/ 73655 h 147852"/>
                <a:gd name="connsiteX19" fmla="*/ 29 w 417342"/>
                <a:gd name="connsiteY19" fmla="*/ 73655 h 147852"/>
                <a:gd name="connsiteX20" fmla="*/ 69671 w 417342"/>
                <a:gd name="connsiteY20" fmla="*/ 147293 h 147852"/>
                <a:gd name="connsiteX21" fmla="*/ 73214 w 417342"/>
                <a:gd name="connsiteY21" fmla="*/ 147306 h 147852"/>
                <a:gd name="connsiteX22" fmla="*/ 17249 w 417342"/>
                <a:gd name="connsiteY22" fmla="*/ 73118 h 147852"/>
                <a:gd name="connsiteX23" fmla="*/ 70874 w 417342"/>
                <a:gd name="connsiteY23" fmla="*/ 14706 h 147852"/>
                <a:gd name="connsiteX24" fmla="*/ 73214 w 417342"/>
                <a:gd name="connsiteY24" fmla="*/ 14654 h 147852"/>
                <a:gd name="connsiteX25" fmla="*/ 109941 w 417342"/>
                <a:gd name="connsiteY25" fmla="*/ 14654 h 147852"/>
                <a:gd name="connsiteX26" fmla="*/ 100389 w 417342"/>
                <a:gd name="connsiteY26" fmla="*/ 19493 h 147852"/>
                <a:gd name="connsiteX27" fmla="*/ 100389 w 417342"/>
                <a:gd name="connsiteY27" fmla="*/ 108062 h 147852"/>
                <a:gd name="connsiteX28" fmla="*/ 101869 w 417342"/>
                <a:gd name="connsiteY28" fmla="*/ 124593 h 147852"/>
                <a:gd name="connsiteX29" fmla="*/ 104290 w 417342"/>
                <a:gd name="connsiteY29" fmla="*/ 132388 h 147852"/>
                <a:gd name="connsiteX30" fmla="*/ 73214 w 417342"/>
                <a:gd name="connsiteY30" fmla="*/ 132388 h 147852"/>
                <a:gd name="connsiteX31" fmla="*/ 16806 w 417342"/>
                <a:gd name="connsiteY31" fmla="*/ 75310 h 147852"/>
                <a:gd name="connsiteX32" fmla="*/ 16846 w 417342"/>
                <a:gd name="connsiteY32" fmla="*/ 73521 h 147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17342" h="147852">
                  <a:moveTo>
                    <a:pt x="73214" y="147306"/>
                  </a:moveTo>
                  <a:lnTo>
                    <a:pt x="105905" y="147306"/>
                  </a:lnTo>
                  <a:lnTo>
                    <a:pt x="105905" y="135479"/>
                  </a:lnTo>
                  <a:cubicBezTo>
                    <a:pt x="106137" y="136102"/>
                    <a:pt x="106454" y="136690"/>
                    <a:pt x="106846" y="137226"/>
                  </a:cubicBezTo>
                  <a:cubicBezTo>
                    <a:pt x="109246" y="140587"/>
                    <a:pt x="112433" y="143310"/>
                    <a:pt x="116129" y="145156"/>
                  </a:cubicBezTo>
                  <a:cubicBezTo>
                    <a:pt x="120642" y="147038"/>
                    <a:pt x="125500" y="147953"/>
                    <a:pt x="130389" y="147844"/>
                  </a:cubicBezTo>
                  <a:lnTo>
                    <a:pt x="417342" y="147844"/>
                  </a:lnTo>
                  <a:lnTo>
                    <a:pt x="417342" y="5"/>
                  </a:lnTo>
                  <a:lnTo>
                    <a:pt x="401602" y="5"/>
                  </a:lnTo>
                  <a:lnTo>
                    <a:pt x="401602" y="132253"/>
                  </a:lnTo>
                  <a:lnTo>
                    <a:pt x="130524" y="132253"/>
                  </a:lnTo>
                  <a:cubicBezTo>
                    <a:pt x="128001" y="132350"/>
                    <a:pt x="125485" y="131938"/>
                    <a:pt x="123125" y="131044"/>
                  </a:cubicBezTo>
                  <a:cubicBezTo>
                    <a:pt x="121215" y="130146"/>
                    <a:pt x="119621" y="128694"/>
                    <a:pt x="118551" y="126877"/>
                  </a:cubicBezTo>
                  <a:cubicBezTo>
                    <a:pt x="117315" y="124585"/>
                    <a:pt x="116538" y="122075"/>
                    <a:pt x="116264" y="119485"/>
                  </a:cubicBezTo>
                  <a:cubicBezTo>
                    <a:pt x="115954" y="115729"/>
                    <a:pt x="115954" y="111953"/>
                    <a:pt x="116264" y="108196"/>
                  </a:cubicBezTo>
                  <a:lnTo>
                    <a:pt x="116264" y="5"/>
                  </a:lnTo>
                  <a:lnTo>
                    <a:pt x="73214" y="5"/>
                  </a:lnTo>
                  <a:cubicBezTo>
                    <a:pt x="33244" y="-448"/>
                    <a:pt x="474" y="31557"/>
                    <a:pt x="22" y="71488"/>
                  </a:cubicBezTo>
                  <a:cubicBezTo>
                    <a:pt x="13" y="72210"/>
                    <a:pt x="16" y="72933"/>
                    <a:pt x="29" y="73655"/>
                  </a:cubicBezTo>
                  <a:lnTo>
                    <a:pt x="29" y="73655"/>
                  </a:lnTo>
                  <a:cubicBezTo>
                    <a:pt x="-1094" y="113202"/>
                    <a:pt x="30086" y="146171"/>
                    <a:pt x="69671" y="147293"/>
                  </a:cubicBezTo>
                  <a:cubicBezTo>
                    <a:pt x="70852" y="147327"/>
                    <a:pt x="72033" y="147331"/>
                    <a:pt x="73214" y="147306"/>
                  </a:cubicBezTo>
                  <a:close/>
                  <a:moveTo>
                    <a:pt x="17249" y="73118"/>
                  </a:moveTo>
                  <a:cubicBezTo>
                    <a:pt x="15912" y="42194"/>
                    <a:pt x="39921" y="16043"/>
                    <a:pt x="70874" y="14706"/>
                  </a:cubicBezTo>
                  <a:cubicBezTo>
                    <a:pt x="71654" y="14673"/>
                    <a:pt x="72434" y="14655"/>
                    <a:pt x="73214" y="14654"/>
                  </a:cubicBezTo>
                  <a:lnTo>
                    <a:pt x="109941" y="14654"/>
                  </a:lnTo>
                  <a:lnTo>
                    <a:pt x="100389" y="19493"/>
                  </a:lnTo>
                  <a:lnTo>
                    <a:pt x="100389" y="108062"/>
                  </a:lnTo>
                  <a:cubicBezTo>
                    <a:pt x="100286" y="113609"/>
                    <a:pt x="100782" y="119152"/>
                    <a:pt x="101869" y="124593"/>
                  </a:cubicBezTo>
                  <a:cubicBezTo>
                    <a:pt x="102351" y="127281"/>
                    <a:pt x="103164" y="129899"/>
                    <a:pt x="104290" y="132388"/>
                  </a:cubicBezTo>
                  <a:lnTo>
                    <a:pt x="73214" y="132388"/>
                  </a:lnTo>
                  <a:cubicBezTo>
                    <a:pt x="41860" y="132188"/>
                    <a:pt x="16606" y="106633"/>
                    <a:pt x="16806" y="75310"/>
                  </a:cubicBezTo>
                  <a:cubicBezTo>
                    <a:pt x="16810" y="74714"/>
                    <a:pt x="16823" y="74117"/>
                    <a:pt x="16846" y="73521"/>
                  </a:cubicBez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67" name="Freeform 366">
              <a:extLst>
                <a:ext uri="{FF2B5EF4-FFF2-40B4-BE49-F238E27FC236}">
                  <a16:creationId xmlns:a16="http://schemas.microsoft.com/office/drawing/2014/main" id="{7397EC30-A342-B147-82A8-F6B07899DA03}"/>
                </a:ext>
              </a:extLst>
            </p:cNvPr>
            <p:cNvSpPr/>
            <p:nvPr/>
          </p:nvSpPr>
          <p:spPr>
            <a:xfrm>
              <a:off x="1367095" y="1507822"/>
              <a:ext cx="124978" cy="147435"/>
            </a:xfrm>
            <a:custGeom>
              <a:avLst/>
              <a:gdLst>
                <a:gd name="connsiteX0" fmla="*/ 108700 w 124978"/>
                <a:gd name="connsiteY0" fmla="*/ 108729 h 147435"/>
                <a:gd name="connsiteX1" fmla="*/ 115561 w 124978"/>
                <a:gd name="connsiteY1" fmla="*/ 126873 h 147435"/>
                <a:gd name="connsiteX2" fmla="*/ 15605 w 124978"/>
                <a:gd name="connsiteY2" fmla="*/ 0 h 147435"/>
                <a:gd name="connsiteX3" fmla="*/ 0 w 124978"/>
                <a:gd name="connsiteY3" fmla="*/ 0 h 147435"/>
                <a:gd name="connsiteX4" fmla="*/ 0 w 124978"/>
                <a:gd name="connsiteY4" fmla="*/ 147436 h 147435"/>
                <a:gd name="connsiteX5" fmla="*/ 16278 w 124978"/>
                <a:gd name="connsiteY5" fmla="*/ 147436 h 147435"/>
                <a:gd name="connsiteX6" fmla="*/ 16278 w 124978"/>
                <a:gd name="connsiteY6" fmla="*/ 36288 h 147435"/>
                <a:gd name="connsiteX7" fmla="*/ 6996 w 124978"/>
                <a:gd name="connsiteY7" fmla="*/ 14918 h 147435"/>
                <a:gd name="connsiteX8" fmla="*/ 111660 w 124978"/>
                <a:gd name="connsiteY8" fmla="*/ 147436 h 147435"/>
                <a:gd name="connsiteX9" fmla="*/ 124979 w 124978"/>
                <a:gd name="connsiteY9" fmla="*/ 147436 h 147435"/>
                <a:gd name="connsiteX10" fmla="*/ 124979 w 124978"/>
                <a:gd name="connsiteY10" fmla="*/ 0 h 147435"/>
                <a:gd name="connsiteX11" fmla="*/ 108700 w 124978"/>
                <a:gd name="connsiteY11" fmla="*/ 0 h 147435"/>
                <a:gd name="connsiteX12" fmla="*/ 108700 w 124978"/>
                <a:gd name="connsiteY12" fmla="*/ 108729 h 147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978" h="147435">
                  <a:moveTo>
                    <a:pt x="108700" y="108729"/>
                  </a:moveTo>
                  <a:lnTo>
                    <a:pt x="115561" y="126873"/>
                  </a:lnTo>
                  <a:lnTo>
                    <a:pt x="15605" y="0"/>
                  </a:lnTo>
                  <a:lnTo>
                    <a:pt x="0" y="0"/>
                  </a:lnTo>
                  <a:lnTo>
                    <a:pt x="0" y="147436"/>
                  </a:lnTo>
                  <a:lnTo>
                    <a:pt x="16278" y="147436"/>
                  </a:lnTo>
                  <a:lnTo>
                    <a:pt x="16278" y="36288"/>
                  </a:lnTo>
                  <a:lnTo>
                    <a:pt x="6996" y="14918"/>
                  </a:lnTo>
                  <a:lnTo>
                    <a:pt x="111660" y="147436"/>
                  </a:lnTo>
                  <a:lnTo>
                    <a:pt x="124979" y="147436"/>
                  </a:lnTo>
                  <a:lnTo>
                    <a:pt x="124979" y="0"/>
                  </a:lnTo>
                  <a:lnTo>
                    <a:pt x="108700" y="0"/>
                  </a:lnTo>
                  <a:lnTo>
                    <a:pt x="108700" y="108729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68" name="Freeform 367">
              <a:extLst>
                <a:ext uri="{FF2B5EF4-FFF2-40B4-BE49-F238E27FC236}">
                  <a16:creationId xmlns:a16="http://schemas.microsoft.com/office/drawing/2014/main" id="{217854F1-4A5F-C741-84C5-64F29A0D312E}"/>
                </a:ext>
              </a:extLst>
            </p:cNvPr>
            <p:cNvSpPr/>
            <p:nvPr/>
          </p:nvSpPr>
          <p:spPr>
            <a:xfrm>
              <a:off x="1527993" y="1744902"/>
              <a:ext cx="269060" cy="363664"/>
            </a:xfrm>
            <a:custGeom>
              <a:avLst/>
              <a:gdLst>
                <a:gd name="connsiteX0" fmla="*/ 171930 w 269060"/>
                <a:gd name="connsiteY0" fmla="*/ 145689 h 363664"/>
                <a:gd name="connsiteX1" fmla="*/ 262603 w 269060"/>
                <a:gd name="connsiteY1" fmla="*/ 59270 h 363664"/>
                <a:gd name="connsiteX2" fmla="*/ 262603 w 269060"/>
                <a:gd name="connsiteY2" fmla="*/ 0 h 363664"/>
                <a:gd name="connsiteX3" fmla="*/ 20449 w 269060"/>
                <a:gd name="connsiteY3" fmla="*/ 0 h 363664"/>
                <a:gd name="connsiteX4" fmla="*/ 20449 w 269060"/>
                <a:gd name="connsiteY4" fmla="*/ 67200 h 363664"/>
                <a:gd name="connsiteX5" fmla="*/ 144754 w 269060"/>
                <a:gd name="connsiteY5" fmla="*/ 67200 h 363664"/>
                <a:gd name="connsiteX6" fmla="*/ 190898 w 269060"/>
                <a:gd name="connsiteY6" fmla="*/ 37632 h 363664"/>
                <a:gd name="connsiteX7" fmla="*/ 75875 w 269060"/>
                <a:gd name="connsiteY7" fmla="*/ 153081 h 363664"/>
                <a:gd name="connsiteX8" fmla="*/ 88117 w 269060"/>
                <a:gd name="connsiteY8" fmla="*/ 203211 h 363664"/>
                <a:gd name="connsiteX9" fmla="*/ 120943 w 269060"/>
                <a:gd name="connsiteY9" fmla="*/ 203211 h 363664"/>
                <a:gd name="connsiteX10" fmla="*/ 191167 w 269060"/>
                <a:gd name="connsiteY10" fmla="*/ 248638 h 363664"/>
                <a:gd name="connsiteX11" fmla="*/ 191167 w 269060"/>
                <a:gd name="connsiteY11" fmla="*/ 249713 h 363664"/>
                <a:gd name="connsiteX12" fmla="*/ 140450 w 269060"/>
                <a:gd name="connsiteY12" fmla="*/ 293124 h 363664"/>
                <a:gd name="connsiteX13" fmla="*/ 53812 w 269060"/>
                <a:gd name="connsiteY13" fmla="*/ 250117 h 363664"/>
                <a:gd name="connsiteX14" fmla="*/ 0 w 269060"/>
                <a:gd name="connsiteY14" fmla="*/ 301726 h 363664"/>
                <a:gd name="connsiteX15" fmla="*/ 139911 w 269060"/>
                <a:gd name="connsiteY15" fmla="*/ 363550 h 363664"/>
                <a:gd name="connsiteX16" fmla="*/ 269061 w 269060"/>
                <a:gd name="connsiteY16" fmla="*/ 246622 h 363664"/>
                <a:gd name="connsiteX17" fmla="*/ 269061 w 269060"/>
                <a:gd name="connsiteY17" fmla="*/ 245547 h 363664"/>
                <a:gd name="connsiteX18" fmla="*/ 171930 w 269060"/>
                <a:gd name="connsiteY18" fmla="*/ 145689 h 3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69060" h="363664">
                  <a:moveTo>
                    <a:pt x="171930" y="145689"/>
                  </a:moveTo>
                  <a:lnTo>
                    <a:pt x="262603" y="59270"/>
                  </a:lnTo>
                  <a:lnTo>
                    <a:pt x="262603" y="0"/>
                  </a:lnTo>
                  <a:lnTo>
                    <a:pt x="20449" y="0"/>
                  </a:lnTo>
                  <a:lnTo>
                    <a:pt x="20449" y="67200"/>
                  </a:lnTo>
                  <a:lnTo>
                    <a:pt x="144754" y="67200"/>
                  </a:lnTo>
                  <a:lnTo>
                    <a:pt x="190898" y="37632"/>
                  </a:lnTo>
                  <a:lnTo>
                    <a:pt x="75875" y="153081"/>
                  </a:lnTo>
                  <a:lnTo>
                    <a:pt x="88117" y="203211"/>
                  </a:lnTo>
                  <a:lnTo>
                    <a:pt x="120943" y="203211"/>
                  </a:lnTo>
                  <a:cubicBezTo>
                    <a:pt x="165069" y="203211"/>
                    <a:pt x="191167" y="219474"/>
                    <a:pt x="191167" y="248638"/>
                  </a:cubicBezTo>
                  <a:lnTo>
                    <a:pt x="191167" y="249713"/>
                  </a:lnTo>
                  <a:cubicBezTo>
                    <a:pt x="191167" y="276593"/>
                    <a:pt x="170181" y="293124"/>
                    <a:pt x="140450" y="293124"/>
                  </a:cubicBezTo>
                  <a:cubicBezTo>
                    <a:pt x="106449" y="293021"/>
                    <a:pt x="74430" y="277127"/>
                    <a:pt x="53812" y="250117"/>
                  </a:cubicBezTo>
                  <a:lnTo>
                    <a:pt x="0" y="301726"/>
                  </a:lnTo>
                  <a:cubicBezTo>
                    <a:pt x="34663" y="342700"/>
                    <a:pt x="86247" y="365493"/>
                    <a:pt x="139911" y="363550"/>
                  </a:cubicBezTo>
                  <a:cubicBezTo>
                    <a:pt x="219822" y="363550"/>
                    <a:pt x="269061" y="314091"/>
                    <a:pt x="269061" y="246622"/>
                  </a:cubicBezTo>
                  <a:lnTo>
                    <a:pt x="269061" y="245547"/>
                  </a:lnTo>
                  <a:cubicBezTo>
                    <a:pt x="268253" y="179423"/>
                    <a:pt x="220899" y="153887"/>
                    <a:pt x="171930" y="145689"/>
                  </a:cubicBez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69" name="Freeform 368">
              <a:extLst>
                <a:ext uri="{FF2B5EF4-FFF2-40B4-BE49-F238E27FC236}">
                  <a16:creationId xmlns:a16="http://schemas.microsoft.com/office/drawing/2014/main" id="{7F513D2F-2845-BB48-BC12-6C8F40DF510A}"/>
                </a:ext>
              </a:extLst>
            </p:cNvPr>
            <p:cNvSpPr/>
            <p:nvPr/>
          </p:nvSpPr>
          <p:spPr>
            <a:xfrm>
              <a:off x="1188962" y="1505260"/>
              <a:ext cx="150724" cy="151476"/>
            </a:xfrm>
            <a:custGeom>
              <a:avLst/>
              <a:gdLst>
                <a:gd name="connsiteX0" fmla="*/ 75621 w 150724"/>
                <a:gd name="connsiteY0" fmla="*/ 8 h 151476"/>
                <a:gd name="connsiteX1" fmla="*/ 4 w 150724"/>
                <a:gd name="connsiteY1" fmla="*/ 73909 h 151476"/>
                <a:gd name="connsiteX2" fmla="*/ 15 w 150724"/>
                <a:gd name="connsiteY2" fmla="*/ 76213 h 151476"/>
                <a:gd name="connsiteX3" fmla="*/ 15 w 150724"/>
                <a:gd name="connsiteY3" fmla="*/ 76213 h 151476"/>
                <a:gd name="connsiteX4" fmla="*/ 75352 w 150724"/>
                <a:gd name="connsiteY4" fmla="*/ 151476 h 151476"/>
                <a:gd name="connsiteX5" fmla="*/ 150688 w 150724"/>
                <a:gd name="connsiteY5" fmla="*/ 76213 h 151476"/>
                <a:gd name="connsiteX6" fmla="*/ 150689 w 150724"/>
                <a:gd name="connsiteY6" fmla="*/ 76213 h 151476"/>
                <a:gd name="connsiteX7" fmla="*/ 79028 w 150724"/>
                <a:gd name="connsiteY7" fmla="*/ 36 h 151476"/>
                <a:gd name="connsiteX8" fmla="*/ 75621 w 150724"/>
                <a:gd name="connsiteY8" fmla="*/ 8 h 151476"/>
                <a:gd name="connsiteX9" fmla="*/ 133469 w 150724"/>
                <a:gd name="connsiteY9" fmla="*/ 76616 h 151476"/>
                <a:gd name="connsiteX10" fmla="*/ 78099 w 150724"/>
                <a:gd name="connsiteY10" fmla="*/ 137039 h 151476"/>
                <a:gd name="connsiteX11" fmla="*/ 75621 w 150724"/>
                <a:gd name="connsiteY11" fmla="*/ 137095 h 151476"/>
                <a:gd name="connsiteX12" fmla="*/ 17331 w 150724"/>
                <a:gd name="connsiteY12" fmla="*/ 78135 h 151476"/>
                <a:gd name="connsiteX13" fmla="*/ 17369 w 150724"/>
                <a:gd name="connsiteY13" fmla="*/ 76347 h 151476"/>
                <a:gd name="connsiteX14" fmla="*/ 17369 w 150724"/>
                <a:gd name="connsiteY14" fmla="*/ 76347 h 151476"/>
                <a:gd name="connsiteX15" fmla="*/ 72879 w 150724"/>
                <a:gd name="connsiteY15" fmla="*/ 16052 h 151476"/>
                <a:gd name="connsiteX16" fmla="*/ 75217 w 150724"/>
                <a:gd name="connsiteY16" fmla="*/ 16002 h 151476"/>
                <a:gd name="connsiteX17" fmla="*/ 133506 w 150724"/>
                <a:gd name="connsiteY17" fmla="*/ 75230 h 151476"/>
                <a:gd name="connsiteX18" fmla="*/ 133469 w 150724"/>
                <a:gd name="connsiteY18" fmla="*/ 76885 h 15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724" h="151476">
                  <a:moveTo>
                    <a:pt x="75621" y="8"/>
                  </a:moveTo>
                  <a:cubicBezTo>
                    <a:pt x="34313" y="-445"/>
                    <a:pt x="458" y="32641"/>
                    <a:pt x="4" y="73909"/>
                  </a:cubicBezTo>
                  <a:cubicBezTo>
                    <a:pt x="-4" y="74677"/>
                    <a:pt x="-1" y="75445"/>
                    <a:pt x="15" y="76213"/>
                  </a:cubicBezTo>
                  <a:lnTo>
                    <a:pt x="15" y="76213"/>
                  </a:lnTo>
                  <a:cubicBezTo>
                    <a:pt x="15" y="117780"/>
                    <a:pt x="33744" y="151476"/>
                    <a:pt x="75352" y="151476"/>
                  </a:cubicBezTo>
                  <a:cubicBezTo>
                    <a:pt x="116959" y="151476"/>
                    <a:pt x="150688" y="117780"/>
                    <a:pt x="150688" y="76213"/>
                  </a:cubicBezTo>
                  <a:lnTo>
                    <a:pt x="150689" y="76213"/>
                  </a:lnTo>
                  <a:cubicBezTo>
                    <a:pt x="151956" y="35408"/>
                    <a:pt x="119873" y="1302"/>
                    <a:pt x="79028" y="36"/>
                  </a:cubicBezTo>
                  <a:cubicBezTo>
                    <a:pt x="77893" y="0"/>
                    <a:pt x="76757" y="-9"/>
                    <a:pt x="75621" y="8"/>
                  </a:cubicBezTo>
                  <a:close/>
                  <a:moveTo>
                    <a:pt x="133469" y="76616"/>
                  </a:moveTo>
                  <a:cubicBezTo>
                    <a:pt x="134880" y="108576"/>
                    <a:pt x="110090" y="135629"/>
                    <a:pt x="78099" y="137039"/>
                  </a:cubicBezTo>
                  <a:cubicBezTo>
                    <a:pt x="77273" y="137076"/>
                    <a:pt x="76447" y="137094"/>
                    <a:pt x="75621" y="137095"/>
                  </a:cubicBezTo>
                  <a:cubicBezTo>
                    <a:pt x="43227" y="136895"/>
                    <a:pt x="17130" y="110497"/>
                    <a:pt x="17331" y="78135"/>
                  </a:cubicBezTo>
                  <a:cubicBezTo>
                    <a:pt x="17334" y="77539"/>
                    <a:pt x="17347" y="76943"/>
                    <a:pt x="17369" y="76347"/>
                  </a:cubicBezTo>
                  <a:lnTo>
                    <a:pt x="17369" y="76347"/>
                  </a:lnTo>
                  <a:cubicBezTo>
                    <a:pt x="16032" y="44383"/>
                    <a:pt x="40884" y="17388"/>
                    <a:pt x="72879" y="16052"/>
                  </a:cubicBezTo>
                  <a:cubicBezTo>
                    <a:pt x="73658" y="16020"/>
                    <a:pt x="74438" y="16003"/>
                    <a:pt x="75217" y="16002"/>
                  </a:cubicBezTo>
                  <a:cubicBezTo>
                    <a:pt x="107685" y="16277"/>
                    <a:pt x="133781" y="42794"/>
                    <a:pt x="133506" y="75230"/>
                  </a:cubicBezTo>
                  <a:cubicBezTo>
                    <a:pt x="133501" y="75782"/>
                    <a:pt x="133489" y="76333"/>
                    <a:pt x="133469" y="76885"/>
                  </a:cubicBez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70" name="Freeform 369">
              <a:extLst>
                <a:ext uri="{FF2B5EF4-FFF2-40B4-BE49-F238E27FC236}">
                  <a16:creationId xmlns:a16="http://schemas.microsoft.com/office/drawing/2014/main" id="{1212034A-A0A3-904E-9488-968FD201D42C}"/>
                </a:ext>
              </a:extLst>
            </p:cNvPr>
            <p:cNvSpPr/>
            <p:nvPr/>
          </p:nvSpPr>
          <p:spPr>
            <a:xfrm>
              <a:off x="1816560" y="1738854"/>
              <a:ext cx="381393" cy="369866"/>
            </a:xfrm>
            <a:custGeom>
              <a:avLst/>
              <a:gdLst>
                <a:gd name="connsiteX0" fmla="*/ 191168 w 381393"/>
                <a:gd name="connsiteY0" fmla="*/ 0 h 369866"/>
                <a:gd name="connsiteX1" fmla="*/ 0 w 381393"/>
                <a:gd name="connsiteY1" fmla="*/ 184933 h 369866"/>
                <a:gd name="connsiteX2" fmla="*/ 0 w 381393"/>
                <a:gd name="connsiteY2" fmla="*/ 186008 h 369866"/>
                <a:gd name="connsiteX3" fmla="*/ 190226 w 381393"/>
                <a:gd name="connsiteY3" fmla="*/ 369866 h 369866"/>
                <a:gd name="connsiteX4" fmla="*/ 381393 w 381393"/>
                <a:gd name="connsiteY4" fmla="*/ 184933 h 369866"/>
                <a:gd name="connsiteX5" fmla="*/ 381393 w 381393"/>
                <a:gd name="connsiteY5" fmla="*/ 183858 h 369866"/>
                <a:gd name="connsiteX6" fmla="*/ 191168 w 381393"/>
                <a:gd name="connsiteY6" fmla="*/ 0 h 369866"/>
                <a:gd name="connsiteX7" fmla="*/ 298792 w 381393"/>
                <a:gd name="connsiteY7" fmla="*/ 186008 h 369866"/>
                <a:gd name="connsiteX8" fmla="*/ 195140 w 381393"/>
                <a:gd name="connsiteY8" fmla="*/ 297354 h 369866"/>
                <a:gd name="connsiteX9" fmla="*/ 191168 w 381393"/>
                <a:gd name="connsiteY9" fmla="*/ 297425 h 369866"/>
                <a:gd name="connsiteX10" fmla="*/ 82542 w 381393"/>
                <a:gd name="connsiteY10" fmla="*/ 188220 h 369866"/>
                <a:gd name="connsiteX11" fmla="*/ 82602 w 381393"/>
                <a:gd name="connsiteY11" fmla="*/ 184933 h 369866"/>
                <a:gd name="connsiteX12" fmla="*/ 82602 w 381393"/>
                <a:gd name="connsiteY12" fmla="*/ 183858 h 369866"/>
                <a:gd name="connsiteX13" fmla="*/ 186393 w 381393"/>
                <a:gd name="connsiteY13" fmla="*/ 72641 h 369866"/>
                <a:gd name="connsiteX14" fmla="*/ 190226 w 381393"/>
                <a:gd name="connsiteY14" fmla="*/ 72575 h 369866"/>
                <a:gd name="connsiteX15" fmla="*/ 298852 w 381393"/>
                <a:gd name="connsiteY15" fmla="*/ 181512 h 369866"/>
                <a:gd name="connsiteX16" fmla="*/ 298792 w 381393"/>
                <a:gd name="connsiteY16" fmla="*/ 184933 h 3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1393" h="369866">
                  <a:moveTo>
                    <a:pt x="191168" y="0"/>
                  </a:moveTo>
                  <a:cubicBezTo>
                    <a:pt x="80449" y="0"/>
                    <a:pt x="0" y="83193"/>
                    <a:pt x="0" y="184933"/>
                  </a:cubicBezTo>
                  <a:lnTo>
                    <a:pt x="0" y="186008"/>
                  </a:lnTo>
                  <a:cubicBezTo>
                    <a:pt x="0" y="287614"/>
                    <a:pt x="79507" y="369866"/>
                    <a:pt x="190226" y="369866"/>
                  </a:cubicBezTo>
                  <a:cubicBezTo>
                    <a:pt x="300944" y="369866"/>
                    <a:pt x="381393" y="286673"/>
                    <a:pt x="381393" y="184933"/>
                  </a:cubicBezTo>
                  <a:lnTo>
                    <a:pt x="381393" y="183858"/>
                  </a:lnTo>
                  <a:cubicBezTo>
                    <a:pt x="381393" y="82252"/>
                    <a:pt x="301886" y="0"/>
                    <a:pt x="191168" y="0"/>
                  </a:cubicBezTo>
                  <a:close/>
                  <a:moveTo>
                    <a:pt x="298792" y="186008"/>
                  </a:moveTo>
                  <a:cubicBezTo>
                    <a:pt x="300946" y="245350"/>
                    <a:pt x="254540" y="295202"/>
                    <a:pt x="195140" y="297354"/>
                  </a:cubicBezTo>
                  <a:cubicBezTo>
                    <a:pt x="193816" y="297402"/>
                    <a:pt x="192492" y="297426"/>
                    <a:pt x="191168" y="297425"/>
                  </a:cubicBezTo>
                  <a:cubicBezTo>
                    <a:pt x="130986" y="297236"/>
                    <a:pt x="82352" y="248343"/>
                    <a:pt x="82542" y="188220"/>
                  </a:cubicBezTo>
                  <a:cubicBezTo>
                    <a:pt x="82545" y="187124"/>
                    <a:pt x="82565" y="186028"/>
                    <a:pt x="82602" y="184933"/>
                  </a:cubicBezTo>
                  <a:lnTo>
                    <a:pt x="82602" y="183858"/>
                  </a:lnTo>
                  <a:cubicBezTo>
                    <a:pt x="80521" y="124513"/>
                    <a:pt x="126990" y="74720"/>
                    <a:pt x="186393" y="72641"/>
                  </a:cubicBezTo>
                  <a:cubicBezTo>
                    <a:pt x="187670" y="72597"/>
                    <a:pt x="188948" y="72575"/>
                    <a:pt x="190226" y="72575"/>
                  </a:cubicBezTo>
                  <a:cubicBezTo>
                    <a:pt x="250333" y="72690"/>
                    <a:pt x="298967" y="121463"/>
                    <a:pt x="298852" y="181512"/>
                  </a:cubicBezTo>
                  <a:cubicBezTo>
                    <a:pt x="298850" y="182653"/>
                    <a:pt x="298830" y="183793"/>
                    <a:pt x="298792" y="184933"/>
                  </a:cubicBez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667EAF8C-A9F8-0E48-8CCF-74274574AB9D}"/>
                </a:ext>
              </a:extLst>
            </p:cNvPr>
            <p:cNvSpPr/>
            <p:nvPr/>
          </p:nvSpPr>
          <p:spPr>
            <a:xfrm>
              <a:off x="1143775" y="1507956"/>
              <a:ext cx="16681" cy="147301"/>
            </a:xfrm>
            <a:custGeom>
              <a:avLst/>
              <a:gdLst>
                <a:gd name="connsiteX0" fmla="*/ 0 w 16681"/>
                <a:gd name="connsiteY0" fmla="*/ 0 h 147301"/>
                <a:gd name="connsiteX1" fmla="*/ 16682 w 16681"/>
                <a:gd name="connsiteY1" fmla="*/ 0 h 147301"/>
                <a:gd name="connsiteX2" fmla="*/ 16682 w 16681"/>
                <a:gd name="connsiteY2" fmla="*/ 147301 h 147301"/>
                <a:gd name="connsiteX3" fmla="*/ 0 w 16681"/>
                <a:gd name="connsiteY3" fmla="*/ 147301 h 147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81" h="147301">
                  <a:moveTo>
                    <a:pt x="0" y="0"/>
                  </a:moveTo>
                  <a:lnTo>
                    <a:pt x="16682" y="0"/>
                  </a:lnTo>
                  <a:lnTo>
                    <a:pt x="16682" y="147301"/>
                  </a:lnTo>
                  <a:lnTo>
                    <a:pt x="0" y="147301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A6EA5387-C174-0D4F-AE33-0C84F64968D5}"/>
                </a:ext>
              </a:extLst>
            </p:cNvPr>
            <p:cNvSpPr/>
            <p:nvPr/>
          </p:nvSpPr>
          <p:spPr>
            <a:xfrm>
              <a:off x="801799" y="1739257"/>
              <a:ext cx="265562" cy="362877"/>
            </a:xfrm>
            <a:custGeom>
              <a:avLst/>
              <a:gdLst>
                <a:gd name="connsiteX0" fmla="*/ 74126 w 265562"/>
                <a:gd name="connsiteY0" fmla="*/ 322558 h 362877"/>
                <a:gd name="connsiteX1" fmla="*/ 89328 w 265562"/>
                <a:gd name="connsiteY1" fmla="*/ 310731 h 362877"/>
                <a:gd name="connsiteX2" fmla="*/ 167759 w 265562"/>
                <a:gd name="connsiteY2" fmla="*/ 249848 h 362877"/>
                <a:gd name="connsiteX3" fmla="*/ 261930 w 265562"/>
                <a:gd name="connsiteY3" fmla="*/ 111417 h 362877"/>
                <a:gd name="connsiteX4" fmla="*/ 261930 w 265562"/>
                <a:gd name="connsiteY4" fmla="*/ 110476 h 362877"/>
                <a:gd name="connsiteX5" fmla="*/ 138297 w 265562"/>
                <a:gd name="connsiteY5" fmla="*/ 0 h 362877"/>
                <a:gd name="connsiteX6" fmla="*/ 4574 w 265562"/>
                <a:gd name="connsiteY6" fmla="*/ 74188 h 362877"/>
                <a:gd name="connsiteX7" fmla="*/ 60000 w 265562"/>
                <a:gd name="connsiteY7" fmla="*/ 118540 h 362877"/>
                <a:gd name="connsiteX8" fmla="*/ 133185 w 265562"/>
                <a:gd name="connsiteY8" fmla="*/ 70560 h 362877"/>
                <a:gd name="connsiteX9" fmla="*/ 181227 w 265562"/>
                <a:gd name="connsiteY9" fmla="*/ 110049 h 362877"/>
                <a:gd name="connsiteX10" fmla="*/ 181347 w 265562"/>
                <a:gd name="connsiteY10" fmla="*/ 117062 h 362877"/>
                <a:gd name="connsiteX11" fmla="*/ 119328 w 265562"/>
                <a:gd name="connsiteY11" fmla="*/ 202942 h 362877"/>
                <a:gd name="connsiteX12" fmla="*/ 0 w 265562"/>
                <a:gd name="connsiteY12" fmla="*/ 300516 h 362877"/>
                <a:gd name="connsiteX13" fmla="*/ 0 w 265562"/>
                <a:gd name="connsiteY13" fmla="*/ 362877 h 362877"/>
                <a:gd name="connsiteX14" fmla="*/ 265563 w 265562"/>
                <a:gd name="connsiteY14" fmla="*/ 362877 h 362877"/>
                <a:gd name="connsiteX15" fmla="*/ 265563 w 265562"/>
                <a:gd name="connsiteY15" fmla="*/ 294872 h 362877"/>
                <a:gd name="connsiteX16" fmla="*/ 128745 w 265562"/>
                <a:gd name="connsiteY16" fmla="*/ 294872 h 362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5562" h="362877">
                  <a:moveTo>
                    <a:pt x="74126" y="322558"/>
                  </a:moveTo>
                  <a:lnTo>
                    <a:pt x="89328" y="310731"/>
                  </a:lnTo>
                  <a:lnTo>
                    <a:pt x="167759" y="249848"/>
                  </a:lnTo>
                  <a:cubicBezTo>
                    <a:pt x="231258" y="200792"/>
                    <a:pt x="261930" y="171224"/>
                    <a:pt x="261930" y="111417"/>
                  </a:cubicBezTo>
                  <a:lnTo>
                    <a:pt x="261930" y="110476"/>
                  </a:lnTo>
                  <a:cubicBezTo>
                    <a:pt x="261930" y="43277"/>
                    <a:pt x="212692" y="0"/>
                    <a:pt x="138297" y="0"/>
                  </a:cubicBezTo>
                  <a:cubicBezTo>
                    <a:pt x="74261" y="0"/>
                    <a:pt x="39956" y="26073"/>
                    <a:pt x="4574" y="74188"/>
                  </a:cubicBezTo>
                  <a:lnTo>
                    <a:pt x="60000" y="118540"/>
                  </a:lnTo>
                  <a:cubicBezTo>
                    <a:pt x="86907" y="85881"/>
                    <a:pt x="105606" y="70560"/>
                    <a:pt x="133185" y="70560"/>
                  </a:cubicBezTo>
                  <a:cubicBezTo>
                    <a:pt x="157367" y="68211"/>
                    <a:pt x="178876" y="85890"/>
                    <a:pt x="181227" y="110049"/>
                  </a:cubicBezTo>
                  <a:cubicBezTo>
                    <a:pt x="181454" y="112379"/>
                    <a:pt x="181494" y="114725"/>
                    <a:pt x="181347" y="117062"/>
                  </a:cubicBezTo>
                  <a:cubicBezTo>
                    <a:pt x="181347" y="146629"/>
                    <a:pt x="163992" y="166117"/>
                    <a:pt x="119328" y="202942"/>
                  </a:cubicBezTo>
                  <a:lnTo>
                    <a:pt x="0" y="300516"/>
                  </a:lnTo>
                  <a:lnTo>
                    <a:pt x="0" y="362877"/>
                  </a:lnTo>
                  <a:lnTo>
                    <a:pt x="265563" y="362877"/>
                  </a:lnTo>
                  <a:lnTo>
                    <a:pt x="265563" y="294872"/>
                  </a:lnTo>
                  <a:lnTo>
                    <a:pt x="128745" y="29487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4E44EB60-79F4-BF4D-B6CE-BCFD37E610DD}"/>
                </a:ext>
              </a:extLst>
            </p:cNvPr>
            <p:cNvSpPr/>
            <p:nvPr/>
          </p:nvSpPr>
          <p:spPr>
            <a:xfrm>
              <a:off x="798705" y="1507822"/>
              <a:ext cx="141794" cy="148376"/>
            </a:xfrm>
            <a:custGeom>
              <a:avLst/>
              <a:gdLst>
                <a:gd name="connsiteX0" fmla="*/ 78297 w 141794"/>
                <a:gd name="connsiteY0" fmla="*/ 148377 h 148376"/>
                <a:gd name="connsiteX1" fmla="*/ 141795 w 141794"/>
                <a:gd name="connsiteY1" fmla="*/ 0 h 148376"/>
                <a:gd name="connsiteX2" fmla="*/ 123902 w 141794"/>
                <a:gd name="connsiteY2" fmla="*/ 0 h 148376"/>
                <a:gd name="connsiteX3" fmla="*/ 73588 w 141794"/>
                <a:gd name="connsiteY3" fmla="*/ 120825 h 148376"/>
                <a:gd name="connsiteX4" fmla="*/ 75202 w 141794"/>
                <a:gd name="connsiteY4" fmla="*/ 137087 h 148376"/>
                <a:gd name="connsiteX5" fmla="*/ 71032 w 141794"/>
                <a:gd name="connsiteY5" fmla="*/ 127007 h 148376"/>
                <a:gd name="connsiteX6" fmla="*/ 27579 w 141794"/>
                <a:gd name="connsiteY6" fmla="*/ 22041 h 148376"/>
                <a:gd name="connsiteX7" fmla="*/ 18565 w 141794"/>
                <a:gd name="connsiteY7" fmla="*/ 0 h 148376"/>
                <a:gd name="connsiteX8" fmla="*/ 0 w 141794"/>
                <a:gd name="connsiteY8" fmla="*/ 0 h 148376"/>
                <a:gd name="connsiteX9" fmla="*/ 63498 w 141794"/>
                <a:gd name="connsiteY9" fmla="*/ 148377 h 148376"/>
                <a:gd name="connsiteX10" fmla="*/ 78297 w 141794"/>
                <a:gd name="connsiteY10" fmla="*/ 148377 h 148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794" h="148376">
                  <a:moveTo>
                    <a:pt x="78297" y="148377"/>
                  </a:moveTo>
                  <a:lnTo>
                    <a:pt x="141795" y="0"/>
                  </a:lnTo>
                  <a:lnTo>
                    <a:pt x="123902" y="0"/>
                  </a:lnTo>
                  <a:lnTo>
                    <a:pt x="73588" y="120825"/>
                  </a:lnTo>
                  <a:lnTo>
                    <a:pt x="75202" y="137087"/>
                  </a:lnTo>
                  <a:lnTo>
                    <a:pt x="71032" y="127007"/>
                  </a:lnTo>
                  <a:lnTo>
                    <a:pt x="27579" y="22041"/>
                  </a:lnTo>
                  <a:lnTo>
                    <a:pt x="18565" y="0"/>
                  </a:lnTo>
                  <a:lnTo>
                    <a:pt x="0" y="0"/>
                  </a:lnTo>
                  <a:lnTo>
                    <a:pt x="63498" y="148377"/>
                  </a:lnTo>
                  <a:lnTo>
                    <a:pt x="78297" y="148377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74" name="Freeform 373">
              <a:extLst>
                <a:ext uri="{FF2B5EF4-FFF2-40B4-BE49-F238E27FC236}">
                  <a16:creationId xmlns:a16="http://schemas.microsoft.com/office/drawing/2014/main" id="{6B80E420-5908-A34A-BE8B-2B8830F39F27}"/>
                </a:ext>
              </a:extLst>
            </p:cNvPr>
            <p:cNvSpPr/>
            <p:nvPr/>
          </p:nvSpPr>
          <p:spPr>
            <a:xfrm>
              <a:off x="963101" y="1507956"/>
              <a:ext cx="16681" cy="147301"/>
            </a:xfrm>
            <a:custGeom>
              <a:avLst/>
              <a:gdLst>
                <a:gd name="connsiteX0" fmla="*/ 0 w 16681"/>
                <a:gd name="connsiteY0" fmla="*/ 0 h 147301"/>
                <a:gd name="connsiteX1" fmla="*/ 16682 w 16681"/>
                <a:gd name="connsiteY1" fmla="*/ 0 h 147301"/>
                <a:gd name="connsiteX2" fmla="*/ 16682 w 16681"/>
                <a:gd name="connsiteY2" fmla="*/ 147301 h 147301"/>
                <a:gd name="connsiteX3" fmla="*/ 0 w 16681"/>
                <a:gd name="connsiteY3" fmla="*/ 147301 h 147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81" h="147301">
                  <a:moveTo>
                    <a:pt x="0" y="0"/>
                  </a:moveTo>
                  <a:lnTo>
                    <a:pt x="16682" y="0"/>
                  </a:lnTo>
                  <a:lnTo>
                    <a:pt x="16682" y="147301"/>
                  </a:lnTo>
                  <a:lnTo>
                    <a:pt x="0" y="147301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75" name="Freeform 374">
              <a:extLst>
                <a:ext uri="{FF2B5EF4-FFF2-40B4-BE49-F238E27FC236}">
                  <a16:creationId xmlns:a16="http://schemas.microsoft.com/office/drawing/2014/main" id="{94FAE53B-E5A1-DB42-ACD3-680B02A58FAE}"/>
                </a:ext>
              </a:extLst>
            </p:cNvPr>
            <p:cNvSpPr/>
            <p:nvPr/>
          </p:nvSpPr>
          <p:spPr>
            <a:xfrm>
              <a:off x="1005478" y="1505248"/>
              <a:ext cx="110726" cy="150821"/>
            </a:xfrm>
            <a:custGeom>
              <a:avLst/>
              <a:gdLst>
                <a:gd name="connsiteX0" fmla="*/ 62557 w 110726"/>
                <a:gd name="connsiteY0" fmla="*/ 68295 h 150821"/>
                <a:gd name="connsiteX1" fmla="*/ 22198 w 110726"/>
                <a:gd name="connsiteY1" fmla="*/ 39668 h 150821"/>
                <a:gd name="connsiteX2" fmla="*/ 22198 w 110726"/>
                <a:gd name="connsiteY2" fmla="*/ 39668 h 150821"/>
                <a:gd name="connsiteX3" fmla="*/ 53678 w 110726"/>
                <a:gd name="connsiteY3" fmla="*/ 15879 h 150821"/>
                <a:gd name="connsiteX4" fmla="*/ 96324 w 110726"/>
                <a:gd name="connsiteY4" fmla="*/ 31873 h 150821"/>
                <a:gd name="connsiteX5" fmla="*/ 106010 w 110726"/>
                <a:gd name="connsiteY5" fmla="*/ 18433 h 150821"/>
                <a:gd name="connsiteX6" fmla="*/ 54350 w 110726"/>
                <a:gd name="connsiteY6" fmla="*/ 20 h 150821"/>
                <a:gd name="connsiteX7" fmla="*/ 5785 w 110726"/>
                <a:gd name="connsiteY7" fmla="*/ 40340 h 150821"/>
                <a:gd name="connsiteX8" fmla="*/ 5785 w 110726"/>
                <a:gd name="connsiteY8" fmla="*/ 40340 h 150821"/>
                <a:gd name="connsiteX9" fmla="*/ 55426 w 110726"/>
                <a:gd name="connsiteY9" fmla="*/ 82810 h 150821"/>
                <a:gd name="connsiteX10" fmla="*/ 93902 w 110726"/>
                <a:gd name="connsiteY10" fmla="*/ 110900 h 150821"/>
                <a:gd name="connsiteX11" fmla="*/ 93902 w 110726"/>
                <a:gd name="connsiteY11" fmla="*/ 110900 h 150821"/>
                <a:gd name="connsiteX12" fmla="*/ 60942 w 110726"/>
                <a:gd name="connsiteY12" fmla="*/ 135898 h 150821"/>
                <a:gd name="connsiteX13" fmla="*/ 10224 w 110726"/>
                <a:gd name="connsiteY13" fmla="*/ 115066 h 150821"/>
                <a:gd name="connsiteX14" fmla="*/ 0 w 110726"/>
                <a:gd name="connsiteY14" fmla="*/ 127296 h 150821"/>
                <a:gd name="connsiteX15" fmla="*/ 60270 w 110726"/>
                <a:gd name="connsiteY15" fmla="*/ 150816 h 150821"/>
                <a:gd name="connsiteX16" fmla="*/ 110718 w 110726"/>
                <a:gd name="connsiteY16" fmla="*/ 109152 h 150821"/>
                <a:gd name="connsiteX17" fmla="*/ 110718 w 110726"/>
                <a:gd name="connsiteY17" fmla="*/ 109152 h 150821"/>
                <a:gd name="connsiteX18" fmla="*/ 62557 w 110726"/>
                <a:gd name="connsiteY18" fmla="*/ 68295 h 150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0726" h="150821">
                  <a:moveTo>
                    <a:pt x="62557" y="68295"/>
                  </a:moveTo>
                  <a:cubicBezTo>
                    <a:pt x="30135" y="61306"/>
                    <a:pt x="22198" y="53511"/>
                    <a:pt x="22198" y="39668"/>
                  </a:cubicBezTo>
                  <a:lnTo>
                    <a:pt x="22198" y="39668"/>
                  </a:lnTo>
                  <a:cubicBezTo>
                    <a:pt x="22198" y="26228"/>
                    <a:pt x="34440" y="15879"/>
                    <a:pt x="53678" y="15879"/>
                  </a:cubicBezTo>
                  <a:cubicBezTo>
                    <a:pt x="69359" y="15895"/>
                    <a:pt x="84506" y="21575"/>
                    <a:pt x="96324" y="31873"/>
                  </a:cubicBezTo>
                  <a:lnTo>
                    <a:pt x="106010" y="18433"/>
                  </a:lnTo>
                  <a:cubicBezTo>
                    <a:pt x="91651" y="6143"/>
                    <a:pt x="73254" y="-415"/>
                    <a:pt x="54350" y="20"/>
                  </a:cubicBezTo>
                  <a:cubicBezTo>
                    <a:pt x="26368" y="20"/>
                    <a:pt x="5785" y="17089"/>
                    <a:pt x="5785" y="40340"/>
                  </a:cubicBezTo>
                  <a:lnTo>
                    <a:pt x="5785" y="40340"/>
                  </a:lnTo>
                  <a:cubicBezTo>
                    <a:pt x="5785" y="64532"/>
                    <a:pt x="21390" y="75553"/>
                    <a:pt x="55426" y="82810"/>
                  </a:cubicBezTo>
                  <a:cubicBezTo>
                    <a:pt x="86503" y="89396"/>
                    <a:pt x="93902" y="97191"/>
                    <a:pt x="93902" y="110900"/>
                  </a:cubicBezTo>
                  <a:lnTo>
                    <a:pt x="93902" y="110900"/>
                  </a:lnTo>
                  <a:cubicBezTo>
                    <a:pt x="93902" y="125415"/>
                    <a:pt x="80449" y="135898"/>
                    <a:pt x="60942" y="135898"/>
                  </a:cubicBezTo>
                  <a:cubicBezTo>
                    <a:pt x="41924" y="136031"/>
                    <a:pt x="23649" y="128525"/>
                    <a:pt x="10224" y="115066"/>
                  </a:cubicBezTo>
                  <a:lnTo>
                    <a:pt x="0" y="127296"/>
                  </a:lnTo>
                  <a:cubicBezTo>
                    <a:pt x="16280" y="142642"/>
                    <a:pt x="37888" y="151074"/>
                    <a:pt x="60270" y="150816"/>
                  </a:cubicBezTo>
                  <a:cubicBezTo>
                    <a:pt x="89597" y="150816"/>
                    <a:pt x="110718" y="134419"/>
                    <a:pt x="110718" y="109152"/>
                  </a:cubicBezTo>
                  <a:lnTo>
                    <a:pt x="110718" y="109152"/>
                  </a:lnTo>
                  <a:cubicBezTo>
                    <a:pt x="111122" y="87514"/>
                    <a:pt x="95516" y="75418"/>
                    <a:pt x="62557" y="68295"/>
                  </a:cubicBez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76" name="Freeform 375">
              <a:extLst>
                <a:ext uri="{FF2B5EF4-FFF2-40B4-BE49-F238E27FC236}">
                  <a16:creationId xmlns:a16="http://schemas.microsoft.com/office/drawing/2014/main" id="{46BEFFC7-B9D8-A94D-83CD-BFF137CBDF3F}"/>
                </a:ext>
              </a:extLst>
            </p:cNvPr>
            <p:cNvSpPr/>
            <p:nvPr/>
          </p:nvSpPr>
          <p:spPr>
            <a:xfrm>
              <a:off x="1264448" y="1715334"/>
              <a:ext cx="35515" cy="35481"/>
            </a:xfrm>
            <a:custGeom>
              <a:avLst/>
              <a:gdLst>
                <a:gd name="connsiteX0" fmla="*/ 17354 w 35515"/>
                <a:gd name="connsiteY0" fmla="*/ 0 h 35481"/>
                <a:gd name="connsiteX1" fmla="*/ 35516 w 35515"/>
                <a:gd name="connsiteY1" fmla="*/ 17337 h 35481"/>
                <a:gd name="connsiteX2" fmla="*/ 18162 w 35515"/>
                <a:gd name="connsiteY2" fmla="*/ 35481 h 35481"/>
                <a:gd name="connsiteX3" fmla="*/ 0 w 35515"/>
                <a:gd name="connsiteY3" fmla="*/ 18010 h 35481"/>
                <a:gd name="connsiteX4" fmla="*/ 17354 w 35515"/>
                <a:gd name="connsiteY4" fmla="*/ 0 h 3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15" h="35481">
                  <a:moveTo>
                    <a:pt x="17354" y="0"/>
                  </a:moveTo>
                  <a:lnTo>
                    <a:pt x="35516" y="17337"/>
                  </a:lnTo>
                  <a:lnTo>
                    <a:pt x="18162" y="35481"/>
                  </a:lnTo>
                  <a:lnTo>
                    <a:pt x="0" y="18010"/>
                  </a:lnTo>
                  <a:lnTo>
                    <a:pt x="17354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77" name="Freeform 376">
              <a:extLst>
                <a:ext uri="{FF2B5EF4-FFF2-40B4-BE49-F238E27FC236}">
                  <a16:creationId xmlns:a16="http://schemas.microsoft.com/office/drawing/2014/main" id="{99039F1D-92FA-4644-962B-9C39C14525D8}"/>
                </a:ext>
              </a:extLst>
            </p:cNvPr>
            <p:cNvSpPr/>
            <p:nvPr/>
          </p:nvSpPr>
          <p:spPr>
            <a:xfrm>
              <a:off x="1323373" y="1715334"/>
              <a:ext cx="35650" cy="35481"/>
            </a:xfrm>
            <a:custGeom>
              <a:avLst/>
              <a:gdLst>
                <a:gd name="connsiteX0" fmla="*/ 0 w 35650"/>
                <a:gd name="connsiteY0" fmla="*/ 18010 h 35481"/>
                <a:gd name="connsiteX1" fmla="*/ 18162 w 35650"/>
                <a:gd name="connsiteY1" fmla="*/ 35481 h 35481"/>
                <a:gd name="connsiteX2" fmla="*/ 35650 w 35650"/>
                <a:gd name="connsiteY2" fmla="*/ 17337 h 35481"/>
                <a:gd name="connsiteX3" fmla="*/ 17489 w 35650"/>
                <a:gd name="connsiteY3" fmla="*/ 0 h 35481"/>
                <a:gd name="connsiteX4" fmla="*/ 0 w 35650"/>
                <a:gd name="connsiteY4" fmla="*/ 18010 h 3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50" h="35481">
                  <a:moveTo>
                    <a:pt x="0" y="18010"/>
                  </a:moveTo>
                  <a:lnTo>
                    <a:pt x="18162" y="35481"/>
                  </a:lnTo>
                  <a:lnTo>
                    <a:pt x="35650" y="17337"/>
                  </a:lnTo>
                  <a:lnTo>
                    <a:pt x="17489" y="0"/>
                  </a:lnTo>
                  <a:lnTo>
                    <a:pt x="0" y="1801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78" name="Freeform 377">
              <a:extLst>
                <a:ext uri="{FF2B5EF4-FFF2-40B4-BE49-F238E27FC236}">
                  <a16:creationId xmlns:a16="http://schemas.microsoft.com/office/drawing/2014/main" id="{661838F1-1971-504E-8BE1-51668EAF8CF8}"/>
                </a:ext>
              </a:extLst>
            </p:cNvPr>
            <p:cNvSpPr/>
            <p:nvPr/>
          </p:nvSpPr>
          <p:spPr>
            <a:xfrm>
              <a:off x="1297812" y="1742079"/>
              <a:ext cx="27713" cy="27686"/>
            </a:xfrm>
            <a:custGeom>
              <a:avLst/>
              <a:gdLst>
                <a:gd name="connsiteX0" fmla="*/ 0 w 27713"/>
                <a:gd name="connsiteY0" fmla="*/ 14112 h 27686"/>
                <a:gd name="connsiteX1" fmla="*/ 14126 w 27713"/>
                <a:gd name="connsiteY1" fmla="*/ 27686 h 27686"/>
                <a:gd name="connsiteX2" fmla="*/ 27713 w 27713"/>
                <a:gd name="connsiteY2" fmla="*/ 13574 h 27686"/>
                <a:gd name="connsiteX3" fmla="*/ 13588 w 27713"/>
                <a:gd name="connsiteY3" fmla="*/ 0 h 27686"/>
                <a:gd name="connsiteX4" fmla="*/ 0 w 27713"/>
                <a:gd name="connsiteY4" fmla="*/ 14112 h 27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3" h="27686">
                  <a:moveTo>
                    <a:pt x="0" y="14112"/>
                  </a:moveTo>
                  <a:lnTo>
                    <a:pt x="14126" y="27686"/>
                  </a:lnTo>
                  <a:lnTo>
                    <a:pt x="27713" y="13574"/>
                  </a:lnTo>
                  <a:lnTo>
                    <a:pt x="13588" y="0"/>
                  </a:lnTo>
                  <a:lnTo>
                    <a:pt x="0" y="1411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79" name="Freeform 378">
              <a:extLst>
                <a:ext uri="{FF2B5EF4-FFF2-40B4-BE49-F238E27FC236}">
                  <a16:creationId xmlns:a16="http://schemas.microsoft.com/office/drawing/2014/main" id="{ACB09F41-51F2-7A4A-8982-D34FE7625248}"/>
                </a:ext>
              </a:extLst>
            </p:cNvPr>
            <p:cNvSpPr/>
            <p:nvPr/>
          </p:nvSpPr>
          <p:spPr>
            <a:xfrm>
              <a:off x="1349740" y="1749874"/>
              <a:ext cx="27713" cy="27686"/>
            </a:xfrm>
            <a:custGeom>
              <a:avLst/>
              <a:gdLst>
                <a:gd name="connsiteX0" fmla="*/ 0 w 27713"/>
                <a:gd name="connsiteY0" fmla="*/ 14112 h 27686"/>
                <a:gd name="connsiteX1" fmla="*/ 14126 w 27713"/>
                <a:gd name="connsiteY1" fmla="*/ 27686 h 27686"/>
                <a:gd name="connsiteX2" fmla="*/ 27713 w 27713"/>
                <a:gd name="connsiteY2" fmla="*/ 13574 h 27686"/>
                <a:gd name="connsiteX3" fmla="*/ 13453 w 27713"/>
                <a:gd name="connsiteY3" fmla="*/ 0 h 27686"/>
                <a:gd name="connsiteX4" fmla="*/ 0 w 27713"/>
                <a:gd name="connsiteY4" fmla="*/ 14112 h 27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3" h="27686">
                  <a:moveTo>
                    <a:pt x="0" y="14112"/>
                  </a:moveTo>
                  <a:lnTo>
                    <a:pt x="14126" y="27686"/>
                  </a:lnTo>
                  <a:lnTo>
                    <a:pt x="27713" y="13574"/>
                  </a:lnTo>
                  <a:lnTo>
                    <a:pt x="13453" y="0"/>
                  </a:lnTo>
                  <a:lnTo>
                    <a:pt x="0" y="1411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80" name="Freeform 379">
              <a:extLst>
                <a:ext uri="{FF2B5EF4-FFF2-40B4-BE49-F238E27FC236}">
                  <a16:creationId xmlns:a16="http://schemas.microsoft.com/office/drawing/2014/main" id="{63FF641E-F4A4-8744-BA78-13BA29CADD93}"/>
                </a:ext>
              </a:extLst>
            </p:cNvPr>
            <p:cNvSpPr/>
            <p:nvPr/>
          </p:nvSpPr>
          <p:spPr>
            <a:xfrm>
              <a:off x="1274673" y="1763717"/>
              <a:ext cx="27713" cy="27551"/>
            </a:xfrm>
            <a:custGeom>
              <a:avLst/>
              <a:gdLst>
                <a:gd name="connsiteX0" fmla="*/ 0 w 27713"/>
                <a:gd name="connsiteY0" fmla="*/ 14112 h 27551"/>
                <a:gd name="connsiteX1" fmla="*/ 14126 w 27713"/>
                <a:gd name="connsiteY1" fmla="*/ 27552 h 27551"/>
                <a:gd name="connsiteX2" fmla="*/ 27713 w 27713"/>
                <a:gd name="connsiteY2" fmla="*/ 13574 h 27551"/>
                <a:gd name="connsiteX3" fmla="*/ 13588 w 27713"/>
                <a:gd name="connsiteY3" fmla="*/ 0 h 27551"/>
                <a:gd name="connsiteX4" fmla="*/ 0 w 27713"/>
                <a:gd name="connsiteY4" fmla="*/ 14112 h 2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3" h="27551">
                  <a:moveTo>
                    <a:pt x="0" y="14112"/>
                  </a:moveTo>
                  <a:lnTo>
                    <a:pt x="14126" y="27552"/>
                  </a:lnTo>
                  <a:lnTo>
                    <a:pt x="27713" y="13574"/>
                  </a:lnTo>
                  <a:lnTo>
                    <a:pt x="13588" y="0"/>
                  </a:lnTo>
                  <a:lnTo>
                    <a:pt x="0" y="1411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81" name="Freeform 380">
              <a:extLst>
                <a:ext uri="{FF2B5EF4-FFF2-40B4-BE49-F238E27FC236}">
                  <a16:creationId xmlns:a16="http://schemas.microsoft.com/office/drawing/2014/main" id="{10F1A6B6-74F9-654E-87ED-93C8CDCDA96F}"/>
                </a:ext>
              </a:extLst>
            </p:cNvPr>
            <p:cNvSpPr/>
            <p:nvPr/>
          </p:nvSpPr>
          <p:spPr>
            <a:xfrm>
              <a:off x="1322162" y="1765330"/>
              <a:ext cx="27713" cy="27686"/>
            </a:xfrm>
            <a:custGeom>
              <a:avLst/>
              <a:gdLst>
                <a:gd name="connsiteX0" fmla="*/ 0 w 27713"/>
                <a:gd name="connsiteY0" fmla="*/ 14112 h 27686"/>
                <a:gd name="connsiteX1" fmla="*/ 14126 w 27713"/>
                <a:gd name="connsiteY1" fmla="*/ 27686 h 27686"/>
                <a:gd name="connsiteX2" fmla="*/ 27713 w 27713"/>
                <a:gd name="connsiteY2" fmla="*/ 13574 h 27686"/>
                <a:gd name="connsiteX3" fmla="*/ 13588 w 27713"/>
                <a:gd name="connsiteY3" fmla="*/ 0 h 27686"/>
                <a:gd name="connsiteX4" fmla="*/ 0 w 27713"/>
                <a:gd name="connsiteY4" fmla="*/ 14112 h 27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3" h="27686">
                  <a:moveTo>
                    <a:pt x="0" y="14112"/>
                  </a:moveTo>
                  <a:lnTo>
                    <a:pt x="14126" y="27686"/>
                  </a:lnTo>
                  <a:lnTo>
                    <a:pt x="27713" y="13574"/>
                  </a:lnTo>
                  <a:lnTo>
                    <a:pt x="13588" y="0"/>
                  </a:lnTo>
                  <a:lnTo>
                    <a:pt x="0" y="1411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63F6D0AD-B648-0043-A304-B0C1935035B0}"/>
                </a:ext>
              </a:extLst>
            </p:cNvPr>
            <p:cNvSpPr/>
            <p:nvPr/>
          </p:nvSpPr>
          <p:spPr>
            <a:xfrm>
              <a:off x="1303597" y="1785759"/>
              <a:ext cx="19506" cy="19353"/>
            </a:xfrm>
            <a:custGeom>
              <a:avLst/>
              <a:gdLst>
                <a:gd name="connsiteX0" fmla="*/ 0 w 19506"/>
                <a:gd name="connsiteY0" fmla="*/ 9946 h 19353"/>
                <a:gd name="connsiteX1" fmla="*/ 9955 w 19506"/>
                <a:gd name="connsiteY1" fmla="*/ 19353 h 19353"/>
                <a:gd name="connsiteX2" fmla="*/ 19507 w 19506"/>
                <a:gd name="connsiteY2" fmla="*/ 9542 h 19353"/>
                <a:gd name="connsiteX3" fmla="*/ 9552 w 19506"/>
                <a:gd name="connsiteY3" fmla="*/ 0 h 19353"/>
                <a:gd name="connsiteX4" fmla="*/ 0 w 19506"/>
                <a:gd name="connsiteY4" fmla="*/ 9946 h 19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06" h="19353">
                  <a:moveTo>
                    <a:pt x="0" y="9946"/>
                  </a:moveTo>
                  <a:lnTo>
                    <a:pt x="9955" y="19353"/>
                  </a:lnTo>
                  <a:lnTo>
                    <a:pt x="19507" y="9542"/>
                  </a:lnTo>
                  <a:lnTo>
                    <a:pt x="9552" y="0"/>
                  </a:lnTo>
                  <a:lnTo>
                    <a:pt x="0" y="9946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77588B62-4F42-D44B-B40B-488E3313BDE2}"/>
                </a:ext>
              </a:extLst>
            </p:cNvPr>
            <p:cNvSpPr/>
            <p:nvPr/>
          </p:nvSpPr>
          <p:spPr>
            <a:xfrm>
              <a:off x="1341131" y="1793151"/>
              <a:ext cx="19506" cy="19487"/>
            </a:xfrm>
            <a:custGeom>
              <a:avLst/>
              <a:gdLst>
                <a:gd name="connsiteX0" fmla="*/ 0 w 19506"/>
                <a:gd name="connsiteY0" fmla="*/ 9946 h 19487"/>
                <a:gd name="connsiteX1" fmla="*/ 9955 w 19506"/>
                <a:gd name="connsiteY1" fmla="*/ 19488 h 19487"/>
                <a:gd name="connsiteX2" fmla="*/ 19507 w 19506"/>
                <a:gd name="connsiteY2" fmla="*/ 9542 h 19487"/>
                <a:gd name="connsiteX3" fmla="*/ 9552 w 19506"/>
                <a:gd name="connsiteY3" fmla="*/ 0 h 19487"/>
                <a:gd name="connsiteX4" fmla="*/ 0 w 19506"/>
                <a:gd name="connsiteY4" fmla="*/ 9946 h 1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06" h="19487">
                  <a:moveTo>
                    <a:pt x="0" y="9946"/>
                  </a:moveTo>
                  <a:lnTo>
                    <a:pt x="9955" y="19488"/>
                  </a:lnTo>
                  <a:lnTo>
                    <a:pt x="19507" y="9542"/>
                  </a:lnTo>
                  <a:lnTo>
                    <a:pt x="9552" y="0"/>
                  </a:lnTo>
                  <a:lnTo>
                    <a:pt x="0" y="9946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84" name="Freeform 383">
              <a:extLst>
                <a:ext uri="{FF2B5EF4-FFF2-40B4-BE49-F238E27FC236}">
                  <a16:creationId xmlns:a16="http://schemas.microsoft.com/office/drawing/2014/main" id="{A851CD6D-33DC-0A46-BCA0-7FBD25238950}"/>
                </a:ext>
              </a:extLst>
            </p:cNvPr>
            <p:cNvSpPr/>
            <p:nvPr/>
          </p:nvSpPr>
          <p:spPr>
            <a:xfrm rot="20976600">
              <a:off x="1425823" y="1724520"/>
              <a:ext cx="31345" cy="31314"/>
            </a:xfrm>
            <a:custGeom>
              <a:avLst/>
              <a:gdLst>
                <a:gd name="connsiteX0" fmla="*/ 0 w 31345"/>
                <a:gd name="connsiteY0" fmla="*/ 0 h 31314"/>
                <a:gd name="connsiteX1" fmla="*/ 31346 w 31345"/>
                <a:gd name="connsiteY1" fmla="*/ 0 h 31314"/>
                <a:gd name="connsiteX2" fmla="*/ 31346 w 31345"/>
                <a:gd name="connsiteY2" fmla="*/ 31315 h 31314"/>
                <a:gd name="connsiteX3" fmla="*/ 0 w 31345"/>
                <a:gd name="connsiteY3" fmla="*/ 31315 h 3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345" h="31314">
                  <a:moveTo>
                    <a:pt x="0" y="0"/>
                  </a:moveTo>
                  <a:lnTo>
                    <a:pt x="31346" y="0"/>
                  </a:lnTo>
                  <a:lnTo>
                    <a:pt x="31346" y="31315"/>
                  </a:lnTo>
                  <a:lnTo>
                    <a:pt x="0" y="31315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85" name="Freeform 384">
              <a:extLst>
                <a:ext uri="{FF2B5EF4-FFF2-40B4-BE49-F238E27FC236}">
                  <a16:creationId xmlns:a16="http://schemas.microsoft.com/office/drawing/2014/main" id="{ED23DEB0-5CAF-474E-8025-B4408DFF619E}"/>
                </a:ext>
              </a:extLst>
            </p:cNvPr>
            <p:cNvSpPr/>
            <p:nvPr/>
          </p:nvSpPr>
          <p:spPr>
            <a:xfrm rot="20977200">
              <a:off x="1384972" y="1737947"/>
              <a:ext cx="25157" cy="25132"/>
            </a:xfrm>
            <a:custGeom>
              <a:avLst/>
              <a:gdLst>
                <a:gd name="connsiteX0" fmla="*/ 0 w 25157"/>
                <a:gd name="connsiteY0" fmla="*/ 0 h 25132"/>
                <a:gd name="connsiteX1" fmla="*/ 25157 w 25157"/>
                <a:gd name="connsiteY1" fmla="*/ 0 h 25132"/>
                <a:gd name="connsiteX2" fmla="*/ 25157 w 25157"/>
                <a:gd name="connsiteY2" fmla="*/ 25133 h 25132"/>
                <a:gd name="connsiteX3" fmla="*/ 0 w 25157"/>
                <a:gd name="connsiteY3" fmla="*/ 25133 h 25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57" h="25132">
                  <a:moveTo>
                    <a:pt x="0" y="0"/>
                  </a:moveTo>
                  <a:lnTo>
                    <a:pt x="25157" y="0"/>
                  </a:lnTo>
                  <a:lnTo>
                    <a:pt x="25157" y="25133"/>
                  </a:lnTo>
                  <a:lnTo>
                    <a:pt x="0" y="25133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86" name="Freeform 385">
              <a:extLst>
                <a:ext uri="{FF2B5EF4-FFF2-40B4-BE49-F238E27FC236}">
                  <a16:creationId xmlns:a16="http://schemas.microsoft.com/office/drawing/2014/main" id="{8F1ADE73-3845-2A41-9150-CACD397FEBA4}"/>
                </a:ext>
              </a:extLst>
            </p:cNvPr>
            <p:cNvSpPr/>
            <p:nvPr/>
          </p:nvSpPr>
          <p:spPr>
            <a:xfrm rot="20976600">
              <a:off x="1432628" y="1772542"/>
              <a:ext cx="25157" cy="25132"/>
            </a:xfrm>
            <a:custGeom>
              <a:avLst/>
              <a:gdLst>
                <a:gd name="connsiteX0" fmla="*/ 0 w 25157"/>
                <a:gd name="connsiteY0" fmla="*/ 0 h 25132"/>
                <a:gd name="connsiteX1" fmla="*/ 25157 w 25157"/>
                <a:gd name="connsiteY1" fmla="*/ 0 h 25132"/>
                <a:gd name="connsiteX2" fmla="*/ 25157 w 25157"/>
                <a:gd name="connsiteY2" fmla="*/ 25133 h 25132"/>
                <a:gd name="connsiteX3" fmla="*/ 0 w 25157"/>
                <a:gd name="connsiteY3" fmla="*/ 25133 h 25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57" h="25132">
                  <a:moveTo>
                    <a:pt x="0" y="0"/>
                  </a:moveTo>
                  <a:lnTo>
                    <a:pt x="25157" y="0"/>
                  </a:lnTo>
                  <a:lnTo>
                    <a:pt x="25157" y="25133"/>
                  </a:lnTo>
                  <a:lnTo>
                    <a:pt x="0" y="25133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87" name="Freeform 386">
              <a:extLst>
                <a:ext uri="{FF2B5EF4-FFF2-40B4-BE49-F238E27FC236}">
                  <a16:creationId xmlns:a16="http://schemas.microsoft.com/office/drawing/2014/main" id="{046F0C9B-FC76-144F-802D-586A1CFCB5E2}"/>
                </a:ext>
              </a:extLst>
            </p:cNvPr>
            <p:cNvSpPr/>
            <p:nvPr/>
          </p:nvSpPr>
          <p:spPr>
            <a:xfrm rot="20977200">
              <a:off x="1398107" y="1776721"/>
              <a:ext cx="19641" cy="19487"/>
            </a:xfrm>
            <a:custGeom>
              <a:avLst/>
              <a:gdLst>
                <a:gd name="connsiteX0" fmla="*/ 0 w 19641"/>
                <a:gd name="connsiteY0" fmla="*/ 0 h 19487"/>
                <a:gd name="connsiteX1" fmla="*/ 19641 w 19641"/>
                <a:gd name="connsiteY1" fmla="*/ 0 h 19487"/>
                <a:gd name="connsiteX2" fmla="*/ 19641 w 19641"/>
                <a:gd name="connsiteY2" fmla="*/ 19488 h 19487"/>
                <a:gd name="connsiteX3" fmla="*/ 0 w 19641"/>
                <a:gd name="connsiteY3" fmla="*/ 19488 h 1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41" h="19487">
                  <a:moveTo>
                    <a:pt x="0" y="0"/>
                  </a:moveTo>
                  <a:lnTo>
                    <a:pt x="19641" y="0"/>
                  </a:lnTo>
                  <a:lnTo>
                    <a:pt x="19641" y="19488"/>
                  </a:lnTo>
                  <a:lnTo>
                    <a:pt x="0" y="19488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88" name="Freeform 387">
              <a:extLst>
                <a:ext uri="{FF2B5EF4-FFF2-40B4-BE49-F238E27FC236}">
                  <a16:creationId xmlns:a16="http://schemas.microsoft.com/office/drawing/2014/main" id="{C64A058A-8D03-8F4A-B6F1-7AE1534609CC}"/>
                </a:ext>
              </a:extLst>
            </p:cNvPr>
            <p:cNvSpPr/>
            <p:nvPr/>
          </p:nvSpPr>
          <p:spPr>
            <a:xfrm rot="20977200">
              <a:off x="1435701" y="1813181"/>
              <a:ext cx="19641" cy="19487"/>
            </a:xfrm>
            <a:custGeom>
              <a:avLst/>
              <a:gdLst>
                <a:gd name="connsiteX0" fmla="*/ 0 w 19641"/>
                <a:gd name="connsiteY0" fmla="*/ 0 h 19487"/>
                <a:gd name="connsiteX1" fmla="*/ 19641 w 19641"/>
                <a:gd name="connsiteY1" fmla="*/ 0 h 19487"/>
                <a:gd name="connsiteX2" fmla="*/ 19641 w 19641"/>
                <a:gd name="connsiteY2" fmla="*/ 19488 h 19487"/>
                <a:gd name="connsiteX3" fmla="*/ 0 w 19641"/>
                <a:gd name="connsiteY3" fmla="*/ 19488 h 1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41" h="19487">
                  <a:moveTo>
                    <a:pt x="0" y="0"/>
                  </a:moveTo>
                  <a:lnTo>
                    <a:pt x="19641" y="0"/>
                  </a:lnTo>
                  <a:lnTo>
                    <a:pt x="19641" y="19488"/>
                  </a:lnTo>
                  <a:lnTo>
                    <a:pt x="0" y="19488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89" name="Freeform 388">
              <a:extLst>
                <a:ext uri="{FF2B5EF4-FFF2-40B4-BE49-F238E27FC236}">
                  <a16:creationId xmlns:a16="http://schemas.microsoft.com/office/drawing/2014/main" id="{88DE5ECA-9C17-DF4D-99E9-19AD41E44140}"/>
                </a:ext>
              </a:extLst>
            </p:cNvPr>
            <p:cNvSpPr/>
            <p:nvPr/>
          </p:nvSpPr>
          <p:spPr>
            <a:xfrm rot="20977200">
              <a:off x="1369179" y="1784488"/>
              <a:ext cx="19641" cy="19487"/>
            </a:xfrm>
            <a:custGeom>
              <a:avLst/>
              <a:gdLst>
                <a:gd name="connsiteX0" fmla="*/ 0 w 19641"/>
                <a:gd name="connsiteY0" fmla="*/ 0 h 19487"/>
                <a:gd name="connsiteX1" fmla="*/ 19641 w 19641"/>
                <a:gd name="connsiteY1" fmla="*/ 0 h 19487"/>
                <a:gd name="connsiteX2" fmla="*/ 19641 w 19641"/>
                <a:gd name="connsiteY2" fmla="*/ 19488 h 19487"/>
                <a:gd name="connsiteX3" fmla="*/ 0 w 19641"/>
                <a:gd name="connsiteY3" fmla="*/ 19488 h 1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41" h="19487">
                  <a:moveTo>
                    <a:pt x="0" y="0"/>
                  </a:moveTo>
                  <a:lnTo>
                    <a:pt x="19641" y="0"/>
                  </a:lnTo>
                  <a:lnTo>
                    <a:pt x="19641" y="19488"/>
                  </a:lnTo>
                  <a:lnTo>
                    <a:pt x="0" y="19488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90" name="Freeform 389">
              <a:extLst>
                <a:ext uri="{FF2B5EF4-FFF2-40B4-BE49-F238E27FC236}">
                  <a16:creationId xmlns:a16="http://schemas.microsoft.com/office/drawing/2014/main" id="{274FB48D-BE6E-C14F-AA7A-6E6F33D6CF54}"/>
                </a:ext>
              </a:extLst>
            </p:cNvPr>
            <p:cNvSpPr/>
            <p:nvPr/>
          </p:nvSpPr>
          <p:spPr>
            <a:xfrm rot="20977200">
              <a:off x="1404106" y="1809766"/>
              <a:ext cx="19641" cy="19487"/>
            </a:xfrm>
            <a:custGeom>
              <a:avLst/>
              <a:gdLst>
                <a:gd name="connsiteX0" fmla="*/ 0 w 19641"/>
                <a:gd name="connsiteY0" fmla="*/ 0 h 19487"/>
                <a:gd name="connsiteX1" fmla="*/ 19641 w 19641"/>
                <a:gd name="connsiteY1" fmla="*/ 0 h 19487"/>
                <a:gd name="connsiteX2" fmla="*/ 19641 w 19641"/>
                <a:gd name="connsiteY2" fmla="*/ 19488 h 19487"/>
                <a:gd name="connsiteX3" fmla="*/ 0 w 19641"/>
                <a:gd name="connsiteY3" fmla="*/ 19488 h 1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41" h="19487">
                  <a:moveTo>
                    <a:pt x="0" y="0"/>
                  </a:moveTo>
                  <a:lnTo>
                    <a:pt x="19641" y="0"/>
                  </a:lnTo>
                  <a:lnTo>
                    <a:pt x="19641" y="19488"/>
                  </a:lnTo>
                  <a:lnTo>
                    <a:pt x="0" y="19488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91" name="Freeform 390">
              <a:extLst>
                <a:ext uri="{FF2B5EF4-FFF2-40B4-BE49-F238E27FC236}">
                  <a16:creationId xmlns:a16="http://schemas.microsoft.com/office/drawing/2014/main" id="{B7B123DA-B642-CC45-ADDD-AAE48051E058}"/>
                </a:ext>
              </a:extLst>
            </p:cNvPr>
            <p:cNvSpPr/>
            <p:nvPr/>
          </p:nvSpPr>
          <p:spPr>
            <a:xfrm rot="20976600">
              <a:off x="1379259" y="1812481"/>
              <a:ext cx="13856" cy="13708"/>
            </a:xfrm>
            <a:custGeom>
              <a:avLst/>
              <a:gdLst>
                <a:gd name="connsiteX0" fmla="*/ 0 w 13856"/>
                <a:gd name="connsiteY0" fmla="*/ 0 h 13708"/>
                <a:gd name="connsiteX1" fmla="*/ 13857 w 13856"/>
                <a:gd name="connsiteY1" fmla="*/ 0 h 13708"/>
                <a:gd name="connsiteX2" fmla="*/ 13857 w 13856"/>
                <a:gd name="connsiteY2" fmla="*/ 13709 h 13708"/>
                <a:gd name="connsiteX3" fmla="*/ 0 w 13856"/>
                <a:gd name="connsiteY3" fmla="*/ 13709 h 13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56" h="13708">
                  <a:moveTo>
                    <a:pt x="0" y="0"/>
                  </a:moveTo>
                  <a:lnTo>
                    <a:pt x="13857" y="0"/>
                  </a:lnTo>
                  <a:lnTo>
                    <a:pt x="13857" y="13709"/>
                  </a:lnTo>
                  <a:lnTo>
                    <a:pt x="0" y="13709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92" name="Freeform 391">
              <a:extLst>
                <a:ext uri="{FF2B5EF4-FFF2-40B4-BE49-F238E27FC236}">
                  <a16:creationId xmlns:a16="http://schemas.microsoft.com/office/drawing/2014/main" id="{416FB363-43A4-BA4D-B993-7F4FE871F159}"/>
                </a:ext>
              </a:extLst>
            </p:cNvPr>
            <p:cNvSpPr/>
            <p:nvPr/>
          </p:nvSpPr>
          <p:spPr>
            <a:xfrm rot="20978400">
              <a:off x="1405257" y="1840489"/>
              <a:ext cx="13722" cy="13708"/>
            </a:xfrm>
            <a:custGeom>
              <a:avLst/>
              <a:gdLst>
                <a:gd name="connsiteX0" fmla="*/ 0 w 13722"/>
                <a:gd name="connsiteY0" fmla="*/ 0 h 13708"/>
                <a:gd name="connsiteX1" fmla="*/ 13722 w 13722"/>
                <a:gd name="connsiteY1" fmla="*/ 0 h 13708"/>
                <a:gd name="connsiteX2" fmla="*/ 13722 w 13722"/>
                <a:gd name="connsiteY2" fmla="*/ 13709 h 13708"/>
                <a:gd name="connsiteX3" fmla="*/ 0 w 13722"/>
                <a:gd name="connsiteY3" fmla="*/ 13709 h 13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22" h="13708">
                  <a:moveTo>
                    <a:pt x="0" y="0"/>
                  </a:moveTo>
                  <a:lnTo>
                    <a:pt x="13722" y="0"/>
                  </a:lnTo>
                  <a:lnTo>
                    <a:pt x="13722" y="13709"/>
                  </a:lnTo>
                  <a:lnTo>
                    <a:pt x="0" y="13709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93" name="Freeform 392">
              <a:extLst>
                <a:ext uri="{FF2B5EF4-FFF2-40B4-BE49-F238E27FC236}">
                  <a16:creationId xmlns:a16="http://schemas.microsoft.com/office/drawing/2014/main" id="{8A7DC9BF-31AF-714B-8B56-2675657DE849}"/>
                </a:ext>
              </a:extLst>
            </p:cNvPr>
            <p:cNvSpPr/>
            <p:nvPr/>
          </p:nvSpPr>
          <p:spPr>
            <a:xfrm>
              <a:off x="1501491" y="1828498"/>
              <a:ext cx="41704" cy="41663"/>
            </a:xfrm>
            <a:custGeom>
              <a:avLst/>
              <a:gdLst>
                <a:gd name="connsiteX0" fmla="*/ 13453 w 41704"/>
                <a:gd name="connsiteY0" fmla="*/ 0 h 41663"/>
                <a:gd name="connsiteX1" fmla="*/ 0 w 41704"/>
                <a:gd name="connsiteY1" fmla="*/ 28224 h 41663"/>
                <a:gd name="connsiteX2" fmla="*/ 28251 w 41704"/>
                <a:gd name="connsiteY2" fmla="*/ 41664 h 41663"/>
                <a:gd name="connsiteX3" fmla="*/ 41704 w 41704"/>
                <a:gd name="connsiteY3" fmla="*/ 13440 h 41663"/>
                <a:gd name="connsiteX4" fmla="*/ 13453 w 41704"/>
                <a:gd name="connsiteY4" fmla="*/ 0 h 4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704" h="41663">
                  <a:moveTo>
                    <a:pt x="13453" y="0"/>
                  </a:moveTo>
                  <a:lnTo>
                    <a:pt x="0" y="28224"/>
                  </a:lnTo>
                  <a:lnTo>
                    <a:pt x="28251" y="41664"/>
                  </a:lnTo>
                  <a:lnTo>
                    <a:pt x="41704" y="13440"/>
                  </a:lnTo>
                  <a:lnTo>
                    <a:pt x="13453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94" name="Freeform 393">
              <a:extLst>
                <a:ext uri="{FF2B5EF4-FFF2-40B4-BE49-F238E27FC236}">
                  <a16:creationId xmlns:a16="http://schemas.microsoft.com/office/drawing/2014/main" id="{3F19AE70-6C5E-9C41-9147-A4AEC5F67B00}"/>
                </a:ext>
              </a:extLst>
            </p:cNvPr>
            <p:cNvSpPr/>
            <p:nvPr/>
          </p:nvSpPr>
          <p:spPr>
            <a:xfrm>
              <a:off x="1463822" y="1815461"/>
              <a:ext cx="33632" cy="33465"/>
            </a:xfrm>
            <a:custGeom>
              <a:avLst/>
              <a:gdLst>
                <a:gd name="connsiteX0" fmla="*/ 10897 w 33632"/>
                <a:gd name="connsiteY0" fmla="*/ 0 h 33465"/>
                <a:gd name="connsiteX1" fmla="*/ 0 w 33632"/>
                <a:gd name="connsiteY1" fmla="*/ 22579 h 33465"/>
                <a:gd name="connsiteX2" fmla="*/ 22736 w 33632"/>
                <a:gd name="connsiteY2" fmla="*/ 33465 h 33465"/>
                <a:gd name="connsiteX3" fmla="*/ 33633 w 33632"/>
                <a:gd name="connsiteY3" fmla="*/ 10752 h 33465"/>
                <a:gd name="connsiteX4" fmla="*/ 10897 w 33632"/>
                <a:gd name="connsiteY4" fmla="*/ 0 h 33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32" h="33465">
                  <a:moveTo>
                    <a:pt x="10897" y="0"/>
                  </a:moveTo>
                  <a:lnTo>
                    <a:pt x="0" y="22579"/>
                  </a:lnTo>
                  <a:lnTo>
                    <a:pt x="22736" y="33465"/>
                  </a:lnTo>
                  <a:lnTo>
                    <a:pt x="33633" y="10752"/>
                  </a:lnTo>
                  <a:lnTo>
                    <a:pt x="10897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95" name="Freeform 394">
              <a:extLst>
                <a:ext uri="{FF2B5EF4-FFF2-40B4-BE49-F238E27FC236}">
                  <a16:creationId xmlns:a16="http://schemas.microsoft.com/office/drawing/2014/main" id="{06419A3C-CF32-7E40-8813-E9FD7350C94A}"/>
                </a:ext>
              </a:extLst>
            </p:cNvPr>
            <p:cNvSpPr/>
            <p:nvPr/>
          </p:nvSpPr>
          <p:spPr>
            <a:xfrm>
              <a:off x="1482522" y="1871237"/>
              <a:ext cx="33498" cy="33465"/>
            </a:xfrm>
            <a:custGeom>
              <a:avLst/>
              <a:gdLst>
                <a:gd name="connsiteX0" fmla="*/ 10762 w 33498"/>
                <a:gd name="connsiteY0" fmla="*/ 0 h 33465"/>
                <a:gd name="connsiteX1" fmla="*/ 0 w 33498"/>
                <a:gd name="connsiteY1" fmla="*/ 22713 h 33465"/>
                <a:gd name="connsiteX2" fmla="*/ 22736 w 33498"/>
                <a:gd name="connsiteY2" fmla="*/ 33465 h 33465"/>
                <a:gd name="connsiteX3" fmla="*/ 33498 w 33498"/>
                <a:gd name="connsiteY3" fmla="*/ 10752 h 33465"/>
                <a:gd name="connsiteX4" fmla="*/ 10762 w 33498"/>
                <a:gd name="connsiteY4" fmla="*/ 0 h 33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498" h="33465">
                  <a:moveTo>
                    <a:pt x="10762" y="0"/>
                  </a:moveTo>
                  <a:lnTo>
                    <a:pt x="0" y="22713"/>
                  </a:lnTo>
                  <a:lnTo>
                    <a:pt x="22736" y="33465"/>
                  </a:lnTo>
                  <a:lnTo>
                    <a:pt x="33498" y="10752"/>
                  </a:lnTo>
                  <a:lnTo>
                    <a:pt x="10762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96" name="Freeform 395">
              <a:extLst>
                <a:ext uri="{FF2B5EF4-FFF2-40B4-BE49-F238E27FC236}">
                  <a16:creationId xmlns:a16="http://schemas.microsoft.com/office/drawing/2014/main" id="{E6F27091-9FE2-6443-91FB-35D03CDCA439}"/>
                </a:ext>
              </a:extLst>
            </p:cNvPr>
            <p:cNvSpPr/>
            <p:nvPr/>
          </p:nvSpPr>
          <p:spPr>
            <a:xfrm>
              <a:off x="1455078" y="1854302"/>
              <a:ext cx="26098" cy="26073"/>
            </a:xfrm>
            <a:custGeom>
              <a:avLst/>
              <a:gdLst>
                <a:gd name="connsiteX0" fmla="*/ 8475 w 26098"/>
                <a:gd name="connsiteY0" fmla="*/ 0 h 26073"/>
                <a:gd name="connsiteX1" fmla="*/ 0 w 26098"/>
                <a:gd name="connsiteY1" fmla="*/ 17606 h 26073"/>
                <a:gd name="connsiteX2" fmla="*/ 17758 w 26098"/>
                <a:gd name="connsiteY2" fmla="*/ 26073 h 26073"/>
                <a:gd name="connsiteX3" fmla="*/ 26099 w 26098"/>
                <a:gd name="connsiteY3" fmla="*/ 8333 h 26073"/>
                <a:gd name="connsiteX4" fmla="*/ 8475 w 26098"/>
                <a:gd name="connsiteY4" fmla="*/ 0 h 26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098" h="26073">
                  <a:moveTo>
                    <a:pt x="8475" y="0"/>
                  </a:moveTo>
                  <a:lnTo>
                    <a:pt x="0" y="17606"/>
                  </a:lnTo>
                  <a:lnTo>
                    <a:pt x="17758" y="26073"/>
                  </a:lnTo>
                  <a:lnTo>
                    <a:pt x="26099" y="8333"/>
                  </a:lnTo>
                  <a:lnTo>
                    <a:pt x="8475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97" name="Freeform 396">
              <a:extLst>
                <a:ext uri="{FF2B5EF4-FFF2-40B4-BE49-F238E27FC236}">
                  <a16:creationId xmlns:a16="http://schemas.microsoft.com/office/drawing/2014/main" id="{4E234501-AE4B-3948-9C61-5CB7BBB1CD4A}"/>
                </a:ext>
              </a:extLst>
            </p:cNvPr>
            <p:cNvSpPr/>
            <p:nvPr/>
          </p:nvSpPr>
          <p:spPr>
            <a:xfrm>
              <a:off x="1464091" y="1905777"/>
              <a:ext cx="26098" cy="26073"/>
            </a:xfrm>
            <a:custGeom>
              <a:avLst/>
              <a:gdLst>
                <a:gd name="connsiteX0" fmla="*/ 8341 w 26098"/>
                <a:gd name="connsiteY0" fmla="*/ 0 h 26073"/>
                <a:gd name="connsiteX1" fmla="*/ 0 w 26098"/>
                <a:gd name="connsiteY1" fmla="*/ 17606 h 26073"/>
                <a:gd name="connsiteX2" fmla="*/ 17623 w 26098"/>
                <a:gd name="connsiteY2" fmla="*/ 26073 h 26073"/>
                <a:gd name="connsiteX3" fmla="*/ 26099 w 26098"/>
                <a:gd name="connsiteY3" fmla="*/ 8467 h 26073"/>
                <a:gd name="connsiteX4" fmla="*/ 8341 w 26098"/>
                <a:gd name="connsiteY4" fmla="*/ 0 h 26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098" h="26073">
                  <a:moveTo>
                    <a:pt x="8341" y="0"/>
                  </a:moveTo>
                  <a:lnTo>
                    <a:pt x="0" y="17606"/>
                  </a:lnTo>
                  <a:lnTo>
                    <a:pt x="17623" y="26073"/>
                  </a:lnTo>
                  <a:lnTo>
                    <a:pt x="26099" y="8467"/>
                  </a:lnTo>
                  <a:lnTo>
                    <a:pt x="8341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98" name="Freeform 397">
              <a:extLst>
                <a:ext uri="{FF2B5EF4-FFF2-40B4-BE49-F238E27FC236}">
                  <a16:creationId xmlns:a16="http://schemas.microsoft.com/office/drawing/2014/main" id="{C8147951-AB5A-CA49-A973-60FBE99CCDB1}"/>
                </a:ext>
              </a:extLst>
            </p:cNvPr>
            <p:cNvSpPr/>
            <p:nvPr/>
          </p:nvSpPr>
          <p:spPr>
            <a:xfrm>
              <a:off x="1427095" y="1843819"/>
              <a:ext cx="26098" cy="25938"/>
            </a:xfrm>
            <a:custGeom>
              <a:avLst/>
              <a:gdLst>
                <a:gd name="connsiteX0" fmla="*/ 8341 w 26098"/>
                <a:gd name="connsiteY0" fmla="*/ 0 h 25938"/>
                <a:gd name="connsiteX1" fmla="*/ 0 w 26098"/>
                <a:gd name="connsiteY1" fmla="*/ 17606 h 25938"/>
                <a:gd name="connsiteX2" fmla="*/ 17623 w 26098"/>
                <a:gd name="connsiteY2" fmla="*/ 25939 h 25938"/>
                <a:gd name="connsiteX3" fmla="*/ 26099 w 26098"/>
                <a:gd name="connsiteY3" fmla="*/ 8333 h 25938"/>
                <a:gd name="connsiteX4" fmla="*/ 8341 w 26098"/>
                <a:gd name="connsiteY4" fmla="*/ 0 h 25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098" h="25938">
                  <a:moveTo>
                    <a:pt x="8341" y="0"/>
                  </a:moveTo>
                  <a:lnTo>
                    <a:pt x="0" y="17606"/>
                  </a:lnTo>
                  <a:lnTo>
                    <a:pt x="17623" y="25939"/>
                  </a:lnTo>
                  <a:lnTo>
                    <a:pt x="26099" y="8333"/>
                  </a:lnTo>
                  <a:lnTo>
                    <a:pt x="8341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78A9AFD7-9FB6-0C4F-B43E-AE196471D6E8}"/>
                </a:ext>
              </a:extLst>
            </p:cNvPr>
            <p:cNvSpPr/>
            <p:nvPr/>
          </p:nvSpPr>
          <p:spPr>
            <a:xfrm>
              <a:off x="1440683" y="1884542"/>
              <a:ext cx="26098" cy="26073"/>
            </a:xfrm>
            <a:custGeom>
              <a:avLst/>
              <a:gdLst>
                <a:gd name="connsiteX0" fmla="*/ 8475 w 26098"/>
                <a:gd name="connsiteY0" fmla="*/ 0 h 26073"/>
                <a:gd name="connsiteX1" fmla="*/ 0 w 26098"/>
                <a:gd name="connsiteY1" fmla="*/ 17741 h 26073"/>
                <a:gd name="connsiteX2" fmla="*/ 17624 w 26098"/>
                <a:gd name="connsiteY2" fmla="*/ 26073 h 26073"/>
                <a:gd name="connsiteX3" fmla="*/ 26099 w 26098"/>
                <a:gd name="connsiteY3" fmla="*/ 8467 h 26073"/>
                <a:gd name="connsiteX4" fmla="*/ 8475 w 26098"/>
                <a:gd name="connsiteY4" fmla="*/ 0 h 26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098" h="26073">
                  <a:moveTo>
                    <a:pt x="8475" y="0"/>
                  </a:moveTo>
                  <a:lnTo>
                    <a:pt x="0" y="17741"/>
                  </a:lnTo>
                  <a:lnTo>
                    <a:pt x="17624" y="26073"/>
                  </a:lnTo>
                  <a:lnTo>
                    <a:pt x="26099" y="8467"/>
                  </a:lnTo>
                  <a:lnTo>
                    <a:pt x="8475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BE2FC479-1C0E-1E4A-9B05-F4CAC39338FA}"/>
                </a:ext>
              </a:extLst>
            </p:cNvPr>
            <p:cNvSpPr/>
            <p:nvPr/>
          </p:nvSpPr>
          <p:spPr>
            <a:xfrm>
              <a:off x="1421849" y="1872178"/>
              <a:ext cx="18430" cy="18278"/>
            </a:xfrm>
            <a:custGeom>
              <a:avLst/>
              <a:gdLst>
                <a:gd name="connsiteX0" fmla="*/ 5919 w 18430"/>
                <a:gd name="connsiteY0" fmla="*/ 0 h 18278"/>
                <a:gd name="connsiteX1" fmla="*/ 0 w 18430"/>
                <a:gd name="connsiteY1" fmla="*/ 12365 h 18278"/>
                <a:gd name="connsiteX2" fmla="*/ 12511 w 18430"/>
                <a:gd name="connsiteY2" fmla="*/ 18278 h 18278"/>
                <a:gd name="connsiteX3" fmla="*/ 18431 w 18430"/>
                <a:gd name="connsiteY3" fmla="*/ 5914 h 18278"/>
                <a:gd name="connsiteX4" fmla="*/ 5919 w 18430"/>
                <a:gd name="connsiteY4" fmla="*/ 0 h 1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430" h="18278">
                  <a:moveTo>
                    <a:pt x="5919" y="0"/>
                  </a:moveTo>
                  <a:lnTo>
                    <a:pt x="0" y="12365"/>
                  </a:lnTo>
                  <a:lnTo>
                    <a:pt x="12511" y="18278"/>
                  </a:lnTo>
                  <a:lnTo>
                    <a:pt x="18431" y="5914"/>
                  </a:lnTo>
                  <a:lnTo>
                    <a:pt x="5919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01" name="Freeform 400">
              <a:extLst>
                <a:ext uri="{FF2B5EF4-FFF2-40B4-BE49-F238E27FC236}">
                  <a16:creationId xmlns:a16="http://schemas.microsoft.com/office/drawing/2014/main" id="{34CB4AF7-A657-9243-8F12-977926E41A4D}"/>
                </a:ext>
              </a:extLst>
            </p:cNvPr>
            <p:cNvSpPr/>
            <p:nvPr/>
          </p:nvSpPr>
          <p:spPr>
            <a:xfrm rot="17727000">
              <a:off x="1428883" y="1912370"/>
              <a:ext cx="13722" cy="13708"/>
            </a:xfrm>
            <a:custGeom>
              <a:avLst/>
              <a:gdLst>
                <a:gd name="connsiteX0" fmla="*/ 0 w 13722"/>
                <a:gd name="connsiteY0" fmla="*/ 0 h 13708"/>
                <a:gd name="connsiteX1" fmla="*/ 13722 w 13722"/>
                <a:gd name="connsiteY1" fmla="*/ 0 h 13708"/>
                <a:gd name="connsiteX2" fmla="*/ 13722 w 13722"/>
                <a:gd name="connsiteY2" fmla="*/ 13709 h 13708"/>
                <a:gd name="connsiteX3" fmla="*/ 0 w 13722"/>
                <a:gd name="connsiteY3" fmla="*/ 13709 h 13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22" h="13708">
                  <a:moveTo>
                    <a:pt x="0" y="0"/>
                  </a:moveTo>
                  <a:lnTo>
                    <a:pt x="13722" y="0"/>
                  </a:lnTo>
                  <a:lnTo>
                    <a:pt x="13722" y="13709"/>
                  </a:lnTo>
                  <a:lnTo>
                    <a:pt x="0" y="13709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02" name="Freeform 401">
              <a:extLst>
                <a:ext uri="{FF2B5EF4-FFF2-40B4-BE49-F238E27FC236}">
                  <a16:creationId xmlns:a16="http://schemas.microsoft.com/office/drawing/2014/main" id="{FB25DBCE-88A2-9849-A8A6-CAC144D8A0FE}"/>
                </a:ext>
              </a:extLst>
            </p:cNvPr>
            <p:cNvSpPr/>
            <p:nvPr/>
          </p:nvSpPr>
          <p:spPr>
            <a:xfrm>
              <a:off x="1502701" y="1963838"/>
              <a:ext cx="42511" cy="42470"/>
            </a:xfrm>
            <a:custGeom>
              <a:avLst/>
              <a:gdLst>
                <a:gd name="connsiteX0" fmla="*/ 27444 w 42511"/>
                <a:gd name="connsiteY0" fmla="*/ 0 h 42470"/>
                <a:gd name="connsiteX1" fmla="*/ 0 w 42511"/>
                <a:gd name="connsiteY1" fmla="*/ 15053 h 42470"/>
                <a:gd name="connsiteX2" fmla="*/ 15067 w 42511"/>
                <a:gd name="connsiteY2" fmla="*/ 42470 h 42470"/>
                <a:gd name="connsiteX3" fmla="*/ 42512 w 42511"/>
                <a:gd name="connsiteY3" fmla="*/ 27418 h 42470"/>
                <a:gd name="connsiteX4" fmla="*/ 27444 w 42511"/>
                <a:gd name="connsiteY4" fmla="*/ 0 h 42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511" h="42470">
                  <a:moveTo>
                    <a:pt x="27444" y="0"/>
                  </a:moveTo>
                  <a:lnTo>
                    <a:pt x="0" y="15053"/>
                  </a:lnTo>
                  <a:lnTo>
                    <a:pt x="15067" y="42470"/>
                  </a:lnTo>
                  <a:lnTo>
                    <a:pt x="42512" y="27418"/>
                  </a:lnTo>
                  <a:lnTo>
                    <a:pt x="27444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03" name="Freeform 402">
              <a:extLst>
                <a:ext uri="{FF2B5EF4-FFF2-40B4-BE49-F238E27FC236}">
                  <a16:creationId xmlns:a16="http://schemas.microsoft.com/office/drawing/2014/main" id="{966E6284-A399-5740-920D-084868703E2F}"/>
                </a:ext>
              </a:extLst>
            </p:cNvPr>
            <p:cNvSpPr/>
            <p:nvPr/>
          </p:nvSpPr>
          <p:spPr>
            <a:xfrm>
              <a:off x="1483194" y="1929700"/>
              <a:ext cx="34170" cy="34137"/>
            </a:xfrm>
            <a:custGeom>
              <a:avLst/>
              <a:gdLst>
                <a:gd name="connsiteX0" fmla="*/ 22063 w 34170"/>
                <a:gd name="connsiteY0" fmla="*/ 0 h 34137"/>
                <a:gd name="connsiteX1" fmla="*/ 0 w 34170"/>
                <a:gd name="connsiteY1" fmla="*/ 12096 h 34137"/>
                <a:gd name="connsiteX2" fmla="*/ 12108 w 34170"/>
                <a:gd name="connsiteY2" fmla="*/ 34137 h 34137"/>
                <a:gd name="connsiteX3" fmla="*/ 34171 w 34170"/>
                <a:gd name="connsiteY3" fmla="*/ 22041 h 34137"/>
                <a:gd name="connsiteX4" fmla="*/ 22063 w 34170"/>
                <a:gd name="connsiteY4" fmla="*/ 0 h 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70" h="34137">
                  <a:moveTo>
                    <a:pt x="22063" y="0"/>
                  </a:moveTo>
                  <a:lnTo>
                    <a:pt x="0" y="12096"/>
                  </a:lnTo>
                  <a:lnTo>
                    <a:pt x="12108" y="34137"/>
                  </a:lnTo>
                  <a:lnTo>
                    <a:pt x="34171" y="22041"/>
                  </a:lnTo>
                  <a:lnTo>
                    <a:pt x="22063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04" name="Freeform 403">
              <a:extLst>
                <a:ext uri="{FF2B5EF4-FFF2-40B4-BE49-F238E27FC236}">
                  <a16:creationId xmlns:a16="http://schemas.microsoft.com/office/drawing/2014/main" id="{15D1D71F-76D0-9D4C-94BB-C829FBE697D8}"/>
                </a:ext>
              </a:extLst>
            </p:cNvPr>
            <p:cNvSpPr/>
            <p:nvPr/>
          </p:nvSpPr>
          <p:spPr>
            <a:xfrm>
              <a:off x="1465436" y="1985879"/>
              <a:ext cx="34170" cy="34137"/>
            </a:xfrm>
            <a:custGeom>
              <a:avLst/>
              <a:gdLst>
                <a:gd name="connsiteX0" fmla="*/ 22063 w 34170"/>
                <a:gd name="connsiteY0" fmla="*/ 0 h 34137"/>
                <a:gd name="connsiteX1" fmla="*/ 0 w 34170"/>
                <a:gd name="connsiteY1" fmla="*/ 12096 h 34137"/>
                <a:gd name="connsiteX2" fmla="*/ 12108 w 34170"/>
                <a:gd name="connsiteY2" fmla="*/ 34137 h 34137"/>
                <a:gd name="connsiteX3" fmla="*/ 34171 w 34170"/>
                <a:gd name="connsiteY3" fmla="*/ 22041 h 34137"/>
                <a:gd name="connsiteX4" fmla="*/ 22063 w 34170"/>
                <a:gd name="connsiteY4" fmla="*/ 0 h 3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70" h="34137">
                  <a:moveTo>
                    <a:pt x="22063" y="0"/>
                  </a:moveTo>
                  <a:lnTo>
                    <a:pt x="0" y="12096"/>
                  </a:lnTo>
                  <a:lnTo>
                    <a:pt x="12108" y="34137"/>
                  </a:lnTo>
                  <a:lnTo>
                    <a:pt x="34171" y="22041"/>
                  </a:lnTo>
                  <a:lnTo>
                    <a:pt x="22063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05" name="Freeform 404">
              <a:extLst>
                <a:ext uri="{FF2B5EF4-FFF2-40B4-BE49-F238E27FC236}">
                  <a16:creationId xmlns:a16="http://schemas.microsoft.com/office/drawing/2014/main" id="{2EA584D7-1644-A14A-A4C6-DEBC3295DFF8}"/>
                </a:ext>
              </a:extLst>
            </p:cNvPr>
            <p:cNvSpPr/>
            <p:nvPr/>
          </p:nvSpPr>
          <p:spPr>
            <a:xfrm>
              <a:off x="1456154" y="1954699"/>
              <a:ext cx="26637" cy="26610"/>
            </a:xfrm>
            <a:custGeom>
              <a:avLst/>
              <a:gdLst>
                <a:gd name="connsiteX0" fmla="*/ 17220 w 26637"/>
                <a:gd name="connsiteY0" fmla="*/ 0 h 26610"/>
                <a:gd name="connsiteX1" fmla="*/ 0 w 26637"/>
                <a:gd name="connsiteY1" fmla="*/ 9408 h 26610"/>
                <a:gd name="connsiteX2" fmla="*/ 9417 w 26637"/>
                <a:gd name="connsiteY2" fmla="*/ 26611 h 26610"/>
                <a:gd name="connsiteX3" fmla="*/ 26637 w 26637"/>
                <a:gd name="connsiteY3" fmla="*/ 17203 h 26610"/>
                <a:gd name="connsiteX4" fmla="*/ 17220 w 26637"/>
                <a:gd name="connsiteY4" fmla="*/ 0 h 26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37" h="26610">
                  <a:moveTo>
                    <a:pt x="17220" y="0"/>
                  </a:moveTo>
                  <a:lnTo>
                    <a:pt x="0" y="9408"/>
                  </a:lnTo>
                  <a:lnTo>
                    <a:pt x="9417" y="26611"/>
                  </a:lnTo>
                  <a:lnTo>
                    <a:pt x="26637" y="17203"/>
                  </a:lnTo>
                  <a:lnTo>
                    <a:pt x="17220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06" name="Freeform 405">
              <a:extLst>
                <a:ext uri="{FF2B5EF4-FFF2-40B4-BE49-F238E27FC236}">
                  <a16:creationId xmlns:a16="http://schemas.microsoft.com/office/drawing/2014/main" id="{680BD76E-C147-5648-A57D-2441E9A97ADF}"/>
                </a:ext>
              </a:extLst>
            </p:cNvPr>
            <p:cNvSpPr/>
            <p:nvPr/>
          </p:nvSpPr>
          <p:spPr>
            <a:xfrm>
              <a:off x="1433284" y="2001738"/>
              <a:ext cx="26636" cy="26476"/>
            </a:xfrm>
            <a:custGeom>
              <a:avLst/>
              <a:gdLst>
                <a:gd name="connsiteX0" fmla="*/ 17085 w 26636"/>
                <a:gd name="connsiteY0" fmla="*/ 0 h 26476"/>
                <a:gd name="connsiteX1" fmla="*/ 0 w 26636"/>
                <a:gd name="connsiteY1" fmla="*/ 9408 h 26476"/>
                <a:gd name="connsiteX2" fmla="*/ 9417 w 26636"/>
                <a:gd name="connsiteY2" fmla="*/ 26477 h 26476"/>
                <a:gd name="connsiteX3" fmla="*/ 26637 w 26636"/>
                <a:gd name="connsiteY3" fmla="*/ 17203 h 26476"/>
                <a:gd name="connsiteX4" fmla="*/ 17085 w 26636"/>
                <a:gd name="connsiteY4" fmla="*/ 0 h 26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36" h="26476">
                  <a:moveTo>
                    <a:pt x="17085" y="0"/>
                  </a:moveTo>
                  <a:lnTo>
                    <a:pt x="0" y="9408"/>
                  </a:lnTo>
                  <a:lnTo>
                    <a:pt x="9417" y="26477"/>
                  </a:lnTo>
                  <a:lnTo>
                    <a:pt x="26637" y="17203"/>
                  </a:lnTo>
                  <a:lnTo>
                    <a:pt x="17085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07" name="Freeform 406">
              <a:extLst>
                <a:ext uri="{FF2B5EF4-FFF2-40B4-BE49-F238E27FC236}">
                  <a16:creationId xmlns:a16="http://schemas.microsoft.com/office/drawing/2014/main" id="{71319CEC-1436-9B4B-ABF2-2EA49A7E5340}"/>
                </a:ext>
              </a:extLst>
            </p:cNvPr>
            <p:cNvSpPr/>
            <p:nvPr/>
          </p:nvSpPr>
          <p:spPr>
            <a:xfrm>
              <a:off x="1439607" y="1929835"/>
              <a:ext cx="26636" cy="26611"/>
            </a:xfrm>
            <a:custGeom>
              <a:avLst/>
              <a:gdLst>
                <a:gd name="connsiteX0" fmla="*/ 17220 w 26636"/>
                <a:gd name="connsiteY0" fmla="*/ 0 h 26611"/>
                <a:gd name="connsiteX1" fmla="*/ 0 w 26636"/>
                <a:gd name="connsiteY1" fmla="*/ 9408 h 26611"/>
                <a:gd name="connsiteX2" fmla="*/ 9417 w 26636"/>
                <a:gd name="connsiteY2" fmla="*/ 26611 h 26611"/>
                <a:gd name="connsiteX3" fmla="*/ 26637 w 26636"/>
                <a:gd name="connsiteY3" fmla="*/ 17203 h 26611"/>
                <a:gd name="connsiteX4" fmla="*/ 17220 w 26636"/>
                <a:gd name="connsiteY4" fmla="*/ 0 h 26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36" h="26611">
                  <a:moveTo>
                    <a:pt x="17220" y="0"/>
                  </a:moveTo>
                  <a:lnTo>
                    <a:pt x="0" y="9408"/>
                  </a:lnTo>
                  <a:lnTo>
                    <a:pt x="9417" y="26611"/>
                  </a:lnTo>
                  <a:lnTo>
                    <a:pt x="26637" y="17203"/>
                  </a:lnTo>
                  <a:lnTo>
                    <a:pt x="17220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FB4EFC4A-BC07-0843-9205-1B3AEFC1247E}"/>
                </a:ext>
              </a:extLst>
            </p:cNvPr>
            <p:cNvSpPr/>
            <p:nvPr/>
          </p:nvSpPr>
          <p:spPr>
            <a:xfrm>
              <a:off x="1426692" y="1970961"/>
              <a:ext cx="26636" cy="26476"/>
            </a:xfrm>
            <a:custGeom>
              <a:avLst/>
              <a:gdLst>
                <a:gd name="connsiteX0" fmla="*/ 17220 w 26636"/>
                <a:gd name="connsiteY0" fmla="*/ 0 h 26476"/>
                <a:gd name="connsiteX1" fmla="*/ 0 w 26636"/>
                <a:gd name="connsiteY1" fmla="*/ 9408 h 26476"/>
                <a:gd name="connsiteX2" fmla="*/ 9417 w 26636"/>
                <a:gd name="connsiteY2" fmla="*/ 26477 h 26476"/>
                <a:gd name="connsiteX3" fmla="*/ 26637 w 26636"/>
                <a:gd name="connsiteY3" fmla="*/ 17069 h 26476"/>
                <a:gd name="connsiteX4" fmla="*/ 17220 w 26636"/>
                <a:gd name="connsiteY4" fmla="*/ 0 h 26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36" h="26476">
                  <a:moveTo>
                    <a:pt x="17220" y="0"/>
                  </a:moveTo>
                  <a:lnTo>
                    <a:pt x="0" y="9408"/>
                  </a:lnTo>
                  <a:lnTo>
                    <a:pt x="9417" y="26477"/>
                  </a:lnTo>
                  <a:lnTo>
                    <a:pt x="26637" y="17069"/>
                  </a:lnTo>
                  <a:lnTo>
                    <a:pt x="17220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09" name="Freeform 408">
              <a:extLst>
                <a:ext uri="{FF2B5EF4-FFF2-40B4-BE49-F238E27FC236}">
                  <a16:creationId xmlns:a16="http://schemas.microsoft.com/office/drawing/2014/main" id="{D4EE9067-3827-E448-ABC0-ABB0B3946058}"/>
                </a:ext>
              </a:extLst>
            </p:cNvPr>
            <p:cNvSpPr/>
            <p:nvPr/>
          </p:nvSpPr>
          <p:spPr>
            <a:xfrm>
              <a:off x="1421849" y="1948382"/>
              <a:ext cx="18699" cy="18681"/>
            </a:xfrm>
            <a:custGeom>
              <a:avLst/>
              <a:gdLst>
                <a:gd name="connsiteX0" fmla="*/ 12108 w 18699"/>
                <a:gd name="connsiteY0" fmla="*/ 0 h 18681"/>
                <a:gd name="connsiteX1" fmla="*/ 0 w 18699"/>
                <a:gd name="connsiteY1" fmla="*/ 6586 h 18681"/>
                <a:gd name="connsiteX2" fmla="*/ 6592 w 18699"/>
                <a:gd name="connsiteY2" fmla="*/ 18681 h 18681"/>
                <a:gd name="connsiteX3" fmla="*/ 18700 w 18699"/>
                <a:gd name="connsiteY3" fmla="*/ 12096 h 18681"/>
                <a:gd name="connsiteX4" fmla="*/ 12108 w 18699"/>
                <a:gd name="connsiteY4" fmla="*/ 0 h 1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99" h="18681">
                  <a:moveTo>
                    <a:pt x="12108" y="0"/>
                  </a:moveTo>
                  <a:lnTo>
                    <a:pt x="0" y="6586"/>
                  </a:lnTo>
                  <a:lnTo>
                    <a:pt x="6592" y="18681"/>
                  </a:lnTo>
                  <a:lnTo>
                    <a:pt x="18700" y="12096"/>
                  </a:lnTo>
                  <a:lnTo>
                    <a:pt x="12108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10" name="Freeform 409">
              <a:extLst>
                <a:ext uri="{FF2B5EF4-FFF2-40B4-BE49-F238E27FC236}">
                  <a16:creationId xmlns:a16="http://schemas.microsoft.com/office/drawing/2014/main" id="{5EEBAF82-D2C8-614B-BE16-F899FA6A611F}"/>
                </a:ext>
              </a:extLst>
            </p:cNvPr>
            <p:cNvSpPr/>
            <p:nvPr/>
          </p:nvSpPr>
          <p:spPr>
            <a:xfrm>
              <a:off x="1403418" y="1981847"/>
              <a:ext cx="18699" cy="18681"/>
            </a:xfrm>
            <a:custGeom>
              <a:avLst/>
              <a:gdLst>
                <a:gd name="connsiteX0" fmla="*/ 12108 w 18699"/>
                <a:gd name="connsiteY0" fmla="*/ 0 h 18681"/>
                <a:gd name="connsiteX1" fmla="*/ 0 w 18699"/>
                <a:gd name="connsiteY1" fmla="*/ 6585 h 18681"/>
                <a:gd name="connsiteX2" fmla="*/ 6592 w 18699"/>
                <a:gd name="connsiteY2" fmla="*/ 18681 h 18681"/>
                <a:gd name="connsiteX3" fmla="*/ 18700 w 18699"/>
                <a:gd name="connsiteY3" fmla="*/ 12096 h 18681"/>
                <a:gd name="connsiteX4" fmla="*/ 12108 w 18699"/>
                <a:gd name="connsiteY4" fmla="*/ 0 h 1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699" h="18681">
                  <a:moveTo>
                    <a:pt x="12108" y="0"/>
                  </a:moveTo>
                  <a:lnTo>
                    <a:pt x="0" y="6585"/>
                  </a:lnTo>
                  <a:lnTo>
                    <a:pt x="6592" y="18681"/>
                  </a:lnTo>
                  <a:lnTo>
                    <a:pt x="18700" y="12096"/>
                  </a:lnTo>
                  <a:lnTo>
                    <a:pt x="12108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11" name="Freeform 410">
              <a:extLst>
                <a:ext uri="{FF2B5EF4-FFF2-40B4-BE49-F238E27FC236}">
                  <a16:creationId xmlns:a16="http://schemas.microsoft.com/office/drawing/2014/main" id="{E29DFC7A-1A89-C34D-B75D-89861FBA50CD}"/>
                </a:ext>
              </a:extLst>
            </p:cNvPr>
            <p:cNvSpPr/>
            <p:nvPr/>
          </p:nvSpPr>
          <p:spPr>
            <a:xfrm rot="16623000">
              <a:off x="1430064" y="2080546"/>
              <a:ext cx="31345" cy="31314"/>
            </a:xfrm>
            <a:custGeom>
              <a:avLst/>
              <a:gdLst>
                <a:gd name="connsiteX0" fmla="*/ 0 w 31345"/>
                <a:gd name="connsiteY0" fmla="*/ 0 h 31314"/>
                <a:gd name="connsiteX1" fmla="*/ 31346 w 31345"/>
                <a:gd name="connsiteY1" fmla="*/ 0 h 31314"/>
                <a:gd name="connsiteX2" fmla="*/ 31346 w 31345"/>
                <a:gd name="connsiteY2" fmla="*/ 31315 h 31314"/>
                <a:gd name="connsiteX3" fmla="*/ 0 w 31345"/>
                <a:gd name="connsiteY3" fmla="*/ 31315 h 3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345" h="31314">
                  <a:moveTo>
                    <a:pt x="0" y="0"/>
                  </a:moveTo>
                  <a:lnTo>
                    <a:pt x="31346" y="0"/>
                  </a:lnTo>
                  <a:lnTo>
                    <a:pt x="31346" y="31315"/>
                  </a:lnTo>
                  <a:lnTo>
                    <a:pt x="0" y="31315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12" name="Freeform 411">
              <a:extLst>
                <a:ext uri="{FF2B5EF4-FFF2-40B4-BE49-F238E27FC236}">
                  <a16:creationId xmlns:a16="http://schemas.microsoft.com/office/drawing/2014/main" id="{E7B1C787-F630-EC4B-8C9E-9FE776C06260}"/>
                </a:ext>
              </a:extLst>
            </p:cNvPr>
            <p:cNvSpPr/>
            <p:nvPr/>
          </p:nvSpPr>
          <p:spPr>
            <a:xfrm rot="16623600">
              <a:off x="1436102" y="2038486"/>
              <a:ext cx="25157" cy="25132"/>
            </a:xfrm>
            <a:custGeom>
              <a:avLst/>
              <a:gdLst>
                <a:gd name="connsiteX0" fmla="*/ 0 w 25157"/>
                <a:gd name="connsiteY0" fmla="*/ 0 h 25132"/>
                <a:gd name="connsiteX1" fmla="*/ 25157 w 25157"/>
                <a:gd name="connsiteY1" fmla="*/ 0 h 25132"/>
                <a:gd name="connsiteX2" fmla="*/ 25157 w 25157"/>
                <a:gd name="connsiteY2" fmla="*/ 25132 h 25132"/>
                <a:gd name="connsiteX3" fmla="*/ 0 w 25157"/>
                <a:gd name="connsiteY3" fmla="*/ 25132 h 25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57" h="25132">
                  <a:moveTo>
                    <a:pt x="0" y="0"/>
                  </a:moveTo>
                  <a:lnTo>
                    <a:pt x="25157" y="0"/>
                  </a:lnTo>
                  <a:lnTo>
                    <a:pt x="25157" y="25132"/>
                  </a:lnTo>
                  <a:lnTo>
                    <a:pt x="0" y="2513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13" name="Freeform 412">
              <a:extLst>
                <a:ext uri="{FF2B5EF4-FFF2-40B4-BE49-F238E27FC236}">
                  <a16:creationId xmlns:a16="http://schemas.microsoft.com/office/drawing/2014/main" id="{022BE2BD-5D86-8948-9A9D-AAAC03278CD8}"/>
                </a:ext>
              </a:extLst>
            </p:cNvPr>
            <p:cNvSpPr/>
            <p:nvPr/>
          </p:nvSpPr>
          <p:spPr>
            <a:xfrm rot="16623600">
              <a:off x="1388865" y="2073637"/>
              <a:ext cx="25157" cy="25132"/>
            </a:xfrm>
            <a:custGeom>
              <a:avLst/>
              <a:gdLst>
                <a:gd name="connsiteX0" fmla="*/ 0 w 25157"/>
                <a:gd name="connsiteY0" fmla="*/ 0 h 25132"/>
                <a:gd name="connsiteX1" fmla="*/ 25157 w 25157"/>
                <a:gd name="connsiteY1" fmla="*/ 0 h 25132"/>
                <a:gd name="connsiteX2" fmla="*/ 25157 w 25157"/>
                <a:gd name="connsiteY2" fmla="*/ 25133 h 25132"/>
                <a:gd name="connsiteX3" fmla="*/ 0 w 25157"/>
                <a:gd name="connsiteY3" fmla="*/ 25133 h 25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57" h="25132">
                  <a:moveTo>
                    <a:pt x="0" y="0"/>
                  </a:moveTo>
                  <a:lnTo>
                    <a:pt x="25157" y="0"/>
                  </a:lnTo>
                  <a:lnTo>
                    <a:pt x="25157" y="25133"/>
                  </a:lnTo>
                  <a:lnTo>
                    <a:pt x="0" y="25133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14" name="Freeform 413">
              <a:extLst>
                <a:ext uri="{FF2B5EF4-FFF2-40B4-BE49-F238E27FC236}">
                  <a16:creationId xmlns:a16="http://schemas.microsoft.com/office/drawing/2014/main" id="{E0352595-8A7E-C545-994B-741CBF4E66AD}"/>
                </a:ext>
              </a:extLst>
            </p:cNvPr>
            <p:cNvSpPr/>
            <p:nvPr/>
          </p:nvSpPr>
          <p:spPr>
            <a:xfrm rot="16623000">
              <a:off x="1401915" y="2040902"/>
              <a:ext cx="19506" cy="19622"/>
            </a:xfrm>
            <a:custGeom>
              <a:avLst/>
              <a:gdLst>
                <a:gd name="connsiteX0" fmla="*/ 0 w 19506"/>
                <a:gd name="connsiteY0" fmla="*/ 0 h 19622"/>
                <a:gd name="connsiteX1" fmla="*/ 19507 w 19506"/>
                <a:gd name="connsiteY1" fmla="*/ 0 h 19622"/>
                <a:gd name="connsiteX2" fmla="*/ 19507 w 19506"/>
                <a:gd name="connsiteY2" fmla="*/ 19622 h 19622"/>
                <a:gd name="connsiteX3" fmla="*/ 0 w 19506"/>
                <a:gd name="connsiteY3" fmla="*/ 19622 h 19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06" h="19622">
                  <a:moveTo>
                    <a:pt x="0" y="0"/>
                  </a:moveTo>
                  <a:lnTo>
                    <a:pt x="19507" y="0"/>
                  </a:lnTo>
                  <a:lnTo>
                    <a:pt x="19507" y="19622"/>
                  </a:lnTo>
                  <a:lnTo>
                    <a:pt x="0" y="1962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15" name="Freeform 414">
              <a:extLst>
                <a:ext uri="{FF2B5EF4-FFF2-40B4-BE49-F238E27FC236}">
                  <a16:creationId xmlns:a16="http://schemas.microsoft.com/office/drawing/2014/main" id="{EFB530DC-2B3C-3C47-80BF-1146FB3248DA}"/>
                </a:ext>
              </a:extLst>
            </p:cNvPr>
            <p:cNvSpPr/>
            <p:nvPr/>
          </p:nvSpPr>
          <p:spPr>
            <a:xfrm rot="16623000">
              <a:off x="1355705" y="2065630"/>
              <a:ext cx="19506" cy="19622"/>
            </a:xfrm>
            <a:custGeom>
              <a:avLst/>
              <a:gdLst>
                <a:gd name="connsiteX0" fmla="*/ 0 w 19506"/>
                <a:gd name="connsiteY0" fmla="*/ 0 h 19622"/>
                <a:gd name="connsiteX1" fmla="*/ 19507 w 19506"/>
                <a:gd name="connsiteY1" fmla="*/ 0 h 19622"/>
                <a:gd name="connsiteX2" fmla="*/ 19507 w 19506"/>
                <a:gd name="connsiteY2" fmla="*/ 19622 h 19622"/>
                <a:gd name="connsiteX3" fmla="*/ 0 w 19506"/>
                <a:gd name="connsiteY3" fmla="*/ 19622 h 19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06" h="19622">
                  <a:moveTo>
                    <a:pt x="0" y="0"/>
                  </a:moveTo>
                  <a:lnTo>
                    <a:pt x="19507" y="0"/>
                  </a:lnTo>
                  <a:lnTo>
                    <a:pt x="19507" y="19622"/>
                  </a:lnTo>
                  <a:lnTo>
                    <a:pt x="0" y="1962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9B39E57B-0B26-C343-9C52-F8BB4465CEDC}"/>
                </a:ext>
              </a:extLst>
            </p:cNvPr>
            <p:cNvSpPr/>
            <p:nvPr/>
          </p:nvSpPr>
          <p:spPr>
            <a:xfrm rot="16623600">
              <a:off x="1402894" y="2010749"/>
              <a:ext cx="19506" cy="19622"/>
            </a:xfrm>
            <a:custGeom>
              <a:avLst/>
              <a:gdLst>
                <a:gd name="connsiteX0" fmla="*/ 0 w 19506"/>
                <a:gd name="connsiteY0" fmla="*/ 0 h 19622"/>
                <a:gd name="connsiteX1" fmla="*/ 19507 w 19506"/>
                <a:gd name="connsiteY1" fmla="*/ 0 h 19622"/>
                <a:gd name="connsiteX2" fmla="*/ 19507 w 19506"/>
                <a:gd name="connsiteY2" fmla="*/ 19622 h 19622"/>
                <a:gd name="connsiteX3" fmla="*/ 0 w 19506"/>
                <a:gd name="connsiteY3" fmla="*/ 19622 h 19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06" h="19622">
                  <a:moveTo>
                    <a:pt x="0" y="0"/>
                  </a:moveTo>
                  <a:lnTo>
                    <a:pt x="19507" y="0"/>
                  </a:lnTo>
                  <a:lnTo>
                    <a:pt x="19507" y="19622"/>
                  </a:lnTo>
                  <a:lnTo>
                    <a:pt x="0" y="1962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17" name="Freeform 416">
              <a:extLst>
                <a:ext uri="{FF2B5EF4-FFF2-40B4-BE49-F238E27FC236}">
                  <a16:creationId xmlns:a16="http://schemas.microsoft.com/office/drawing/2014/main" id="{A9523686-D4B1-0B4A-B0FE-F3CB9073C20D}"/>
                </a:ext>
              </a:extLst>
            </p:cNvPr>
            <p:cNvSpPr/>
            <p:nvPr/>
          </p:nvSpPr>
          <p:spPr>
            <a:xfrm rot="16623600">
              <a:off x="1368181" y="2036490"/>
              <a:ext cx="19506" cy="19622"/>
            </a:xfrm>
            <a:custGeom>
              <a:avLst/>
              <a:gdLst>
                <a:gd name="connsiteX0" fmla="*/ 0 w 19506"/>
                <a:gd name="connsiteY0" fmla="*/ 0 h 19622"/>
                <a:gd name="connsiteX1" fmla="*/ 19507 w 19506"/>
                <a:gd name="connsiteY1" fmla="*/ 0 h 19622"/>
                <a:gd name="connsiteX2" fmla="*/ 19507 w 19506"/>
                <a:gd name="connsiteY2" fmla="*/ 19622 h 19622"/>
                <a:gd name="connsiteX3" fmla="*/ 0 w 19506"/>
                <a:gd name="connsiteY3" fmla="*/ 19622 h 19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06" h="19622">
                  <a:moveTo>
                    <a:pt x="0" y="0"/>
                  </a:moveTo>
                  <a:lnTo>
                    <a:pt x="19507" y="0"/>
                  </a:lnTo>
                  <a:lnTo>
                    <a:pt x="19507" y="19622"/>
                  </a:lnTo>
                  <a:lnTo>
                    <a:pt x="0" y="1962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18" name="Freeform 417">
              <a:extLst>
                <a:ext uri="{FF2B5EF4-FFF2-40B4-BE49-F238E27FC236}">
                  <a16:creationId xmlns:a16="http://schemas.microsoft.com/office/drawing/2014/main" id="{EB5ADFC5-1311-FF42-BC9C-4FA977F4A2CC}"/>
                </a:ext>
              </a:extLst>
            </p:cNvPr>
            <p:cNvSpPr/>
            <p:nvPr/>
          </p:nvSpPr>
          <p:spPr>
            <a:xfrm rot="16623000">
              <a:off x="1379511" y="2012811"/>
              <a:ext cx="13722" cy="13708"/>
            </a:xfrm>
            <a:custGeom>
              <a:avLst/>
              <a:gdLst>
                <a:gd name="connsiteX0" fmla="*/ 0 w 13722"/>
                <a:gd name="connsiteY0" fmla="*/ 0 h 13708"/>
                <a:gd name="connsiteX1" fmla="*/ 13722 w 13722"/>
                <a:gd name="connsiteY1" fmla="*/ 0 h 13708"/>
                <a:gd name="connsiteX2" fmla="*/ 13722 w 13722"/>
                <a:gd name="connsiteY2" fmla="*/ 13709 h 13708"/>
                <a:gd name="connsiteX3" fmla="*/ 0 w 13722"/>
                <a:gd name="connsiteY3" fmla="*/ 13709 h 13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22" h="13708">
                  <a:moveTo>
                    <a:pt x="0" y="0"/>
                  </a:moveTo>
                  <a:lnTo>
                    <a:pt x="13722" y="0"/>
                  </a:lnTo>
                  <a:lnTo>
                    <a:pt x="13722" y="13709"/>
                  </a:lnTo>
                  <a:lnTo>
                    <a:pt x="0" y="13709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19" name="Freeform 418">
              <a:extLst>
                <a:ext uri="{FF2B5EF4-FFF2-40B4-BE49-F238E27FC236}">
                  <a16:creationId xmlns:a16="http://schemas.microsoft.com/office/drawing/2014/main" id="{9F0F727A-A61B-4341-A90D-D050B99A1DEE}"/>
                </a:ext>
              </a:extLst>
            </p:cNvPr>
            <p:cNvSpPr/>
            <p:nvPr/>
          </p:nvSpPr>
          <p:spPr>
            <a:xfrm rot="16623000">
              <a:off x="1345075" y="2029287"/>
              <a:ext cx="13722" cy="13843"/>
            </a:xfrm>
            <a:custGeom>
              <a:avLst/>
              <a:gdLst>
                <a:gd name="connsiteX0" fmla="*/ 0 w 13722"/>
                <a:gd name="connsiteY0" fmla="*/ 0 h 13843"/>
                <a:gd name="connsiteX1" fmla="*/ 13722 w 13722"/>
                <a:gd name="connsiteY1" fmla="*/ 0 h 13843"/>
                <a:gd name="connsiteX2" fmla="*/ 13722 w 13722"/>
                <a:gd name="connsiteY2" fmla="*/ 13843 h 13843"/>
                <a:gd name="connsiteX3" fmla="*/ 0 w 13722"/>
                <a:gd name="connsiteY3" fmla="*/ 13843 h 13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22" h="13843">
                  <a:moveTo>
                    <a:pt x="0" y="0"/>
                  </a:moveTo>
                  <a:lnTo>
                    <a:pt x="13722" y="0"/>
                  </a:lnTo>
                  <a:lnTo>
                    <a:pt x="13722" y="13843"/>
                  </a:lnTo>
                  <a:lnTo>
                    <a:pt x="0" y="13843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20" name="Freeform 419">
              <a:extLst>
                <a:ext uri="{FF2B5EF4-FFF2-40B4-BE49-F238E27FC236}">
                  <a16:creationId xmlns:a16="http://schemas.microsoft.com/office/drawing/2014/main" id="{C3C7EA50-F97F-1243-A391-CDE74916B317}"/>
                </a:ext>
              </a:extLst>
            </p:cNvPr>
            <p:cNvSpPr/>
            <p:nvPr/>
          </p:nvSpPr>
          <p:spPr>
            <a:xfrm>
              <a:off x="1294852" y="2118262"/>
              <a:ext cx="44395" cy="44217"/>
            </a:xfrm>
            <a:custGeom>
              <a:avLst/>
              <a:gdLst>
                <a:gd name="connsiteX0" fmla="*/ 44395 w 44395"/>
                <a:gd name="connsiteY0" fmla="*/ 21369 h 44217"/>
                <a:gd name="connsiteX1" fmla="*/ 21390 w 44395"/>
                <a:gd name="connsiteY1" fmla="*/ 0 h 44217"/>
                <a:gd name="connsiteX2" fmla="*/ 0 w 44395"/>
                <a:gd name="connsiteY2" fmla="*/ 22982 h 44217"/>
                <a:gd name="connsiteX3" fmla="*/ 23005 w 44395"/>
                <a:gd name="connsiteY3" fmla="*/ 44217 h 44217"/>
                <a:gd name="connsiteX4" fmla="*/ 44395 w 44395"/>
                <a:gd name="connsiteY4" fmla="*/ 21369 h 44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95" h="44217">
                  <a:moveTo>
                    <a:pt x="44395" y="21369"/>
                  </a:moveTo>
                  <a:lnTo>
                    <a:pt x="21390" y="0"/>
                  </a:lnTo>
                  <a:lnTo>
                    <a:pt x="0" y="22982"/>
                  </a:lnTo>
                  <a:lnTo>
                    <a:pt x="23005" y="44217"/>
                  </a:lnTo>
                  <a:lnTo>
                    <a:pt x="44395" y="21369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21" name="Freeform 420">
              <a:extLst>
                <a:ext uri="{FF2B5EF4-FFF2-40B4-BE49-F238E27FC236}">
                  <a16:creationId xmlns:a16="http://schemas.microsoft.com/office/drawing/2014/main" id="{5578B92F-6BD8-BB4F-8D12-D8BB3D947C7A}"/>
                </a:ext>
              </a:extLst>
            </p:cNvPr>
            <p:cNvSpPr/>
            <p:nvPr/>
          </p:nvSpPr>
          <p:spPr>
            <a:xfrm>
              <a:off x="1290547" y="1679987"/>
              <a:ext cx="44395" cy="44217"/>
            </a:xfrm>
            <a:custGeom>
              <a:avLst/>
              <a:gdLst>
                <a:gd name="connsiteX0" fmla="*/ 44395 w 44395"/>
                <a:gd name="connsiteY0" fmla="*/ 21235 h 44217"/>
                <a:gd name="connsiteX1" fmla="*/ 21390 w 44395"/>
                <a:gd name="connsiteY1" fmla="*/ 0 h 44217"/>
                <a:gd name="connsiteX2" fmla="*/ 0 w 44395"/>
                <a:gd name="connsiteY2" fmla="*/ 22848 h 44217"/>
                <a:gd name="connsiteX3" fmla="*/ 23005 w 44395"/>
                <a:gd name="connsiteY3" fmla="*/ 44217 h 44217"/>
                <a:gd name="connsiteX4" fmla="*/ 44395 w 44395"/>
                <a:gd name="connsiteY4" fmla="*/ 21235 h 44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95" h="44217">
                  <a:moveTo>
                    <a:pt x="44395" y="21235"/>
                  </a:moveTo>
                  <a:lnTo>
                    <a:pt x="21390" y="0"/>
                  </a:lnTo>
                  <a:lnTo>
                    <a:pt x="0" y="22848"/>
                  </a:lnTo>
                  <a:lnTo>
                    <a:pt x="23005" y="44217"/>
                  </a:lnTo>
                  <a:lnTo>
                    <a:pt x="44395" y="21235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22" name="Freeform 421">
              <a:extLst>
                <a:ext uri="{FF2B5EF4-FFF2-40B4-BE49-F238E27FC236}">
                  <a16:creationId xmlns:a16="http://schemas.microsoft.com/office/drawing/2014/main" id="{53DE675A-DD3C-F841-BA4C-2708A432CD3F}"/>
                </a:ext>
              </a:extLst>
            </p:cNvPr>
            <p:cNvSpPr/>
            <p:nvPr/>
          </p:nvSpPr>
          <p:spPr>
            <a:xfrm>
              <a:off x="1328081" y="2088157"/>
              <a:ext cx="35650" cy="35481"/>
            </a:xfrm>
            <a:custGeom>
              <a:avLst/>
              <a:gdLst>
                <a:gd name="connsiteX0" fmla="*/ 35651 w 35650"/>
                <a:gd name="connsiteY0" fmla="*/ 17069 h 35481"/>
                <a:gd name="connsiteX1" fmla="*/ 17220 w 35650"/>
                <a:gd name="connsiteY1" fmla="*/ 0 h 35481"/>
                <a:gd name="connsiteX2" fmla="*/ 0 w 35650"/>
                <a:gd name="connsiteY2" fmla="*/ 18413 h 35481"/>
                <a:gd name="connsiteX3" fmla="*/ 18565 w 35650"/>
                <a:gd name="connsiteY3" fmla="*/ 35481 h 35481"/>
                <a:gd name="connsiteX4" fmla="*/ 35651 w 35650"/>
                <a:gd name="connsiteY4" fmla="*/ 17069 h 3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50" h="35481">
                  <a:moveTo>
                    <a:pt x="35651" y="17069"/>
                  </a:moveTo>
                  <a:lnTo>
                    <a:pt x="17220" y="0"/>
                  </a:lnTo>
                  <a:lnTo>
                    <a:pt x="0" y="18413"/>
                  </a:lnTo>
                  <a:lnTo>
                    <a:pt x="18565" y="35481"/>
                  </a:lnTo>
                  <a:lnTo>
                    <a:pt x="35651" y="17069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23" name="Freeform 422">
              <a:extLst>
                <a:ext uri="{FF2B5EF4-FFF2-40B4-BE49-F238E27FC236}">
                  <a16:creationId xmlns:a16="http://schemas.microsoft.com/office/drawing/2014/main" id="{96B76830-8E60-EC47-9415-83A6CD61A74D}"/>
                </a:ext>
              </a:extLst>
            </p:cNvPr>
            <p:cNvSpPr/>
            <p:nvPr/>
          </p:nvSpPr>
          <p:spPr>
            <a:xfrm>
              <a:off x="1269157" y="2089098"/>
              <a:ext cx="35516" cy="35481"/>
            </a:xfrm>
            <a:custGeom>
              <a:avLst/>
              <a:gdLst>
                <a:gd name="connsiteX0" fmla="*/ 35516 w 35516"/>
                <a:gd name="connsiteY0" fmla="*/ 17069 h 35481"/>
                <a:gd name="connsiteX1" fmla="*/ 17085 w 35516"/>
                <a:gd name="connsiteY1" fmla="*/ 0 h 35481"/>
                <a:gd name="connsiteX2" fmla="*/ 0 w 35516"/>
                <a:gd name="connsiteY2" fmla="*/ 18413 h 35481"/>
                <a:gd name="connsiteX3" fmla="*/ 18431 w 35516"/>
                <a:gd name="connsiteY3" fmla="*/ 35481 h 35481"/>
                <a:gd name="connsiteX4" fmla="*/ 35516 w 35516"/>
                <a:gd name="connsiteY4" fmla="*/ 17069 h 3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516" h="35481">
                  <a:moveTo>
                    <a:pt x="35516" y="17069"/>
                  </a:moveTo>
                  <a:lnTo>
                    <a:pt x="17085" y="0"/>
                  </a:lnTo>
                  <a:lnTo>
                    <a:pt x="0" y="18413"/>
                  </a:lnTo>
                  <a:lnTo>
                    <a:pt x="18431" y="35481"/>
                  </a:lnTo>
                  <a:lnTo>
                    <a:pt x="35516" y="17069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24" name="Freeform 423">
              <a:extLst>
                <a:ext uri="{FF2B5EF4-FFF2-40B4-BE49-F238E27FC236}">
                  <a16:creationId xmlns:a16="http://schemas.microsoft.com/office/drawing/2014/main" id="{94CB6E25-ED23-6446-9AE3-E27245CBBE7F}"/>
                </a:ext>
              </a:extLst>
            </p:cNvPr>
            <p:cNvSpPr/>
            <p:nvPr/>
          </p:nvSpPr>
          <p:spPr>
            <a:xfrm>
              <a:off x="1302251" y="2069610"/>
              <a:ext cx="27713" cy="27686"/>
            </a:xfrm>
            <a:custGeom>
              <a:avLst/>
              <a:gdLst>
                <a:gd name="connsiteX0" fmla="*/ 27713 w 27713"/>
                <a:gd name="connsiteY0" fmla="*/ 13305 h 27686"/>
                <a:gd name="connsiteX1" fmla="*/ 13318 w 27713"/>
                <a:gd name="connsiteY1" fmla="*/ 0 h 27686"/>
                <a:gd name="connsiteX2" fmla="*/ 0 w 27713"/>
                <a:gd name="connsiteY2" fmla="*/ 14381 h 27686"/>
                <a:gd name="connsiteX3" fmla="*/ 14260 w 27713"/>
                <a:gd name="connsiteY3" fmla="*/ 27686 h 27686"/>
                <a:gd name="connsiteX4" fmla="*/ 27713 w 27713"/>
                <a:gd name="connsiteY4" fmla="*/ 13305 h 27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3" h="27686">
                  <a:moveTo>
                    <a:pt x="27713" y="13305"/>
                  </a:moveTo>
                  <a:lnTo>
                    <a:pt x="13318" y="0"/>
                  </a:lnTo>
                  <a:lnTo>
                    <a:pt x="0" y="14381"/>
                  </a:lnTo>
                  <a:lnTo>
                    <a:pt x="14260" y="27686"/>
                  </a:lnTo>
                  <a:lnTo>
                    <a:pt x="27713" y="13305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25" name="Freeform 424">
              <a:extLst>
                <a:ext uri="{FF2B5EF4-FFF2-40B4-BE49-F238E27FC236}">
                  <a16:creationId xmlns:a16="http://schemas.microsoft.com/office/drawing/2014/main" id="{46D73803-733D-064D-A9E3-6C992930D7D4}"/>
                </a:ext>
              </a:extLst>
            </p:cNvPr>
            <p:cNvSpPr/>
            <p:nvPr/>
          </p:nvSpPr>
          <p:spPr>
            <a:xfrm>
              <a:off x="1250188" y="2062755"/>
              <a:ext cx="27713" cy="27686"/>
            </a:xfrm>
            <a:custGeom>
              <a:avLst/>
              <a:gdLst>
                <a:gd name="connsiteX0" fmla="*/ 27713 w 27713"/>
                <a:gd name="connsiteY0" fmla="*/ 13306 h 27686"/>
                <a:gd name="connsiteX1" fmla="*/ 13318 w 27713"/>
                <a:gd name="connsiteY1" fmla="*/ 0 h 27686"/>
                <a:gd name="connsiteX2" fmla="*/ 0 w 27713"/>
                <a:gd name="connsiteY2" fmla="*/ 14381 h 27686"/>
                <a:gd name="connsiteX3" fmla="*/ 14395 w 27713"/>
                <a:gd name="connsiteY3" fmla="*/ 27686 h 27686"/>
                <a:gd name="connsiteX4" fmla="*/ 27713 w 27713"/>
                <a:gd name="connsiteY4" fmla="*/ 13306 h 27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3" h="27686">
                  <a:moveTo>
                    <a:pt x="27713" y="13306"/>
                  </a:moveTo>
                  <a:lnTo>
                    <a:pt x="13318" y="0"/>
                  </a:lnTo>
                  <a:lnTo>
                    <a:pt x="0" y="14381"/>
                  </a:lnTo>
                  <a:lnTo>
                    <a:pt x="14395" y="27686"/>
                  </a:lnTo>
                  <a:lnTo>
                    <a:pt x="27713" y="13306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26" name="Freeform 425">
              <a:extLst>
                <a:ext uri="{FF2B5EF4-FFF2-40B4-BE49-F238E27FC236}">
                  <a16:creationId xmlns:a16="http://schemas.microsoft.com/office/drawing/2014/main" id="{3682625F-7C45-9B4E-A3A1-D74F9F2203C1}"/>
                </a:ext>
              </a:extLst>
            </p:cNvPr>
            <p:cNvSpPr/>
            <p:nvPr/>
          </p:nvSpPr>
          <p:spPr>
            <a:xfrm>
              <a:off x="1320682" y="2046090"/>
              <a:ext cx="27713" cy="27686"/>
            </a:xfrm>
            <a:custGeom>
              <a:avLst/>
              <a:gdLst>
                <a:gd name="connsiteX0" fmla="*/ 27713 w 27713"/>
                <a:gd name="connsiteY0" fmla="*/ 13305 h 27686"/>
                <a:gd name="connsiteX1" fmla="*/ 13319 w 27713"/>
                <a:gd name="connsiteY1" fmla="*/ 0 h 27686"/>
                <a:gd name="connsiteX2" fmla="*/ 0 w 27713"/>
                <a:gd name="connsiteY2" fmla="*/ 14381 h 27686"/>
                <a:gd name="connsiteX3" fmla="*/ 14395 w 27713"/>
                <a:gd name="connsiteY3" fmla="*/ 27686 h 27686"/>
                <a:gd name="connsiteX4" fmla="*/ 27713 w 27713"/>
                <a:gd name="connsiteY4" fmla="*/ 13305 h 27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3" h="27686">
                  <a:moveTo>
                    <a:pt x="27713" y="13305"/>
                  </a:moveTo>
                  <a:lnTo>
                    <a:pt x="13319" y="0"/>
                  </a:lnTo>
                  <a:lnTo>
                    <a:pt x="0" y="14381"/>
                  </a:lnTo>
                  <a:lnTo>
                    <a:pt x="14395" y="27686"/>
                  </a:lnTo>
                  <a:lnTo>
                    <a:pt x="27713" y="13305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27" name="Freeform 426">
              <a:extLst>
                <a:ext uri="{FF2B5EF4-FFF2-40B4-BE49-F238E27FC236}">
                  <a16:creationId xmlns:a16="http://schemas.microsoft.com/office/drawing/2014/main" id="{0764E0B3-F0B4-1E42-8836-4002E5BB5383}"/>
                </a:ext>
              </a:extLst>
            </p:cNvPr>
            <p:cNvSpPr/>
            <p:nvPr/>
          </p:nvSpPr>
          <p:spPr>
            <a:xfrm>
              <a:off x="1277498" y="2046896"/>
              <a:ext cx="27713" cy="27551"/>
            </a:xfrm>
            <a:custGeom>
              <a:avLst/>
              <a:gdLst>
                <a:gd name="connsiteX0" fmla="*/ 27713 w 27713"/>
                <a:gd name="connsiteY0" fmla="*/ 13305 h 27551"/>
                <a:gd name="connsiteX1" fmla="*/ 13318 w 27713"/>
                <a:gd name="connsiteY1" fmla="*/ 0 h 27551"/>
                <a:gd name="connsiteX2" fmla="*/ 0 w 27713"/>
                <a:gd name="connsiteY2" fmla="*/ 14246 h 27551"/>
                <a:gd name="connsiteX3" fmla="*/ 14395 w 27713"/>
                <a:gd name="connsiteY3" fmla="*/ 27552 h 27551"/>
                <a:gd name="connsiteX4" fmla="*/ 27713 w 27713"/>
                <a:gd name="connsiteY4" fmla="*/ 13305 h 2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13" h="27551">
                  <a:moveTo>
                    <a:pt x="27713" y="13305"/>
                  </a:moveTo>
                  <a:lnTo>
                    <a:pt x="13318" y="0"/>
                  </a:lnTo>
                  <a:lnTo>
                    <a:pt x="0" y="14246"/>
                  </a:lnTo>
                  <a:lnTo>
                    <a:pt x="14395" y="27552"/>
                  </a:lnTo>
                  <a:lnTo>
                    <a:pt x="27713" y="13305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28" name="Freeform 427">
              <a:extLst>
                <a:ext uri="{FF2B5EF4-FFF2-40B4-BE49-F238E27FC236}">
                  <a16:creationId xmlns:a16="http://schemas.microsoft.com/office/drawing/2014/main" id="{2576EC03-B006-AB4B-BD2B-AD7F3DD0BF82}"/>
                </a:ext>
              </a:extLst>
            </p:cNvPr>
            <p:cNvSpPr/>
            <p:nvPr/>
          </p:nvSpPr>
          <p:spPr>
            <a:xfrm>
              <a:off x="1304000" y="2034263"/>
              <a:ext cx="19506" cy="19487"/>
            </a:xfrm>
            <a:custGeom>
              <a:avLst/>
              <a:gdLst>
                <a:gd name="connsiteX0" fmla="*/ 19507 w 19506"/>
                <a:gd name="connsiteY0" fmla="*/ 9408 h 19487"/>
                <a:gd name="connsiteX1" fmla="*/ 9417 w 19506"/>
                <a:gd name="connsiteY1" fmla="*/ 0 h 19487"/>
                <a:gd name="connsiteX2" fmla="*/ 0 w 19506"/>
                <a:gd name="connsiteY2" fmla="*/ 10080 h 19487"/>
                <a:gd name="connsiteX3" fmla="*/ 10090 w 19506"/>
                <a:gd name="connsiteY3" fmla="*/ 19488 h 19487"/>
                <a:gd name="connsiteX4" fmla="*/ 19507 w 19506"/>
                <a:gd name="connsiteY4" fmla="*/ 9408 h 1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06" h="19487">
                  <a:moveTo>
                    <a:pt x="19507" y="9408"/>
                  </a:moveTo>
                  <a:lnTo>
                    <a:pt x="9417" y="0"/>
                  </a:lnTo>
                  <a:lnTo>
                    <a:pt x="0" y="10080"/>
                  </a:lnTo>
                  <a:lnTo>
                    <a:pt x="10090" y="19488"/>
                  </a:lnTo>
                  <a:lnTo>
                    <a:pt x="19507" y="9408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29" name="Freeform 428">
              <a:extLst>
                <a:ext uri="{FF2B5EF4-FFF2-40B4-BE49-F238E27FC236}">
                  <a16:creationId xmlns:a16="http://schemas.microsoft.com/office/drawing/2014/main" id="{219C6946-4DCB-9D4A-91B6-AF93EADCB828}"/>
                </a:ext>
              </a:extLst>
            </p:cNvPr>
            <p:cNvSpPr/>
            <p:nvPr/>
          </p:nvSpPr>
          <p:spPr>
            <a:xfrm>
              <a:off x="1266332" y="2027408"/>
              <a:ext cx="19506" cy="19487"/>
            </a:xfrm>
            <a:custGeom>
              <a:avLst/>
              <a:gdLst>
                <a:gd name="connsiteX0" fmla="*/ 19507 w 19506"/>
                <a:gd name="connsiteY0" fmla="*/ 9408 h 19487"/>
                <a:gd name="connsiteX1" fmla="*/ 9417 w 19506"/>
                <a:gd name="connsiteY1" fmla="*/ 0 h 19487"/>
                <a:gd name="connsiteX2" fmla="*/ 0 w 19506"/>
                <a:gd name="connsiteY2" fmla="*/ 10080 h 19487"/>
                <a:gd name="connsiteX3" fmla="*/ 10090 w 19506"/>
                <a:gd name="connsiteY3" fmla="*/ 19488 h 19487"/>
                <a:gd name="connsiteX4" fmla="*/ 19507 w 19506"/>
                <a:gd name="connsiteY4" fmla="*/ 9408 h 1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06" h="19487">
                  <a:moveTo>
                    <a:pt x="19507" y="9408"/>
                  </a:moveTo>
                  <a:lnTo>
                    <a:pt x="9417" y="0"/>
                  </a:lnTo>
                  <a:lnTo>
                    <a:pt x="0" y="10080"/>
                  </a:lnTo>
                  <a:lnTo>
                    <a:pt x="10090" y="19488"/>
                  </a:lnTo>
                  <a:lnTo>
                    <a:pt x="19507" y="9408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30" name="Freeform 429">
              <a:extLst>
                <a:ext uri="{FF2B5EF4-FFF2-40B4-BE49-F238E27FC236}">
                  <a16:creationId xmlns:a16="http://schemas.microsoft.com/office/drawing/2014/main" id="{581EB475-5BE0-B94F-A80A-3AECAB1CA356}"/>
                </a:ext>
              </a:extLst>
            </p:cNvPr>
            <p:cNvSpPr/>
            <p:nvPr/>
          </p:nvSpPr>
          <p:spPr>
            <a:xfrm rot="20920200">
              <a:off x="1170903" y="2085663"/>
              <a:ext cx="31345" cy="31314"/>
            </a:xfrm>
            <a:custGeom>
              <a:avLst/>
              <a:gdLst>
                <a:gd name="connsiteX0" fmla="*/ 0 w 31345"/>
                <a:gd name="connsiteY0" fmla="*/ 0 h 31314"/>
                <a:gd name="connsiteX1" fmla="*/ 31346 w 31345"/>
                <a:gd name="connsiteY1" fmla="*/ 0 h 31314"/>
                <a:gd name="connsiteX2" fmla="*/ 31346 w 31345"/>
                <a:gd name="connsiteY2" fmla="*/ 31315 h 31314"/>
                <a:gd name="connsiteX3" fmla="*/ 0 w 31345"/>
                <a:gd name="connsiteY3" fmla="*/ 31315 h 3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345" h="31314">
                  <a:moveTo>
                    <a:pt x="0" y="0"/>
                  </a:moveTo>
                  <a:lnTo>
                    <a:pt x="31346" y="0"/>
                  </a:lnTo>
                  <a:lnTo>
                    <a:pt x="31346" y="31315"/>
                  </a:lnTo>
                  <a:lnTo>
                    <a:pt x="0" y="31315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31" name="Freeform 430">
              <a:extLst>
                <a:ext uri="{FF2B5EF4-FFF2-40B4-BE49-F238E27FC236}">
                  <a16:creationId xmlns:a16="http://schemas.microsoft.com/office/drawing/2014/main" id="{0C9AAD7B-CD8D-3242-A309-D546D50D4E4C}"/>
                </a:ext>
              </a:extLst>
            </p:cNvPr>
            <p:cNvSpPr/>
            <p:nvPr/>
          </p:nvSpPr>
          <p:spPr>
            <a:xfrm rot="20920200">
              <a:off x="1217929" y="2077565"/>
              <a:ext cx="25157" cy="25132"/>
            </a:xfrm>
            <a:custGeom>
              <a:avLst/>
              <a:gdLst>
                <a:gd name="connsiteX0" fmla="*/ 0 w 25157"/>
                <a:gd name="connsiteY0" fmla="*/ 0 h 25132"/>
                <a:gd name="connsiteX1" fmla="*/ 25157 w 25157"/>
                <a:gd name="connsiteY1" fmla="*/ 0 h 25132"/>
                <a:gd name="connsiteX2" fmla="*/ 25157 w 25157"/>
                <a:gd name="connsiteY2" fmla="*/ 25133 h 25132"/>
                <a:gd name="connsiteX3" fmla="*/ 0 w 25157"/>
                <a:gd name="connsiteY3" fmla="*/ 25133 h 25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57" h="25132">
                  <a:moveTo>
                    <a:pt x="0" y="0"/>
                  </a:moveTo>
                  <a:lnTo>
                    <a:pt x="25157" y="0"/>
                  </a:lnTo>
                  <a:lnTo>
                    <a:pt x="25157" y="25133"/>
                  </a:lnTo>
                  <a:lnTo>
                    <a:pt x="0" y="25133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32" name="Freeform 431">
              <a:extLst>
                <a:ext uri="{FF2B5EF4-FFF2-40B4-BE49-F238E27FC236}">
                  <a16:creationId xmlns:a16="http://schemas.microsoft.com/office/drawing/2014/main" id="{8F29A9F3-92C0-764B-9209-22DC64806DEF}"/>
                </a:ext>
              </a:extLst>
            </p:cNvPr>
            <p:cNvSpPr/>
            <p:nvPr/>
          </p:nvSpPr>
          <p:spPr>
            <a:xfrm rot="20919600">
              <a:off x="1169232" y="2044044"/>
              <a:ext cx="25157" cy="25132"/>
            </a:xfrm>
            <a:custGeom>
              <a:avLst/>
              <a:gdLst>
                <a:gd name="connsiteX0" fmla="*/ 0 w 25157"/>
                <a:gd name="connsiteY0" fmla="*/ 0 h 25132"/>
                <a:gd name="connsiteX1" fmla="*/ 25157 w 25157"/>
                <a:gd name="connsiteY1" fmla="*/ 0 h 25132"/>
                <a:gd name="connsiteX2" fmla="*/ 25157 w 25157"/>
                <a:gd name="connsiteY2" fmla="*/ 25133 h 25132"/>
                <a:gd name="connsiteX3" fmla="*/ 0 w 25157"/>
                <a:gd name="connsiteY3" fmla="*/ 25133 h 25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57" h="25132">
                  <a:moveTo>
                    <a:pt x="0" y="0"/>
                  </a:moveTo>
                  <a:lnTo>
                    <a:pt x="25157" y="0"/>
                  </a:lnTo>
                  <a:lnTo>
                    <a:pt x="25157" y="25133"/>
                  </a:lnTo>
                  <a:lnTo>
                    <a:pt x="0" y="25133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33" name="Freeform 432">
              <a:extLst>
                <a:ext uri="{FF2B5EF4-FFF2-40B4-BE49-F238E27FC236}">
                  <a16:creationId xmlns:a16="http://schemas.microsoft.com/office/drawing/2014/main" id="{22B563E8-55F6-444B-9766-854AC30476BF}"/>
                </a:ext>
              </a:extLst>
            </p:cNvPr>
            <p:cNvSpPr/>
            <p:nvPr/>
          </p:nvSpPr>
          <p:spPr>
            <a:xfrm rot="20920200">
              <a:off x="1209632" y="2044663"/>
              <a:ext cx="19641" cy="19487"/>
            </a:xfrm>
            <a:custGeom>
              <a:avLst/>
              <a:gdLst>
                <a:gd name="connsiteX0" fmla="*/ 0 w 19641"/>
                <a:gd name="connsiteY0" fmla="*/ 0 h 19487"/>
                <a:gd name="connsiteX1" fmla="*/ 19641 w 19641"/>
                <a:gd name="connsiteY1" fmla="*/ 0 h 19487"/>
                <a:gd name="connsiteX2" fmla="*/ 19641 w 19641"/>
                <a:gd name="connsiteY2" fmla="*/ 19488 h 19487"/>
                <a:gd name="connsiteX3" fmla="*/ 0 w 19641"/>
                <a:gd name="connsiteY3" fmla="*/ 19488 h 1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41" h="19487">
                  <a:moveTo>
                    <a:pt x="0" y="0"/>
                  </a:moveTo>
                  <a:lnTo>
                    <a:pt x="19641" y="0"/>
                  </a:lnTo>
                  <a:lnTo>
                    <a:pt x="19641" y="19488"/>
                  </a:lnTo>
                  <a:lnTo>
                    <a:pt x="0" y="19488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34" name="Freeform 433">
              <a:extLst>
                <a:ext uri="{FF2B5EF4-FFF2-40B4-BE49-F238E27FC236}">
                  <a16:creationId xmlns:a16="http://schemas.microsoft.com/office/drawing/2014/main" id="{42CB162A-0CD0-844D-8793-5593DB88521B}"/>
                </a:ext>
              </a:extLst>
            </p:cNvPr>
            <p:cNvSpPr/>
            <p:nvPr/>
          </p:nvSpPr>
          <p:spPr>
            <a:xfrm rot="20920200">
              <a:off x="1238269" y="2036511"/>
              <a:ext cx="19641" cy="19487"/>
            </a:xfrm>
            <a:custGeom>
              <a:avLst/>
              <a:gdLst>
                <a:gd name="connsiteX0" fmla="*/ 0 w 19641"/>
                <a:gd name="connsiteY0" fmla="*/ 0 h 19487"/>
                <a:gd name="connsiteX1" fmla="*/ 19641 w 19641"/>
                <a:gd name="connsiteY1" fmla="*/ 0 h 19487"/>
                <a:gd name="connsiteX2" fmla="*/ 19641 w 19641"/>
                <a:gd name="connsiteY2" fmla="*/ 19488 h 19487"/>
                <a:gd name="connsiteX3" fmla="*/ 0 w 19641"/>
                <a:gd name="connsiteY3" fmla="*/ 19488 h 1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41" h="19487">
                  <a:moveTo>
                    <a:pt x="0" y="0"/>
                  </a:moveTo>
                  <a:lnTo>
                    <a:pt x="19641" y="0"/>
                  </a:lnTo>
                  <a:lnTo>
                    <a:pt x="19641" y="19488"/>
                  </a:lnTo>
                  <a:lnTo>
                    <a:pt x="0" y="19488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35" name="Freeform 434">
              <a:extLst>
                <a:ext uri="{FF2B5EF4-FFF2-40B4-BE49-F238E27FC236}">
                  <a16:creationId xmlns:a16="http://schemas.microsoft.com/office/drawing/2014/main" id="{D953B3F5-6EE4-E045-AAD0-1CE6248407C3}"/>
                </a:ext>
              </a:extLst>
            </p:cNvPr>
            <p:cNvSpPr/>
            <p:nvPr/>
          </p:nvSpPr>
          <p:spPr>
            <a:xfrm rot="20920200">
              <a:off x="1202911" y="2011813"/>
              <a:ext cx="19641" cy="19487"/>
            </a:xfrm>
            <a:custGeom>
              <a:avLst/>
              <a:gdLst>
                <a:gd name="connsiteX0" fmla="*/ 0 w 19641"/>
                <a:gd name="connsiteY0" fmla="*/ 0 h 19487"/>
                <a:gd name="connsiteX1" fmla="*/ 19641 w 19641"/>
                <a:gd name="connsiteY1" fmla="*/ 0 h 19487"/>
                <a:gd name="connsiteX2" fmla="*/ 19641 w 19641"/>
                <a:gd name="connsiteY2" fmla="*/ 19488 h 19487"/>
                <a:gd name="connsiteX3" fmla="*/ 0 w 19641"/>
                <a:gd name="connsiteY3" fmla="*/ 19488 h 1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41" h="19487">
                  <a:moveTo>
                    <a:pt x="0" y="0"/>
                  </a:moveTo>
                  <a:lnTo>
                    <a:pt x="19641" y="0"/>
                  </a:lnTo>
                  <a:lnTo>
                    <a:pt x="19641" y="19488"/>
                  </a:lnTo>
                  <a:lnTo>
                    <a:pt x="0" y="19488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36" name="Freeform 435">
              <a:extLst>
                <a:ext uri="{FF2B5EF4-FFF2-40B4-BE49-F238E27FC236}">
                  <a16:creationId xmlns:a16="http://schemas.microsoft.com/office/drawing/2014/main" id="{600716CD-BB7E-694C-82EC-4CD46B0ECC53}"/>
                </a:ext>
              </a:extLst>
            </p:cNvPr>
            <p:cNvSpPr/>
            <p:nvPr/>
          </p:nvSpPr>
          <p:spPr>
            <a:xfrm rot="20920800">
              <a:off x="1233720" y="2014286"/>
              <a:ext cx="13856" cy="13708"/>
            </a:xfrm>
            <a:custGeom>
              <a:avLst/>
              <a:gdLst>
                <a:gd name="connsiteX0" fmla="*/ 0 w 13856"/>
                <a:gd name="connsiteY0" fmla="*/ 0 h 13708"/>
                <a:gd name="connsiteX1" fmla="*/ 13857 w 13856"/>
                <a:gd name="connsiteY1" fmla="*/ 0 h 13708"/>
                <a:gd name="connsiteX2" fmla="*/ 13857 w 13856"/>
                <a:gd name="connsiteY2" fmla="*/ 13709 h 13708"/>
                <a:gd name="connsiteX3" fmla="*/ 0 w 13856"/>
                <a:gd name="connsiteY3" fmla="*/ 13709 h 13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56" h="13708">
                  <a:moveTo>
                    <a:pt x="0" y="0"/>
                  </a:moveTo>
                  <a:lnTo>
                    <a:pt x="13857" y="0"/>
                  </a:lnTo>
                  <a:lnTo>
                    <a:pt x="13857" y="13709"/>
                  </a:lnTo>
                  <a:lnTo>
                    <a:pt x="0" y="13709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37" name="Freeform 436">
              <a:extLst>
                <a:ext uri="{FF2B5EF4-FFF2-40B4-BE49-F238E27FC236}">
                  <a16:creationId xmlns:a16="http://schemas.microsoft.com/office/drawing/2014/main" id="{C5B3860C-EE77-2F41-A5F0-A7A1A46A4849}"/>
                </a:ext>
              </a:extLst>
            </p:cNvPr>
            <p:cNvSpPr/>
            <p:nvPr/>
          </p:nvSpPr>
          <p:spPr>
            <a:xfrm rot="20919600">
              <a:off x="1206957" y="1986956"/>
              <a:ext cx="13722" cy="13708"/>
            </a:xfrm>
            <a:custGeom>
              <a:avLst/>
              <a:gdLst>
                <a:gd name="connsiteX0" fmla="*/ 0 w 13722"/>
                <a:gd name="connsiteY0" fmla="*/ 0 h 13708"/>
                <a:gd name="connsiteX1" fmla="*/ 13722 w 13722"/>
                <a:gd name="connsiteY1" fmla="*/ 0 h 13708"/>
                <a:gd name="connsiteX2" fmla="*/ 13722 w 13722"/>
                <a:gd name="connsiteY2" fmla="*/ 13709 h 13708"/>
                <a:gd name="connsiteX3" fmla="*/ 0 w 13722"/>
                <a:gd name="connsiteY3" fmla="*/ 13709 h 13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22" h="13708">
                  <a:moveTo>
                    <a:pt x="0" y="0"/>
                  </a:moveTo>
                  <a:lnTo>
                    <a:pt x="13722" y="0"/>
                  </a:lnTo>
                  <a:lnTo>
                    <a:pt x="13722" y="13709"/>
                  </a:lnTo>
                  <a:lnTo>
                    <a:pt x="0" y="13709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38" name="Freeform 437">
              <a:extLst>
                <a:ext uri="{FF2B5EF4-FFF2-40B4-BE49-F238E27FC236}">
                  <a16:creationId xmlns:a16="http://schemas.microsoft.com/office/drawing/2014/main" id="{6140729B-61CB-0742-85E7-89F75E59A3A2}"/>
                </a:ext>
              </a:extLst>
            </p:cNvPr>
            <p:cNvSpPr/>
            <p:nvPr/>
          </p:nvSpPr>
          <p:spPr>
            <a:xfrm>
              <a:off x="1083102" y="1972842"/>
              <a:ext cx="41569" cy="41394"/>
            </a:xfrm>
            <a:custGeom>
              <a:avLst/>
              <a:gdLst>
                <a:gd name="connsiteX0" fmla="*/ 28520 w 41569"/>
                <a:gd name="connsiteY0" fmla="*/ 41395 h 41394"/>
                <a:gd name="connsiteX1" fmla="*/ 41570 w 41569"/>
                <a:gd name="connsiteY1" fmla="*/ 12902 h 41394"/>
                <a:gd name="connsiteX2" fmla="*/ 13049 w 41569"/>
                <a:gd name="connsiteY2" fmla="*/ 0 h 41394"/>
                <a:gd name="connsiteX3" fmla="*/ 0 w 41569"/>
                <a:gd name="connsiteY3" fmla="*/ 28493 h 41394"/>
                <a:gd name="connsiteX4" fmla="*/ 28520 w 41569"/>
                <a:gd name="connsiteY4" fmla="*/ 41395 h 4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569" h="41394">
                  <a:moveTo>
                    <a:pt x="28520" y="41395"/>
                  </a:moveTo>
                  <a:lnTo>
                    <a:pt x="41570" y="12902"/>
                  </a:lnTo>
                  <a:lnTo>
                    <a:pt x="13049" y="0"/>
                  </a:lnTo>
                  <a:lnTo>
                    <a:pt x="0" y="28493"/>
                  </a:lnTo>
                  <a:lnTo>
                    <a:pt x="28520" y="41395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39" name="Freeform 438">
              <a:extLst>
                <a:ext uri="{FF2B5EF4-FFF2-40B4-BE49-F238E27FC236}">
                  <a16:creationId xmlns:a16="http://schemas.microsoft.com/office/drawing/2014/main" id="{07774B62-D523-8147-A6B6-95114854A34D}"/>
                </a:ext>
              </a:extLst>
            </p:cNvPr>
            <p:cNvSpPr/>
            <p:nvPr/>
          </p:nvSpPr>
          <p:spPr>
            <a:xfrm>
              <a:off x="1129245" y="1993406"/>
              <a:ext cx="33363" cy="33196"/>
            </a:xfrm>
            <a:custGeom>
              <a:avLst/>
              <a:gdLst>
                <a:gd name="connsiteX0" fmla="*/ 22870 w 33363"/>
                <a:gd name="connsiteY0" fmla="*/ 33196 h 33196"/>
                <a:gd name="connsiteX1" fmla="*/ 33363 w 33363"/>
                <a:gd name="connsiteY1" fmla="*/ 10483 h 33196"/>
                <a:gd name="connsiteX2" fmla="*/ 10359 w 33363"/>
                <a:gd name="connsiteY2" fmla="*/ 0 h 33196"/>
                <a:gd name="connsiteX3" fmla="*/ 0 w 33363"/>
                <a:gd name="connsiteY3" fmla="*/ 22848 h 33196"/>
                <a:gd name="connsiteX4" fmla="*/ 22870 w 33363"/>
                <a:gd name="connsiteY4" fmla="*/ 33196 h 33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63" h="33196">
                  <a:moveTo>
                    <a:pt x="22870" y="33196"/>
                  </a:moveTo>
                  <a:lnTo>
                    <a:pt x="33363" y="10483"/>
                  </a:lnTo>
                  <a:lnTo>
                    <a:pt x="10359" y="0"/>
                  </a:lnTo>
                  <a:lnTo>
                    <a:pt x="0" y="22848"/>
                  </a:lnTo>
                  <a:lnTo>
                    <a:pt x="22870" y="33196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40" name="Freeform 439">
              <a:extLst>
                <a:ext uri="{FF2B5EF4-FFF2-40B4-BE49-F238E27FC236}">
                  <a16:creationId xmlns:a16="http://schemas.microsoft.com/office/drawing/2014/main" id="{24DAE2DC-630C-234C-AE85-7D47F1FA7A14}"/>
                </a:ext>
              </a:extLst>
            </p:cNvPr>
            <p:cNvSpPr/>
            <p:nvPr/>
          </p:nvSpPr>
          <p:spPr>
            <a:xfrm>
              <a:off x="1109604" y="1937899"/>
              <a:ext cx="33363" cy="33196"/>
            </a:xfrm>
            <a:custGeom>
              <a:avLst/>
              <a:gdLst>
                <a:gd name="connsiteX0" fmla="*/ 23005 w 33363"/>
                <a:gd name="connsiteY0" fmla="*/ 33197 h 33196"/>
                <a:gd name="connsiteX1" fmla="*/ 33363 w 33363"/>
                <a:gd name="connsiteY1" fmla="*/ 10349 h 33196"/>
                <a:gd name="connsiteX2" fmla="*/ 10493 w 33363"/>
                <a:gd name="connsiteY2" fmla="*/ 0 h 33196"/>
                <a:gd name="connsiteX3" fmla="*/ 0 w 33363"/>
                <a:gd name="connsiteY3" fmla="*/ 22848 h 33196"/>
                <a:gd name="connsiteX4" fmla="*/ 23005 w 33363"/>
                <a:gd name="connsiteY4" fmla="*/ 33197 h 33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63" h="33196">
                  <a:moveTo>
                    <a:pt x="23005" y="33197"/>
                  </a:moveTo>
                  <a:lnTo>
                    <a:pt x="33363" y="10349"/>
                  </a:lnTo>
                  <a:lnTo>
                    <a:pt x="10493" y="0"/>
                  </a:lnTo>
                  <a:lnTo>
                    <a:pt x="0" y="22848"/>
                  </a:lnTo>
                  <a:lnTo>
                    <a:pt x="23005" y="33197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FD5B11EE-5673-1647-AE9C-9081151DA1E2}"/>
                </a:ext>
              </a:extLst>
            </p:cNvPr>
            <p:cNvSpPr/>
            <p:nvPr/>
          </p:nvSpPr>
          <p:spPr>
            <a:xfrm rot="17671200">
              <a:off x="1148015" y="1965030"/>
              <a:ext cx="19641" cy="19622"/>
            </a:xfrm>
            <a:custGeom>
              <a:avLst/>
              <a:gdLst>
                <a:gd name="connsiteX0" fmla="*/ 0 w 19641"/>
                <a:gd name="connsiteY0" fmla="*/ 0 h 19622"/>
                <a:gd name="connsiteX1" fmla="*/ 19641 w 19641"/>
                <a:gd name="connsiteY1" fmla="*/ 0 h 19622"/>
                <a:gd name="connsiteX2" fmla="*/ 19641 w 19641"/>
                <a:gd name="connsiteY2" fmla="*/ 19622 h 19622"/>
                <a:gd name="connsiteX3" fmla="*/ 0 w 19641"/>
                <a:gd name="connsiteY3" fmla="*/ 19622 h 19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41" h="19622">
                  <a:moveTo>
                    <a:pt x="0" y="0"/>
                  </a:moveTo>
                  <a:lnTo>
                    <a:pt x="19641" y="0"/>
                  </a:lnTo>
                  <a:lnTo>
                    <a:pt x="19641" y="19622"/>
                  </a:lnTo>
                  <a:lnTo>
                    <a:pt x="0" y="1962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42" name="Freeform 441">
              <a:extLst>
                <a:ext uri="{FF2B5EF4-FFF2-40B4-BE49-F238E27FC236}">
                  <a16:creationId xmlns:a16="http://schemas.microsoft.com/office/drawing/2014/main" id="{5F08FEBD-27FC-A94D-A1DC-A2E758B4060B}"/>
                </a:ext>
              </a:extLst>
            </p:cNvPr>
            <p:cNvSpPr/>
            <p:nvPr/>
          </p:nvSpPr>
          <p:spPr>
            <a:xfrm>
              <a:off x="1168663" y="2006308"/>
              <a:ext cx="25964" cy="25804"/>
            </a:xfrm>
            <a:custGeom>
              <a:avLst/>
              <a:gdLst>
                <a:gd name="connsiteX0" fmla="*/ 17892 w 25964"/>
                <a:gd name="connsiteY0" fmla="*/ 25805 h 25804"/>
                <a:gd name="connsiteX1" fmla="*/ 25964 w 25964"/>
                <a:gd name="connsiteY1" fmla="*/ 8064 h 25804"/>
                <a:gd name="connsiteX2" fmla="*/ 8206 w 25964"/>
                <a:gd name="connsiteY2" fmla="*/ 0 h 25804"/>
                <a:gd name="connsiteX3" fmla="*/ 0 w 25964"/>
                <a:gd name="connsiteY3" fmla="*/ 17741 h 25804"/>
                <a:gd name="connsiteX4" fmla="*/ 17892 w 25964"/>
                <a:gd name="connsiteY4" fmla="*/ 25805 h 25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964" h="25804">
                  <a:moveTo>
                    <a:pt x="17892" y="25805"/>
                  </a:moveTo>
                  <a:lnTo>
                    <a:pt x="25964" y="8064"/>
                  </a:lnTo>
                  <a:lnTo>
                    <a:pt x="8206" y="0"/>
                  </a:lnTo>
                  <a:lnTo>
                    <a:pt x="0" y="17741"/>
                  </a:lnTo>
                  <a:lnTo>
                    <a:pt x="17892" y="25805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43" name="Freeform 442">
              <a:extLst>
                <a:ext uri="{FF2B5EF4-FFF2-40B4-BE49-F238E27FC236}">
                  <a16:creationId xmlns:a16="http://schemas.microsoft.com/office/drawing/2014/main" id="{B7AC0FF9-7041-F94B-AA67-AABB402816F4}"/>
                </a:ext>
              </a:extLst>
            </p:cNvPr>
            <p:cNvSpPr/>
            <p:nvPr/>
          </p:nvSpPr>
          <p:spPr>
            <a:xfrm rot="17671200">
              <a:off x="1138080" y="1913405"/>
              <a:ext cx="19641" cy="19622"/>
            </a:xfrm>
            <a:custGeom>
              <a:avLst/>
              <a:gdLst>
                <a:gd name="connsiteX0" fmla="*/ 0 w 19641"/>
                <a:gd name="connsiteY0" fmla="*/ 0 h 19622"/>
                <a:gd name="connsiteX1" fmla="*/ 19641 w 19641"/>
                <a:gd name="connsiteY1" fmla="*/ 0 h 19622"/>
                <a:gd name="connsiteX2" fmla="*/ 19641 w 19641"/>
                <a:gd name="connsiteY2" fmla="*/ 19622 h 19622"/>
                <a:gd name="connsiteX3" fmla="*/ 0 w 19641"/>
                <a:gd name="connsiteY3" fmla="*/ 19622 h 19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41" h="19622">
                  <a:moveTo>
                    <a:pt x="0" y="0"/>
                  </a:moveTo>
                  <a:lnTo>
                    <a:pt x="19641" y="0"/>
                  </a:lnTo>
                  <a:lnTo>
                    <a:pt x="19641" y="19622"/>
                  </a:lnTo>
                  <a:lnTo>
                    <a:pt x="0" y="1962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44" name="Freeform 443">
              <a:extLst>
                <a:ext uri="{FF2B5EF4-FFF2-40B4-BE49-F238E27FC236}">
                  <a16:creationId xmlns:a16="http://schemas.microsoft.com/office/drawing/2014/main" id="{C9E8C954-7DBE-8E47-B408-C193112D8F9E}"/>
                </a:ext>
              </a:extLst>
            </p:cNvPr>
            <p:cNvSpPr/>
            <p:nvPr/>
          </p:nvSpPr>
          <p:spPr>
            <a:xfrm rot="17671200">
              <a:off x="1176184" y="1974716"/>
              <a:ext cx="19641" cy="19622"/>
            </a:xfrm>
            <a:custGeom>
              <a:avLst/>
              <a:gdLst>
                <a:gd name="connsiteX0" fmla="*/ 0 w 19641"/>
                <a:gd name="connsiteY0" fmla="*/ 0 h 19622"/>
                <a:gd name="connsiteX1" fmla="*/ 19641 w 19641"/>
                <a:gd name="connsiteY1" fmla="*/ 0 h 19622"/>
                <a:gd name="connsiteX2" fmla="*/ 19641 w 19641"/>
                <a:gd name="connsiteY2" fmla="*/ 19622 h 19622"/>
                <a:gd name="connsiteX3" fmla="*/ 0 w 19641"/>
                <a:gd name="connsiteY3" fmla="*/ 19622 h 19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41" h="19622">
                  <a:moveTo>
                    <a:pt x="0" y="0"/>
                  </a:moveTo>
                  <a:lnTo>
                    <a:pt x="19641" y="0"/>
                  </a:lnTo>
                  <a:lnTo>
                    <a:pt x="19641" y="19622"/>
                  </a:lnTo>
                  <a:lnTo>
                    <a:pt x="0" y="1962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45" name="Freeform 444">
              <a:extLst>
                <a:ext uri="{FF2B5EF4-FFF2-40B4-BE49-F238E27FC236}">
                  <a16:creationId xmlns:a16="http://schemas.microsoft.com/office/drawing/2014/main" id="{E6205C85-63A8-6142-BE0A-922D9396C472}"/>
                </a:ext>
              </a:extLst>
            </p:cNvPr>
            <p:cNvSpPr/>
            <p:nvPr/>
          </p:nvSpPr>
          <p:spPr>
            <a:xfrm rot="17672400">
              <a:off x="1161912" y="1934122"/>
              <a:ext cx="19641" cy="19622"/>
            </a:xfrm>
            <a:custGeom>
              <a:avLst/>
              <a:gdLst>
                <a:gd name="connsiteX0" fmla="*/ 0 w 19641"/>
                <a:gd name="connsiteY0" fmla="*/ 0 h 19622"/>
                <a:gd name="connsiteX1" fmla="*/ 19641 w 19641"/>
                <a:gd name="connsiteY1" fmla="*/ 0 h 19622"/>
                <a:gd name="connsiteX2" fmla="*/ 19641 w 19641"/>
                <a:gd name="connsiteY2" fmla="*/ 19622 h 19622"/>
                <a:gd name="connsiteX3" fmla="*/ 0 w 19641"/>
                <a:gd name="connsiteY3" fmla="*/ 19622 h 19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641" h="19622">
                  <a:moveTo>
                    <a:pt x="0" y="0"/>
                  </a:moveTo>
                  <a:lnTo>
                    <a:pt x="19641" y="0"/>
                  </a:lnTo>
                  <a:lnTo>
                    <a:pt x="19641" y="19622"/>
                  </a:lnTo>
                  <a:lnTo>
                    <a:pt x="0" y="1962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46" name="Freeform 445">
              <a:extLst>
                <a:ext uri="{FF2B5EF4-FFF2-40B4-BE49-F238E27FC236}">
                  <a16:creationId xmlns:a16="http://schemas.microsoft.com/office/drawing/2014/main" id="{923D1726-D78C-AD40-BB9E-8CF07D9593EA}"/>
                </a:ext>
              </a:extLst>
            </p:cNvPr>
            <p:cNvSpPr/>
            <p:nvPr/>
          </p:nvSpPr>
          <p:spPr>
            <a:xfrm>
              <a:off x="1185479" y="1950935"/>
              <a:ext cx="18296" cy="18278"/>
            </a:xfrm>
            <a:custGeom>
              <a:avLst/>
              <a:gdLst>
                <a:gd name="connsiteX0" fmla="*/ 12646 w 18296"/>
                <a:gd name="connsiteY0" fmla="*/ 18278 h 18278"/>
                <a:gd name="connsiteX1" fmla="*/ 18296 w 18296"/>
                <a:gd name="connsiteY1" fmla="*/ 5779 h 18278"/>
                <a:gd name="connsiteX2" fmla="*/ 5785 w 18296"/>
                <a:gd name="connsiteY2" fmla="*/ 0 h 18278"/>
                <a:gd name="connsiteX3" fmla="*/ 0 w 18296"/>
                <a:gd name="connsiteY3" fmla="*/ 12499 h 18278"/>
                <a:gd name="connsiteX4" fmla="*/ 12646 w 18296"/>
                <a:gd name="connsiteY4" fmla="*/ 18278 h 1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96" h="18278">
                  <a:moveTo>
                    <a:pt x="12646" y="18278"/>
                  </a:moveTo>
                  <a:lnTo>
                    <a:pt x="18296" y="5779"/>
                  </a:lnTo>
                  <a:lnTo>
                    <a:pt x="5785" y="0"/>
                  </a:lnTo>
                  <a:lnTo>
                    <a:pt x="0" y="12499"/>
                  </a:lnTo>
                  <a:lnTo>
                    <a:pt x="12646" y="18278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47" name="Freeform 446">
              <a:extLst>
                <a:ext uri="{FF2B5EF4-FFF2-40B4-BE49-F238E27FC236}">
                  <a16:creationId xmlns:a16="http://schemas.microsoft.com/office/drawing/2014/main" id="{1032A5A5-6F2D-E741-8F0D-F764A787825E}"/>
                </a:ext>
              </a:extLst>
            </p:cNvPr>
            <p:cNvSpPr/>
            <p:nvPr/>
          </p:nvSpPr>
          <p:spPr>
            <a:xfrm>
              <a:off x="1180098" y="1913169"/>
              <a:ext cx="18296" cy="18278"/>
            </a:xfrm>
            <a:custGeom>
              <a:avLst/>
              <a:gdLst>
                <a:gd name="connsiteX0" fmla="*/ 12646 w 18296"/>
                <a:gd name="connsiteY0" fmla="*/ 18278 h 18278"/>
                <a:gd name="connsiteX1" fmla="*/ 18296 w 18296"/>
                <a:gd name="connsiteY1" fmla="*/ 5645 h 18278"/>
                <a:gd name="connsiteX2" fmla="*/ 5785 w 18296"/>
                <a:gd name="connsiteY2" fmla="*/ 0 h 18278"/>
                <a:gd name="connsiteX3" fmla="*/ 0 w 18296"/>
                <a:gd name="connsiteY3" fmla="*/ 12499 h 18278"/>
                <a:gd name="connsiteX4" fmla="*/ 12646 w 18296"/>
                <a:gd name="connsiteY4" fmla="*/ 18278 h 1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96" h="18278">
                  <a:moveTo>
                    <a:pt x="12646" y="18278"/>
                  </a:moveTo>
                  <a:lnTo>
                    <a:pt x="18296" y="5645"/>
                  </a:lnTo>
                  <a:lnTo>
                    <a:pt x="5785" y="0"/>
                  </a:lnTo>
                  <a:lnTo>
                    <a:pt x="0" y="12499"/>
                  </a:lnTo>
                  <a:lnTo>
                    <a:pt x="12646" y="18278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01E1FC29-9A55-734C-A3B7-8C63E1FE3BB1}"/>
                </a:ext>
              </a:extLst>
            </p:cNvPr>
            <p:cNvSpPr/>
            <p:nvPr/>
          </p:nvSpPr>
          <p:spPr>
            <a:xfrm>
              <a:off x="1078527" y="1836562"/>
              <a:ext cx="42915" cy="42604"/>
            </a:xfrm>
            <a:custGeom>
              <a:avLst/>
              <a:gdLst>
                <a:gd name="connsiteX0" fmla="*/ 15606 w 42915"/>
                <a:gd name="connsiteY0" fmla="*/ 42605 h 42604"/>
                <a:gd name="connsiteX1" fmla="*/ 42915 w 42915"/>
                <a:gd name="connsiteY1" fmla="*/ 27149 h 42604"/>
                <a:gd name="connsiteX2" fmla="*/ 27310 w 42915"/>
                <a:gd name="connsiteY2" fmla="*/ 0 h 42604"/>
                <a:gd name="connsiteX3" fmla="*/ 0 w 42915"/>
                <a:gd name="connsiteY3" fmla="*/ 15456 h 42604"/>
                <a:gd name="connsiteX4" fmla="*/ 15606 w 42915"/>
                <a:gd name="connsiteY4" fmla="*/ 42605 h 42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15" h="42604">
                  <a:moveTo>
                    <a:pt x="15606" y="42605"/>
                  </a:moveTo>
                  <a:lnTo>
                    <a:pt x="42915" y="27149"/>
                  </a:lnTo>
                  <a:lnTo>
                    <a:pt x="27310" y="0"/>
                  </a:lnTo>
                  <a:lnTo>
                    <a:pt x="0" y="15456"/>
                  </a:lnTo>
                  <a:lnTo>
                    <a:pt x="15606" y="42605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EAB994CF-D49A-DE40-8325-A3285419C542}"/>
                </a:ext>
              </a:extLst>
            </p:cNvPr>
            <p:cNvSpPr/>
            <p:nvPr/>
          </p:nvSpPr>
          <p:spPr>
            <a:xfrm>
              <a:off x="1107182" y="1878629"/>
              <a:ext cx="34305" cy="34271"/>
            </a:xfrm>
            <a:custGeom>
              <a:avLst/>
              <a:gdLst>
                <a:gd name="connsiteX0" fmla="*/ 12511 w 34305"/>
                <a:gd name="connsiteY0" fmla="*/ 34272 h 34271"/>
                <a:gd name="connsiteX1" fmla="*/ 34305 w 34305"/>
                <a:gd name="connsiteY1" fmla="*/ 21773 h 34271"/>
                <a:gd name="connsiteX2" fmla="*/ 21928 w 34305"/>
                <a:gd name="connsiteY2" fmla="*/ 0 h 34271"/>
                <a:gd name="connsiteX3" fmla="*/ 0 w 34305"/>
                <a:gd name="connsiteY3" fmla="*/ 12499 h 34271"/>
                <a:gd name="connsiteX4" fmla="*/ 12511 w 34305"/>
                <a:gd name="connsiteY4" fmla="*/ 34272 h 3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305" h="34271">
                  <a:moveTo>
                    <a:pt x="12511" y="34272"/>
                  </a:moveTo>
                  <a:lnTo>
                    <a:pt x="34305" y="21773"/>
                  </a:lnTo>
                  <a:lnTo>
                    <a:pt x="21928" y="0"/>
                  </a:lnTo>
                  <a:lnTo>
                    <a:pt x="0" y="12499"/>
                  </a:lnTo>
                  <a:lnTo>
                    <a:pt x="12511" y="3427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50" name="Freeform 449">
              <a:extLst>
                <a:ext uri="{FF2B5EF4-FFF2-40B4-BE49-F238E27FC236}">
                  <a16:creationId xmlns:a16="http://schemas.microsoft.com/office/drawing/2014/main" id="{06181348-86E4-A244-9083-E95978CA08D5}"/>
                </a:ext>
              </a:extLst>
            </p:cNvPr>
            <p:cNvSpPr/>
            <p:nvPr/>
          </p:nvSpPr>
          <p:spPr>
            <a:xfrm>
              <a:off x="1123999" y="1822181"/>
              <a:ext cx="34305" cy="34271"/>
            </a:xfrm>
            <a:custGeom>
              <a:avLst/>
              <a:gdLst>
                <a:gd name="connsiteX0" fmla="*/ 12377 w 34305"/>
                <a:gd name="connsiteY0" fmla="*/ 34272 h 34271"/>
                <a:gd name="connsiteX1" fmla="*/ 34305 w 34305"/>
                <a:gd name="connsiteY1" fmla="*/ 21773 h 34271"/>
                <a:gd name="connsiteX2" fmla="*/ 21794 w 34305"/>
                <a:gd name="connsiteY2" fmla="*/ 0 h 34271"/>
                <a:gd name="connsiteX3" fmla="*/ 0 w 34305"/>
                <a:gd name="connsiteY3" fmla="*/ 12499 h 34271"/>
                <a:gd name="connsiteX4" fmla="*/ 12377 w 34305"/>
                <a:gd name="connsiteY4" fmla="*/ 34272 h 3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305" h="34271">
                  <a:moveTo>
                    <a:pt x="12377" y="34272"/>
                  </a:moveTo>
                  <a:lnTo>
                    <a:pt x="34305" y="21773"/>
                  </a:lnTo>
                  <a:lnTo>
                    <a:pt x="21794" y="0"/>
                  </a:lnTo>
                  <a:lnTo>
                    <a:pt x="0" y="12499"/>
                  </a:lnTo>
                  <a:lnTo>
                    <a:pt x="12377" y="3427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51" name="Freeform 450">
              <a:extLst>
                <a:ext uri="{FF2B5EF4-FFF2-40B4-BE49-F238E27FC236}">
                  <a16:creationId xmlns:a16="http://schemas.microsoft.com/office/drawing/2014/main" id="{1499D546-0D98-964E-B3AA-184A0D7D63D9}"/>
                </a:ext>
              </a:extLst>
            </p:cNvPr>
            <p:cNvSpPr/>
            <p:nvPr/>
          </p:nvSpPr>
          <p:spPr>
            <a:xfrm>
              <a:off x="1141353" y="1860754"/>
              <a:ext cx="26771" cy="26610"/>
            </a:xfrm>
            <a:custGeom>
              <a:avLst/>
              <a:gdLst>
                <a:gd name="connsiteX0" fmla="*/ 9821 w 26771"/>
                <a:gd name="connsiteY0" fmla="*/ 26611 h 26610"/>
                <a:gd name="connsiteX1" fmla="*/ 26772 w 26771"/>
                <a:gd name="connsiteY1" fmla="*/ 16934 h 26610"/>
                <a:gd name="connsiteX2" fmla="*/ 17085 w 26771"/>
                <a:gd name="connsiteY2" fmla="*/ 0 h 26610"/>
                <a:gd name="connsiteX3" fmla="*/ 0 w 26771"/>
                <a:gd name="connsiteY3" fmla="*/ 9677 h 26610"/>
                <a:gd name="connsiteX4" fmla="*/ 9821 w 26771"/>
                <a:gd name="connsiteY4" fmla="*/ 26611 h 26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71" h="26610">
                  <a:moveTo>
                    <a:pt x="9821" y="26611"/>
                  </a:moveTo>
                  <a:lnTo>
                    <a:pt x="26772" y="16934"/>
                  </a:lnTo>
                  <a:lnTo>
                    <a:pt x="17085" y="0"/>
                  </a:lnTo>
                  <a:lnTo>
                    <a:pt x="0" y="9677"/>
                  </a:lnTo>
                  <a:lnTo>
                    <a:pt x="9821" y="26611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52" name="Freeform 451">
              <a:extLst>
                <a:ext uri="{FF2B5EF4-FFF2-40B4-BE49-F238E27FC236}">
                  <a16:creationId xmlns:a16="http://schemas.microsoft.com/office/drawing/2014/main" id="{81C588DE-1362-134D-85CA-80F7A5D3CC3A}"/>
                </a:ext>
              </a:extLst>
            </p:cNvPr>
            <p:cNvSpPr/>
            <p:nvPr/>
          </p:nvSpPr>
          <p:spPr>
            <a:xfrm>
              <a:off x="1163551" y="1813311"/>
              <a:ext cx="26771" cy="26745"/>
            </a:xfrm>
            <a:custGeom>
              <a:avLst/>
              <a:gdLst>
                <a:gd name="connsiteX0" fmla="*/ 9686 w 26771"/>
                <a:gd name="connsiteY0" fmla="*/ 26745 h 26745"/>
                <a:gd name="connsiteX1" fmla="*/ 26772 w 26771"/>
                <a:gd name="connsiteY1" fmla="*/ 16934 h 26745"/>
                <a:gd name="connsiteX2" fmla="*/ 17085 w 26771"/>
                <a:gd name="connsiteY2" fmla="*/ 0 h 26745"/>
                <a:gd name="connsiteX3" fmla="*/ 0 w 26771"/>
                <a:gd name="connsiteY3" fmla="*/ 9677 h 26745"/>
                <a:gd name="connsiteX4" fmla="*/ 9686 w 26771"/>
                <a:gd name="connsiteY4" fmla="*/ 26745 h 2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71" h="26745">
                  <a:moveTo>
                    <a:pt x="9686" y="26745"/>
                  </a:moveTo>
                  <a:lnTo>
                    <a:pt x="26772" y="16934"/>
                  </a:lnTo>
                  <a:lnTo>
                    <a:pt x="17085" y="0"/>
                  </a:lnTo>
                  <a:lnTo>
                    <a:pt x="0" y="9677"/>
                  </a:lnTo>
                  <a:lnTo>
                    <a:pt x="9686" y="26745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53" name="Freeform 452">
              <a:extLst>
                <a:ext uri="{FF2B5EF4-FFF2-40B4-BE49-F238E27FC236}">
                  <a16:creationId xmlns:a16="http://schemas.microsoft.com/office/drawing/2014/main" id="{61863699-2F58-264E-AC9B-54EE4E2A9432}"/>
                </a:ext>
              </a:extLst>
            </p:cNvPr>
            <p:cNvSpPr/>
            <p:nvPr/>
          </p:nvSpPr>
          <p:spPr>
            <a:xfrm>
              <a:off x="1158438" y="1885349"/>
              <a:ext cx="26636" cy="26610"/>
            </a:xfrm>
            <a:custGeom>
              <a:avLst/>
              <a:gdLst>
                <a:gd name="connsiteX0" fmla="*/ 9686 w 26636"/>
                <a:gd name="connsiteY0" fmla="*/ 26611 h 26610"/>
                <a:gd name="connsiteX1" fmla="*/ 26637 w 26636"/>
                <a:gd name="connsiteY1" fmla="*/ 16934 h 26610"/>
                <a:gd name="connsiteX2" fmla="*/ 16951 w 26636"/>
                <a:gd name="connsiteY2" fmla="*/ 0 h 26610"/>
                <a:gd name="connsiteX3" fmla="*/ 0 w 26636"/>
                <a:gd name="connsiteY3" fmla="*/ 9677 h 26610"/>
                <a:gd name="connsiteX4" fmla="*/ 9686 w 26636"/>
                <a:gd name="connsiteY4" fmla="*/ 26611 h 26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36" h="26610">
                  <a:moveTo>
                    <a:pt x="9686" y="26611"/>
                  </a:moveTo>
                  <a:lnTo>
                    <a:pt x="26637" y="16934"/>
                  </a:lnTo>
                  <a:lnTo>
                    <a:pt x="16951" y="0"/>
                  </a:lnTo>
                  <a:lnTo>
                    <a:pt x="0" y="9677"/>
                  </a:lnTo>
                  <a:lnTo>
                    <a:pt x="9686" y="26611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54" name="Freeform 453">
              <a:extLst>
                <a:ext uri="{FF2B5EF4-FFF2-40B4-BE49-F238E27FC236}">
                  <a16:creationId xmlns:a16="http://schemas.microsoft.com/office/drawing/2014/main" id="{74BDC6F5-E16E-8C44-9C32-DE42C3B2C433}"/>
                </a:ext>
              </a:extLst>
            </p:cNvPr>
            <p:cNvSpPr/>
            <p:nvPr/>
          </p:nvSpPr>
          <p:spPr>
            <a:xfrm>
              <a:off x="1170681" y="1844088"/>
              <a:ext cx="26637" cy="26610"/>
            </a:xfrm>
            <a:custGeom>
              <a:avLst/>
              <a:gdLst>
                <a:gd name="connsiteX0" fmla="*/ 9686 w 26637"/>
                <a:gd name="connsiteY0" fmla="*/ 26611 h 26610"/>
                <a:gd name="connsiteX1" fmla="*/ 26637 w 26637"/>
                <a:gd name="connsiteY1" fmla="*/ 16934 h 26610"/>
                <a:gd name="connsiteX2" fmla="*/ 16951 w 26637"/>
                <a:gd name="connsiteY2" fmla="*/ 0 h 26610"/>
                <a:gd name="connsiteX3" fmla="*/ 0 w 26637"/>
                <a:gd name="connsiteY3" fmla="*/ 9677 h 26610"/>
                <a:gd name="connsiteX4" fmla="*/ 9686 w 26637"/>
                <a:gd name="connsiteY4" fmla="*/ 26611 h 26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637" h="26610">
                  <a:moveTo>
                    <a:pt x="9686" y="26611"/>
                  </a:moveTo>
                  <a:lnTo>
                    <a:pt x="26637" y="16934"/>
                  </a:lnTo>
                  <a:lnTo>
                    <a:pt x="16951" y="0"/>
                  </a:lnTo>
                  <a:lnTo>
                    <a:pt x="0" y="9677"/>
                  </a:lnTo>
                  <a:lnTo>
                    <a:pt x="9686" y="26611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55" name="Freeform 454">
              <a:extLst>
                <a:ext uri="{FF2B5EF4-FFF2-40B4-BE49-F238E27FC236}">
                  <a16:creationId xmlns:a16="http://schemas.microsoft.com/office/drawing/2014/main" id="{8D16F7A9-656B-7D4D-B851-55DB9871AB05}"/>
                </a:ext>
              </a:extLst>
            </p:cNvPr>
            <p:cNvSpPr/>
            <p:nvPr/>
          </p:nvSpPr>
          <p:spPr>
            <a:xfrm>
              <a:off x="1183865" y="1874328"/>
              <a:ext cx="18834" cy="18681"/>
            </a:xfrm>
            <a:custGeom>
              <a:avLst/>
              <a:gdLst>
                <a:gd name="connsiteX0" fmla="*/ 6861 w 18834"/>
                <a:gd name="connsiteY0" fmla="*/ 18681 h 18681"/>
                <a:gd name="connsiteX1" fmla="*/ 18834 w 18834"/>
                <a:gd name="connsiteY1" fmla="*/ 11962 h 18681"/>
                <a:gd name="connsiteX2" fmla="*/ 11973 w 18834"/>
                <a:gd name="connsiteY2" fmla="*/ 0 h 18681"/>
                <a:gd name="connsiteX3" fmla="*/ 0 w 18834"/>
                <a:gd name="connsiteY3" fmla="*/ 6720 h 18681"/>
                <a:gd name="connsiteX4" fmla="*/ 6861 w 18834"/>
                <a:gd name="connsiteY4" fmla="*/ 18681 h 1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34" h="18681">
                  <a:moveTo>
                    <a:pt x="6861" y="18681"/>
                  </a:moveTo>
                  <a:lnTo>
                    <a:pt x="18834" y="11962"/>
                  </a:lnTo>
                  <a:lnTo>
                    <a:pt x="11973" y="0"/>
                  </a:lnTo>
                  <a:lnTo>
                    <a:pt x="0" y="6720"/>
                  </a:lnTo>
                  <a:lnTo>
                    <a:pt x="6861" y="18681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9D8C8348-4F4D-5145-A03C-B0177D481A4F}"/>
                </a:ext>
              </a:extLst>
            </p:cNvPr>
            <p:cNvSpPr/>
            <p:nvPr/>
          </p:nvSpPr>
          <p:spPr>
            <a:xfrm>
              <a:off x="1201623" y="1840459"/>
              <a:ext cx="18834" cy="18815"/>
            </a:xfrm>
            <a:custGeom>
              <a:avLst/>
              <a:gdLst>
                <a:gd name="connsiteX0" fmla="*/ 6861 w 18834"/>
                <a:gd name="connsiteY0" fmla="*/ 18816 h 18815"/>
                <a:gd name="connsiteX1" fmla="*/ 18834 w 18834"/>
                <a:gd name="connsiteY1" fmla="*/ 11962 h 18815"/>
                <a:gd name="connsiteX2" fmla="*/ 12108 w 18834"/>
                <a:gd name="connsiteY2" fmla="*/ 0 h 18815"/>
                <a:gd name="connsiteX3" fmla="*/ 0 w 18834"/>
                <a:gd name="connsiteY3" fmla="*/ 6854 h 18815"/>
                <a:gd name="connsiteX4" fmla="*/ 6861 w 18834"/>
                <a:gd name="connsiteY4" fmla="*/ 18816 h 18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34" h="18815">
                  <a:moveTo>
                    <a:pt x="6861" y="18816"/>
                  </a:moveTo>
                  <a:lnTo>
                    <a:pt x="18834" y="11962"/>
                  </a:lnTo>
                  <a:lnTo>
                    <a:pt x="12108" y="0"/>
                  </a:lnTo>
                  <a:lnTo>
                    <a:pt x="0" y="6854"/>
                  </a:lnTo>
                  <a:lnTo>
                    <a:pt x="6861" y="18816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57" name="Freeform 456">
              <a:extLst>
                <a:ext uri="{FF2B5EF4-FFF2-40B4-BE49-F238E27FC236}">
                  <a16:creationId xmlns:a16="http://schemas.microsoft.com/office/drawing/2014/main" id="{8FF9A210-534D-F242-8744-96CA62D6549C}"/>
                </a:ext>
              </a:extLst>
            </p:cNvPr>
            <p:cNvSpPr/>
            <p:nvPr/>
          </p:nvSpPr>
          <p:spPr>
            <a:xfrm rot="16566000">
              <a:off x="1160832" y="1729812"/>
              <a:ext cx="31345" cy="31314"/>
            </a:xfrm>
            <a:custGeom>
              <a:avLst/>
              <a:gdLst>
                <a:gd name="connsiteX0" fmla="*/ 0 w 31345"/>
                <a:gd name="connsiteY0" fmla="*/ 0 h 31314"/>
                <a:gd name="connsiteX1" fmla="*/ 31346 w 31345"/>
                <a:gd name="connsiteY1" fmla="*/ 0 h 31314"/>
                <a:gd name="connsiteX2" fmla="*/ 31346 w 31345"/>
                <a:gd name="connsiteY2" fmla="*/ 31315 h 31314"/>
                <a:gd name="connsiteX3" fmla="*/ 0 w 31345"/>
                <a:gd name="connsiteY3" fmla="*/ 31315 h 31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345" h="31314">
                  <a:moveTo>
                    <a:pt x="0" y="0"/>
                  </a:moveTo>
                  <a:lnTo>
                    <a:pt x="31346" y="0"/>
                  </a:lnTo>
                  <a:lnTo>
                    <a:pt x="31346" y="31315"/>
                  </a:lnTo>
                  <a:lnTo>
                    <a:pt x="0" y="31315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C86F0CD6-285C-224B-AF7C-C713348B7ABE}"/>
                </a:ext>
              </a:extLst>
            </p:cNvPr>
            <p:cNvSpPr/>
            <p:nvPr/>
          </p:nvSpPr>
          <p:spPr>
            <a:xfrm rot="16566600">
              <a:off x="1161418" y="1778043"/>
              <a:ext cx="25157" cy="25132"/>
            </a:xfrm>
            <a:custGeom>
              <a:avLst/>
              <a:gdLst>
                <a:gd name="connsiteX0" fmla="*/ 0 w 25157"/>
                <a:gd name="connsiteY0" fmla="*/ 0 h 25132"/>
                <a:gd name="connsiteX1" fmla="*/ 25157 w 25157"/>
                <a:gd name="connsiteY1" fmla="*/ 0 h 25132"/>
                <a:gd name="connsiteX2" fmla="*/ 25157 w 25157"/>
                <a:gd name="connsiteY2" fmla="*/ 25132 h 25132"/>
                <a:gd name="connsiteX3" fmla="*/ 0 w 25157"/>
                <a:gd name="connsiteY3" fmla="*/ 25132 h 25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57" h="25132">
                  <a:moveTo>
                    <a:pt x="0" y="0"/>
                  </a:moveTo>
                  <a:lnTo>
                    <a:pt x="25157" y="0"/>
                  </a:lnTo>
                  <a:lnTo>
                    <a:pt x="25157" y="25132"/>
                  </a:lnTo>
                  <a:lnTo>
                    <a:pt x="0" y="2513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59" name="Freeform 458">
              <a:extLst>
                <a:ext uri="{FF2B5EF4-FFF2-40B4-BE49-F238E27FC236}">
                  <a16:creationId xmlns:a16="http://schemas.microsoft.com/office/drawing/2014/main" id="{57C02DA7-CFFD-C941-B2AF-1A1D1BDECE17}"/>
                </a:ext>
              </a:extLst>
            </p:cNvPr>
            <p:cNvSpPr/>
            <p:nvPr/>
          </p:nvSpPr>
          <p:spPr>
            <a:xfrm rot="16566600">
              <a:off x="1208161" y="1742084"/>
              <a:ext cx="25157" cy="25132"/>
            </a:xfrm>
            <a:custGeom>
              <a:avLst/>
              <a:gdLst>
                <a:gd name="connsiteX0" fmla="*/ 0 w 25157"/>
                <a:gd name="connsiteY0" fmla="*/ 0 h 25132"/>
                <a:gd name="connsiteX1" fmla="*/ 25157 w 25157"/>
                <a:gd name="connsiteY1" fmla="*/ 0 h 25132"/>
                <a:gd name="connsiteX2" fmla="*/ 25157 w 25157"/>
                <a:gd name="connsiteY2" fmla="*/ 25133 h 25132"/>
                <a:gd name="connsiteX3" fmla="*/ 0 w 25157"/>
                <a:gd name="connsiteY3" fmla="*/ 25133 h 25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57" h="25132">
                  <a:moveTo>
                    <a:pt x="0" y="0"/>
                  </a:moveTo>
                  <a:lnTo>
                    <a:pt x="25157" y="0"/>
                  </a:lnTo>
                  <a:lnTo>
                    <a:pt x="25157" y="25133"/>
                  </a:lnTo>
                  <a:lnTo>
                    <a:pt x="0" y="25133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418CB4E2-4FD7-6B47-9AC8-B90CB91C61A9}"/>
                </a:ext>
              </a:extLst>
            </p:cNvPr>
            <p:cNvSpPr/>
            <p:nvPr/>
          </p:nvSpPr>
          <p:spPr>
            <a:xfrm rot="16566600">
              <a:off x="1201653" y="1780897"/>
              <a:ext cx="19506" cy="19622"/>
            </a:xfrm>
            <a:custGeom>
              <a:avLst/>
              <a:gdLst>
                <a:gd name="connsiteX0" fmla="*/ 0 w 19506"/>
                <a:gd name="connsiteY0" fmla="*/ 0 h 19622"/>
                <a:gd name="connsiteX1" fmla="*/ 19507 w 19506"/>
                <a:gd name="connsiteY1" fmla="*/ 0 h 19622"/>
                <a:gd name="connsiteX2" fmla="*/ 19507 w 19506"/>
                <a:gd name="connsiteY2" fmla="*/ 19622 h 19622"/>
                <a:gd name="connsiteX3" fmla="*/ 0 w 19506"/>
                <a:gd name="connsiteY3" fmla="*/ 19622 h 19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06" h="19622">
                  <a:moveTo>
                    <a:pt x="0" y="0"/>
                  </a:moveTo>
                  <a:lnTo>
                    <a:pt x="19507" y="0"/>
                  </a:lnTo>
                  <a:lnTo>
                    <a:pt x="19507" y="19622"/>
                  </a:lnTo>
                  <a:lnTo>
                    <a:pt x="0" y="1962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61" name="Freeform 460">
              <a:extLst>
                <a:ext uri="{FF2B5EF4-FFF2-40B4-BE49-F238E27FC236}">
                  <a16:creationId xmlns:a16="http://schemas.microsoft.com/office/drawing/2014/main" id="{625603BF-E918-3D48-A862-EE79444971B9}"/>
                </a:ext>
              </a:extLst>
            </p:cNvPr>
            <p:cNvSpPr/>
            <p:nvPr/>
          </p:nvSpPr>
          <p:spPr>
            <a:xfrm rot="16565400">
              <a:off x="1247463" y="1755335"/>
              <a:ext cx="19506" cy="19622"/>
            </a:xfrm>
            <a:custGeom>
              <a:avLst/>
              <a:gdLst>
                <a:gd name="connsiteX0" fmla="*/ 0 w 19506"/>
                <a:gd name="connsiteY0" fmla="*/ 0 h 19622"/>
                <a:gd name="connsiteX1" fmla="*/ 19507 w 19506"/>
                <a:gd name="connsiteY1" fmla="*/ 0 h 19622"/>
                <a:gd name="connsiteX2" fmla="*/ 19507 w 19506"/>
                <a:gd name="connsiteY2" fmla="*/ 19622 h 19622"/>
                <a:gd name="connsiteX3" fmla="*/ 0 w 19506"/>
                <a:gd name="connsiteY3" fmla="*/ 19622 h 19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06" h="19622">
                  <a:moveTo>
                    <a:pt x="0" y="0"/>
                  </a:moveTo>
                  <a:lnTo>
                    <a:pt x="19507" y="0"/>
                  </a:lnTo>
                  <a:lnTo>
                    <a:pt x="19507" y="19622"/>
                  </a:lnTo>
                  <a:lnTo>
                    <a:pt x="0" y="1962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62" name="Freeform 461">
              <a:extLst>
                <a:ext uri="{FF2B5EF4-FFF2-40B4-BE49-F238E27FC236}">
                  <a16:creationId xmlns:a16="http://schemas.microsoft.com/office/drawing/2014/main" id="{DDE3E644-1FA6-FA46-BF84-A2266910BD1A}"/>
                </a:ext>
              </a:extLst>
            </p:cNvPr>
            <p:cNvSpPr/>
            <p:nvPr/>
          </p:nvSpPr>
          <p:spPr>
            <a:xfrm rot="16566600">
              <a:off x="1201009" y="1810546"/>
              <a:ext cx="19506" cy="19622"/>
            </a:xfrm>
            <a:custGeom>
              <a:avLst/>
              <a:gdLst>
                <a:gd name="connsiteX0" fmla="*/ 0 w 19506"/>
                <a:gd name="connsiteY0" fmla="*/ 0 h 19622"/>
                <a:gd name="connsiteX1" fmla="*/ 19507 w 19506"/>
                <a:gd name="connsiteY1" fmla="*/ 0 h 19622"/>
                <a:gd name="connsiteX2" fmla="*/ 19507 w 19506"/>
                <a:gd name="connsiteY2" fmla="*/ 19622 h 19622"/>
                <a:gd name="connsiteX3" fmla="*/ 0 w 19506"/>
                <a:gd name="connsiteY3" fmla="*/ 19622 h 19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06" h="19622">
                  <a:moveTo>
                    <a:pt x="0" y="0"/>
                  </a:moveTo>
                  <a:lnTo>
                    <a:pt x="19507" y="0"/>
                  </a:lnTo>
                  <a:lnTo>
                    <a:pt x="19507" y="19622"/>
                  </a:lnTo>
                  <a:lnTo>
                    <a:pt x="0" y="1962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63" name="Freeform 462">
              <a:extLst>
                <a:ext uri="{FF2B5EF4-FFF2-40B4-BE49-F238E27FC236}">
                  <a16:creationId xmlns:a16="http://schemas.microsoft.com/office/drawing/2014/main" id="{267F8BA1-2706-5F43-BE21-FE0FBBF375FB}"/>
                </a:ext>
              </a:extLst>
            </p:cNvPr>
            <p:cNvSpPr/>
            <p:nvPr/>
          </p:nvSpPr>
          <p:spPr>
            <a:xfrm rot="16566600">
              <a:off x="1235065" y="1784282"/>
              <a:ext cx="19506" cy="19622"/>
            </a:xfrm>
            <a:custGeom>
              <a:avLst/>
              <a:gdLst>
                <a:gd name="connsiteX0" fmla="*/ 0 w 19506"/>
                <a:gd name="connsiteY0" fmla="*/ 0 h 19622"/>
                <a:gd name="connsiteX1" fmla="*/ 19507 w 19506"/>
                <a:gd name="connsiteY1" fmla="*/ 0 h 19622"/>
                <a:gd name="connsiteX2" fmla="*/ 19507 w 19506"/>
                <a:gd name="connsiteY2" fmla="*/ 19622 h 19622"/>
                <a:gd name="connsiteX3" fmla="*/ 0 w 19506"/>
                <a:gd name="connsiteY3" fmla="*/ 19622 h 19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06" h="19622">
                  <a:moveTo>
                    <a:pt x="0" y="0"/>
                  </a:moveTo>
                  <a:lnTo>
                    <a:pt x="19507" y="0"/>
                  </a:lnTo>
                  <a:lnTo>
                    <a:pt x="19507" y="19622"/>
                  </a:lnTo>
                  <a:lnTo>
                    <a:pt x="0" y="1962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877BDA8B-067A-E642-9C6B-65F08A01F803}"/>
                </a:ext>
              </a:extLst>
            </p:cNvPr>
            <p:cNvSpPr/>
            <p:nvPr/>
          </p:nvSpPr>
          <p:spPr>
            <a:xfrm rot="16566600">
              <a:off x="1230160" y="1814090"/>
              <a:ext cx="13722" cy="13843"/>
            </a:xfrm>
            <a:custGeom>
              <a:avLst/>
              <a:gdLst>
                <a:gd name="connsiteX0" fmla="*/ 0 w 13722"/>
                <a:gd name="connsiteY0" fmla="*/ 0 h 13843"/>
                <a:gd name="connsiteX1" fmla="*/ 13722 w 13722"/>
                <a:gd name="connsiteY1" fmla="*/ 0 h 13843"/>
                <a:gd name="connsiteX2" fmla="*/ 13722 w 13722"/>
                <a:gd name="connsiteY2" fmla="*/ 13843 h 13843"/>
                <a:gd name="connsiteX3" fmla="*/ 0 w 13722"/>
                <a:gd name="connsiteY3" fmla="*/ 13843 h 13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22" h="13843">
                  <a:moveTo>
                    <a:pt x="0" y="0"/>
                  </a:moveTo>
                  <a:lnTo>
                    <a:pt x="13722" y="0"/>
                  </a:lnTo>
                  <a:lnTo>
                    <a:pt x="13722" y="13843"/>
                  </a:lnTo>
                  <a:lnTo>
                    <a:pt x="0" y="13843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65" name="Freeform 464">
              <a:extLst>
                <a:ext uri="{FF2B5EF4-FFF2-40B4-BE49-F238E27FC236}">
                  <a16:creationId xmlns:a16="http://schemas.microsoft.com/office/drawing/2014/main" id="{9CD8017F-2EF1-EF4E-BC75-D5911D200DBE}"/>
                </a:ext>
              </a:extLst>
            </p:cNvPr>
            <p:cNvSpPr/>
            <p:nvPr/>
          </p:nvSpPr>
          <p:spPr>
            <a:xfrm rot="16564200">
              <a:off x="1264370" y="1797024"/>
              <a:ext cx="13722" cy="13843"/>
            </a:xfrm>
            <a:custGeom>
              <a:avLst/>
              <a:gdLst>
                <a:gd name="connsiteX0" fmla="*/ 0 w 13722"/>
                <a:gd name="connsiteY0" fmla="*/ 0 h 13843"/>
                <a:gd name="connsiteX1" fmla="*/ 13722 w 13722"/>
                <a:gd name="connsiteY1" fmla="*/ 0 h 13843"/>
                <a:gd name="connsiteX2" fmla="*/ 13722 w 13722"/>
                <a:gd name="connsiteY2" fmla="*/ 13843 h 13843"/>
                <a:gd name="connsiteX3" fmla="*/ 0 w 13722"/>
                <a:gd name="connsiteY3" fmla="*/ 13843 h 13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22" h="13843">
                  <a:moveTo>
                    <a:pt x="0" y="0"/>
                  </a:moveTo>
                  <a:lnTo>
                    <a:pt x="13722" y="0"/>
                  </a:lnTo>
                  <a:lnTo>
                    <a:pt x="13722" y="13843"/>
                  </a:lnTo>
                  <a:lnTo>
                    <a:pt x="0" y="13843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7A50F63E-C22D-FE49-9429-AD567FE41239}"/>
                </a:ext>
              </a:extLst>
            </p:cNvPr>
            <p:cNvSpPr/>
            <p:nvPr/>
          </p:nvSpPr>
          <p:spPr>
            <a:xfrm>
              <a:off x="1210771" y="1822853"/>
              <a:ext cx="200988" cy="184900"/>
            </a:xfrm>
            <a:custGeom>
              <a:avLst/>
              <a:gdLst>
                <a:gd name="connsiteX0" fmla="*/ 200988 w 200988"/>
                <a:gd name="connsiteY0" fmla="*/ 117599 h 184900"/>
                <a:gd name="connsiteX1" fmla="*/ 188477 w 200988"/>
                <a:gd name="connsiteY1" fmla="*/ 112224 h 184900"/>
                <a:gd name="connsiteX2" fmla="*/ 154306 w 200988"/>
                <a:gd name="connsiteY2" fmla="*/ 109670 h 184900"/>
                <a:gd name="connsiteX3" fmla="*/ 139508 w 200988"/>
                <a:gd name="connsiteY3" fmla="*/ 113567 h 184900"/>
                <a:gd name="connsiteX4" fmla="*/ 138028 w 200988"/>
                <a:gd name="connsiteY4" fmla="*/ 113567 h 184900"/>
                <a:gd name="connsiteX5" fmla="*/ 130091 w 200988"/>
                <a:gd name="connsiteY5" fmla="*/ 117062 h 184900"/>
                <a:gd name="connsiteX6" fmla="*/ 123499 w 200988"/>
                <a:gd name="connsiteY6" fmla="*/ 120691 h 184900"/>
                <a:gd name="connsiteX7" fmla="*/ 108566 w 200988"/>
                <a:gd name="connsiteY7" fmla="*/ 130905 h 184900"/>
                <a:gd name="connsiteX8" fmla="*/ 107624 w 200988"/>
                <a:gd name="connsiteY8" fmla="*/ 52013 h 184900"/>
                <a:gd name="connsiteX9" fmla="*/ 107624 w 200988"/>
                <a:gd name="connsiteY9" fmla="*/ 52013 h 184900"/>
                <a:gd name="connsiteX10" fmla="*/ 113678 w 200988"/>
                <a:gd name="connsiteY10" fmla="*/ 86150 h 184900"/>
                <a:gd name="connsiteX11" fmla="*/ 113678 w 200988"/>
                <a:gd name="connsiteY11" fmla="*/ 86150 h 184900"/>
                <a:gd name="connsiteX12" fmla="*/ 118252 w 200988"/>
                <a:gd name="connsiteY12" fmla="*/ 44621 h 184900"/>
                <a:gd name="connsiteX13" fmla="*/ 118252 w 200988"/>
                <a:gd name="connsiteY13" fmla="*/ 44621 h 184900"/>
                <a:gd name="connsiteX14" fmla="*/ 123633 w 200988"/>
                <a:gd name="connsiteY14" fmla="*/ 50131 h 184900"/>
                <a:gd name="connsiteX15" fmla="*/ 130225 w 200988"/>
                <a:gd name="connsiteY15" fmla="*/ 67737 h 184900"/>
                <a:gd name="connsiteX16" fmla="*/ 130225 w 200988"/>
                <a:gd name="connsiteY16" fmla="*/ 75667 h 184900"/>
                <a:gd name="connsiteX17" fmla="*/ 130225 w 200988"/>
                <a:gd name="connsiteY17" fmla="*/ 77414 h 184900"/>
                <a:gd name="connsiteX18" fmla="*/ 130225 w 200988"/>
                <a:gd name="connsiteY18" fmla="*/ 77414 h 184900"/>
                <a:gd name="connsiteX19" fmla="*/ 130225 w 200988"/>
                <a:gd name="connsiteY19" fmla="*/ 46368 h 184900"/>
                <a:gd name="connsiteX20" fmla="*/ 123633 w 200988"/>
                <a:gd name="connsiteY20" fmla="*/ 37229 h 184900"/>
                <a:gd name="connsiteX21" fmla="*/ 120943 w 200988"/>
                <a:gd name="connsiteY21" fmla="*/ 34675 h 184900"/>
                <a:gd name="connsiteX22" fmla="*/ 120943 w 200988"/>
                <a:gd name="connsiteY22" fmla="*/ 34675 h 184900"/>
                <a:gd name="connsiteX23" fmla="*/ 123499 w 200988"/>
                <a:gd name="connsiteY23" fmla="*/ 35482 h 184900"/>
                <a:gd name="connsiteX24" fmla="*/ 130091 w 200988"/>
                <a:gd name="connsiteY24" fmla="*/ 38976 h 184900"/>
                <a:gd name="connsiteX25" fmla="*/ 139508 w 200988"/>
                <a:gd name="connsiteY25" fmla="*/ 51609 h 184900"/>
                <a:gd name="connsiteX26" fmla="*/ 141660 w 200988"/>
                <a:gd name="connsiteY26" fmla="*/ 63033 h 184900"/>
                <a:gd name="connsiteX27" fmla="*/ 141660 w 200988"/>
                <a:gd name="connsiteY27" fmla="*/ 63033 h 184900"/>
                <a:gd name="connsiteX28" fmla="*/ 139239 w 200988"/>
                <a:gd name="connsiteY28" fmla="*/ 39648 h 184900"/>
                <a:gd name="connsiteX29" fmla="*/ 129822 w 200988"/>
                <a:gd name="connsiteY29" fmla="*/ 30643 h 184900"/>
                <a:gd name="connsiteX30" fmla="*/ 123230 w 200988"/>
                <a:gd name="connsiteY30" fmla="*/ 27552 h 184900"/>
                <a:gd name="connsiteX31" fmla="*/ 120001 w 200988"/>
                <a:gd name="connsiteY31" fmla="*/ 27552 h 184900"/>
                <a:gd name="connsiteX32" fmla="*/ 120001 w 200988"/>
                <a:gd name="connsiteY32" fmla="*/ 27552 h 184900"/>
                <a:gd name="connsiteX33" fmla="*/ 123230 w 200988"/>
                <a:gd name="connsiteY33" fmla="*/ 27552 h 184900"/>
                <a:gd name="connsiteX34" fmla="*/ 129822 w 200988"/>
                <a:gd name="connsiteY34" fmla="*/ 27552 h 184900"/>
                <a:gd name="connsiteX35" fmla="*/ 139239 w 200988"/>
                <a:gd name="connsiteY35" fmla="*/ 31315 h 184900"/>
                <a:gd name="connsiteX36" fmla="*/ 145427 w 200988"/>
                <a:gd name="connsiteY36" fmla="*/ 37901 h 184900"/>
                <a:gd name="connsiteX37" fmla="*/ 145427 w 200988"/>
                <a:gd name="connsiteY37" fmla="*/ 37901 h 184900"/>
                <a:gd name="connsiteX38" fmla="*/ 138970 w 200988"/>
                <a:gd name="connsiteY38" fmla="*/ 25267 h 184900"/>
                <a:gd name="connsiteX39" fmla="*/ 129553 w 200988"/>
                <a:gd name="connsiteY39" fmla="*/ 20429 h 184900"/>
                <a:gd name="connsiteX40" fmla="*/ 122961 w 200988"/>
                <a:gd name="connsiteY40" fmla="*/ 19353 h 184900"/>
                <a:gd name="connsiteX41" fmla="*/ 114620 w 200988"/>
                <a:gd name="connsiteY41" fmla="*/ 20966 h 184900"/>
                <a:gd name="connsiteX42" fmla="*/ 114620 w 200988"/>
                <a:gd name="connsiteY42" fmla="*/ 20966 h 184900"/>
                <a:gd name="connsiteX43" fmla="*/ 123095 w 200988"/>
                <a:gd name="connsiteY43" fmla="*/ 15053 h 184900"/>
                <a:gd name="connsiteX44" fmla="*/ 129687 w 200988"/>
                <a:gd name="connsiteY44" fmla="*/ 14246 h 184900"/>
                <a:gd name="connsiteX45" fmla="*/ 135203 w 200988"/>
                <a:gd name="connsiteY45" fmla="*/ 15456 h 184900"/>
                <a:gd name="connsiteX46" fmla="*/ 135203 w 200988"/>
                <a:gd name="connsiteY46" fmla="*/ 15456 h 184900"/>
                <a:gd name="connsiteX47" fmla="*/ 129553 w 200988"/>
                <a:gd name="connsiteY47" fmla="*/ 10886 h 184900"/>
                <a:gd name="connsiteX48" fmla="*/ 122961 w 200988"/>
                <a:gd name="connsiteY48" fmla="*/ 8736 h 184900"/>
                <a:gd name="connsiteX49" fmla="*/ 106817 w 200988"/>
                <a:gd name="connsiteY49" fmla="*/ 16666 h 184900"/>
                <a:gd name="connsiteX50" fmla="*/ 106817 w 200988"/>
                <a:gd name="connsiteY50" fmla="*/ 16666 h 184900"/>
                <a:gd name="connsiteX51" fmla="*/ 104665 w 200988"/>
                <a:gd name="connsiteY51" fmla="*/ 12230 h 184900"/>
                <a:gd name="connsiteX52" fmla="*/ 101032 w 200988"/>
                <a:gd name="connsiteY52" fmla="*/ 0 h 184900"/>
                <a:gd name="connsiteX53" fmla="*/ 101032 w 200988"/>
                <a:gd name="connsiteY53" fmla="*/ 0 h 184900"/>
                <a:gd name="connsiteX54" fmla="*/ 97400 w 200988"/>
                <a:gd name="connsiteY54" fmla="*/ 12231 h 184900"/>
                <a:gd name="connsiteX55" fmla="*/ 95247 w 200988"/>
                <a:gd name="connsiteY55" fmla="*/ 16666 h 184900"/>
                <a:gd name="connsiteX56" fmla="*/ 95247 w 200988"/>
                <a:gd name="connsiteY56" fmla="*/ 16666 h 184900"/>
                <a:gd name="connsiteX57" fmla="*/ 71522 w 200988"/>
                <a:gd name="connsiteY57" fmla="*/ 11181 h 184900"/>
                <a:gd name="connsiteX58" fmla="*/ 66862 w 200988"/>
                <a:gd name="connsiteY58" fmla="*/ 15456 h 184900"/>
                <a:gd name="connsiteX59" fmla="*/ 66862 w 200988"/>
                <a:gd name="connsiteY59" fmla="*/ 15456 h 184900"/>
                <a:gd name="connsiteX60" fmla="*/ 87579 w 200988"/>
                <a:gd name="connsiteY60" fmla="*/ 20966 h 184900"/>
                <a:gd name="connsiteX61" fmla="*/ 87579 w 200988"/>
                <a:gd name="connsiteY61" fmla="*/ 20966 h 184900"/>
                <a:gd name="connsiteX62" fmla="*/ 60673 w 200988"/>
                <a:gd name="connsiteY62" fmla="*/ 27418 h 184900"/>
                <a:gd name="connsiteX63" fmla="*/ 56368 w 200988"/>
                <a:gd name="connsiteY63" fmla="*/ 37901 h 184900"/>
                <a:gd name="connsiteX64" fmla="*/ 56368 w 200988"/>
                <a:gd name="connsiteY64" fmla="*/ 37901 h 184900"/>
                <a:gd name="connsiteX65" fmla="*/ 60404 w 200988"/>
                <a:gd name="connsiteY65" fmla="*/ 32928 h 184900"/>
                <a:gd name="connsiteX66" fmla="*/ 81794 w 200988"/>
                <a:gd name="connsiteY66" fmla="*/ 27149 h 184900"/>
                <a:gd name="connsiteX67" fmla="*/ 81794 w 200988"/>
                <a:gd name="connsiteY67" fmla="*/ 27149 h 184900"/>
                <a:gd name="connsiteX68" fmla="*/ 60404 w 200988"/>
                <a:gd name="connsiteY68" fmla="*/ 44217 h 184900"/>
                <a:gd name="connsiteX69" fmla="*/ 60404 w 200988"/>
                <a:gd name="connsiteY69" fmla="*/ 63302 h 184900"/>
                <a:gd name="connsiteX70" fmla="*/ 60404 w 200988"/>
                <a:gd name="connsiteY70" fmla="*/ 63302 h 184900"/>
                <a:gd name="connsiteX71" fmla="*/ 60404 w 200988"/>
                <a:gd name="connsiteY71" fmla="*/ 63302 h 184900"/>
                <a:gd name="connsiteX72" fmla="*/ 81122 w 200988"/>
                <a:gd name="connsiteY72" fmla="*/ 35481 h 184900"/>
                <a:gd name="connsiteX73" fmla="*/ 81122 w 200988"/>
                <a:gd name="connsiteY73" fmla="*/ 35482 h 184900"/>
                <a:gd name="connsiteX74" fmla="*/ 71705 w 200988"/>
                <a:gd name="connsiteY74" fmla="*/ 78220 h 184900"/>
                <a:gd name="connsiteX75" fmla="*/ 71705 w 200988"/>
                <a:gd name="connsiteY75" fmla="*/ 78220 h 184900"/>
                <a:gd name="connsiteX76" fmla="*/ 83543 w 200988"/>
                <a:gd name="connsiteY76" fmla="*/ 45427 h 184900"/>
                <a:gd name="connsiteX77" fmla="*/ 83543 w 200988"/>
                <a:gd name="connsiteY77" fmla="*/ 45427 h 184900"/>
                <a:gd name="connsiteX78" fmla="*/ 88117 w 200988"/>
                <a:gd name="connsiteY78" fmla="*/ 86956 h 184900"/>
                <a:gd name="connsiteX79" fmla="*/ 88117 w 200988"/>
                <a:gd name="connsiteY79" fmla="*/ 86956 h 184900"/>
                <a:gd name="connsiteX80" fmla="*/ 94037 w 200988"/>
                <a:gd name="connsiteY80" fmla="*/ 52819 h 184900"/>
                <a:gd name="connsiteX81" fmla="*/ 94037 w 200988"/>
                <a:gd name="connsiteY81" fmla="*/ 52819 h 184900"/>
                <a:gd name="connsiteX82" fmla="*/ 92422 w 200988"/>
                <a:gd name="connsiteY82" fmla="*/ 132249 h 184900"/>
                <a:gd name="connsiteX83" fmla="*/ 62960 w 200988"/>
                <a:gd name="connsiteY83" fmla="*/ 114911 h 184900"/>
                <a:gd name="connsiteX84" fmla="*/ 59328 w 200988"/>
                <a:gd name="connsiteY84" fmla="*/ 113567 h 184900"/>
                <a:gd name="connsiteX85" fmla="*/ 31480 w 200988"/>
                <a:gd name="connsiteY85" fmla="*/ 109670 h 184900"/>
                <a:gd name="connsiteX86" fmla="*/ 2825 w 200988"/>
                <a:gd name="connsiteY86" fmla="*/ 116927 h 184900"/>
                <a:gd name="connsiteX87" fmla="*/ 0 w 200988"/>
                <a:gd name="connsiteY87" fmla="*/ 118406 h 184900"/>
                <a:gd name="connsiteX88" fmla="*/ 0 w 200988"/>
                <a:gd name="connsiteY88" fmla="*/ 118406 h 184900"/>
                <a:gd name="connsiteX89" fmla="*/ 2556 w 200988"/>
                <a:gd name="connsiteY89" fmla="*/ 117599 h 184900"/>
                <a:gd name="connsiteX90" fmla="*/ 31211 w 200988"/>
                <a:gd name="connsiteY90" fmla="*/ 114777 h 184900"/>
                <a:gd name="connsiteX91" fmla="*/ 59059 w 200988"/>
                <a:gd name="connsiteY91" fmla="*/ 122303 h 184900"/>
                <a:gd name="connsiteX92" fmla="*/ 92288 w 200988"/>
                <a:gd name="connsiteY92" fmla="*/ 143807 h 184900"/>
                <a:gd name="connsiteX93" fmla="*/ 59059 w 200988"/>
                <a:gd name="connsiteY93" fmla="*/ 172165 h 184900"/>
                <a:gd name="connsiteX94" fmla="*/ 58117 w 200988"/>
                <a:gd name="connsiteY94" fmla="*/ 172165 h 184900"/>
                <a:gd name="connsiteX95" fmla="*/ 50045 w 200988"/>
                <a:gd name="connsiteY95" fmla="*/ 169209 h 184900"/>
                <a:gd name="connsiteX96" fmla="*/ 44158 w 200988"/>
                <a:gd name="connsiteY96" fmla="*/ 178307 h 184900"/>
                <a:gd name="connsiteX97" fmla="*/ 45740 w 200988"/>
                <a:gd name="connsiteY97" fmla="*/ 181573 h 184900"/>
                <a:gd name="connsiteX98" fmla="*/ 59193 w 200988"/>
                <a:gd name="connsiteY98" fmla="*/ 183455 h 184900"/>
                <a:gd name="connsiteX99" fmla="*/ 97400 w 200988"/>
                <a:gd name="connsiteY99" fmla="*/ 152812 h 184900"/>
                <a:gd name="connsiteX100" fmla="*/ 101167 w 200988"/>
                <a:gd name="connsiteY100" fmla="*/ 149318 h 184900"/>
                <a:gd name="connsiteX101" fmla="*/ 104934 w 200988"/>
                <a:gd name="connsiteY101" fmla="*/ 152678 h 184900"/>
                <a:gd name="connsiteX102" fmla="*/ 123499 w 200988"/>
                <a:gd name="connsiteY102" fmla="*/ 170015 h 184900"/>
                <a:gd name="connsiteX103" fmla="*/ 130091 w 200988"/>
                <a:gd name="connsiteY103" fmla="*/ 175794 h 184900"/>
                <a:gd name="connsiteX104" fmla="*/ 139508 w 200988"/>
                <a:gd name="connsiteY104" fmla="*/ 182245 h 184900"/>
                <a:gd name="connsiteX105" fmla="*/ 154306 w 200988"/>
                <a:gd name="connsiteY105" fmla="*/ 182245 h 184900"/>
                <a:gd name="connsiteX106" fmla="*/ 154306 w 200988"/>
                <a:gd name="connsiteY106" fmla="*/ 181573 h 184900"/>
                <a:gd name="connsiteX107" fmla="*/ 155786 w 200988"/>
                <a:gd name="connsiteY107" fmla="*/ 174853 h 184900"/>
                <a:gd name="connsiteX108" fmla="*/ 153634 w 200988"/>
                <a:gd name="connsiteY108" fmla="*/ 171090 h 184900"/>
                <a:gd name="connsiteX109" fmla="*/ 142607 w 200988"/>
                <a:gd name="connsiteY109" fmla="*/ 171512 h 184900"/>
                <a:gd name="connsiteX110" fmla="*/ 142064 w 200988"/>
                <a:gd name="connsiteY110" fmla="*/ 172165 h 184900"/>
                <a:gd name="connsiteX111" fmla="*/ 138835 w 200988"/>
                <a:gd name="connsiteY111" fmla="*/ 170284 h 184900"/>
                <a:gd name="connsiteX112" fmla="*/ 129418 w 200988"/>
                <a:gd name="connsiteY112" fmla="*/ 162757 h 184900"/>
                <a:gd name="connsiteX113" fmla="*/ 122826 w 200988"/>
                <a:gd name="connsiteY113" fmla="*/ 156709 h 184900"/>
                <a:gd name="connsiteX114" fmla="*/ 107759 w 200988"/>
                <a:gd name="connsiteY114" fmla="*/ 143269 h 184900"/>
                <a:gd name="connsiteX115" fmla="*/ 122826 w 200988"/>
                <a:gd name="connsiteY115" fmla="*/ 131980 h 184900"/>
                <a:gd name="connsiteX116" fmla="*/ 129418 w 200988"/>
                <a:gd name="connsiteY116" fmla="*/ 127679 h 184900"/>
                <a:gd name="connsiteX117" fmla="*/ 138835 w 200988"/>
                <a:gd name="connsiteY117" fmla="*/ 122706 h 184900"/>
                <a:gd name="connsiteX118" fmla="*/ 153634 w 200988"/>
                <a:gd name="connsiteY118" fmla="*/ 117062 h 184900"/>
                <a:gd name="connsiteX119" fmla="*/ 187804 w 200988"/>
                <a:gd name="connsiteY119" fmla="*/ 114911 h 184900"/>
                <a:gd name="connsiteX120" fmla="*/ 200047 w 200988"/>
                <a:gd name="connsiteY120" fmla="*/ 117868 h 184900"/>
                <a:gd name="connsiteX121" fmla="*/ 200047 w 200988"/>
                <a:gd name="connsiteY121" fmla="*/ 117868 h 18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200988" h="184900">
                  <a:moveTo>
                    <a:pt x="200988" y="117599"/>
                  </a:moveTo>
                  <a:cubicBezTo>
                    <a:pt x="197023" y="115364"/>
                    <a:pt x="192829" y="113561"/>
                    <a:pt x="188477" y="112224"/>
                  </a:cubicBezTo>
                  <a:cubicBezTo>
                    <a:pt x="177438" y="108742"/>
                    <a:pt x="165741" y="107868"/>
                    <a:pt x="154306" y="109670"/>
                  </a:cubicBezTo>
                  <a:cubicBezTo>
                    <a:pt x="149264" y="110513"/>
                    <a:pt x="144310" y="111817"/>
                    <a:pt x="139508" y="113567"/>
                  </a:cubicBezTo>
                  <a:lnTo>
                    <a:pt x="138028" y="113567"/>
                  </a:lnTo>
                  <a:cubicBezTo>
                    <a:pt x="135311" y="114562"/>
                    <a:pt x="132659" y="115729"/>
                    <a:pt x="130091" y="117062"/>
                  </a:cubicBezTo>
                  <a:cubicBezTo>
                    <a:pt x="127938" y="118137"/>
                    <a:pt x="125651" y="119346"/>
                    <a:pt x="123499" y="120691"/>
                  </a:cubicBezTo>
                  <a:cubicBezTo>
                    <a:pt x="118387" y="123782"/>
                    <a:pt x="113409" y="127276"/>
                    <a:pt x="108566" y="130905"/>
                  </a:cubicBezTo>
                  <a:cubicBezTo>
                    <a:pt x="105022" y="104745"/>
                    <a:pt x="104705" y="78249"/>
                    <a:pt x="107624" y="52013"/>
                  </a:cubicBezTo>
                  <a:lnTo>
                    <a:pt x="107624" y="52013"/>
                  </a:lnTo>
                  <a:cubicBezTo>
                    <a:pt x="119463" y="59405"/>
                    <a:pt x="116100" y="80236"/>
                    <a:pt x="113678" y="86150"/>
                  </a:cubicBezTo>
                  <a:cubicBezTo>
                    <a:pt x="113678" y="86150"/>
                    <a:pt x="113678" y="86150"/>
                    <a:pt x="113678" y="86150"/>
                  </a:cubicBezTo>
                  <a:cubicBezTo>
                    <a:pt x="123676" y="74594"/>
                    <a:pt x="125496" y="58072"/>
                    <a:pt x="118252" y="44621"/>
                  </a:cubicBezTo>
                  <a:lnTo>
                    <a:pt x="118252" y="44621"/>
                  </a:lnTo>
                  <a:cubicBezTo>
                    <a:pt x="120247" y="46251"/>
                    <a:pt x="122052" y="48099"/>
                    <a:pt x="123633" y="50131"/>
                  </a:cubicBezTo>
                  <a:cubicBezTo>
                    <a:pt x="127576" y="55191"/>
                    <a:pt x="129876" y="61334"/>
                    <a:pt x="130225" y="67737"/>
                  </a:cubicBezTo>
                  <a:cubicBezTo>
                    <a:pt x="130495" y="70374"/>
                    <a:pt x="130495" y="73030"/>
                    <a:pt x="130225" y="75667"/>
                  </a:cubicBezTo>
                  <a:cubicBezTo>
                    <a:pt x="130297" y="76247"/>
                    <a:pt x="130297" y="76834"/>
                    <a:pt x="130225" y="77414"/>
                  </a:cubicBezTo>
                  <a:lnTo>
                    <a:pt x="130225" y="77414"/>
                  </a:lnTo>
                  <a:cubicBezTo>
                    <a:pt x="135298" y="67686"/>
                    <a:pt x="135298" y="56096"/>
                    <a:pt x="130225" y="46368"/>
                  </a:cubicBezTo>
                  <a:cubicBezTo>
                    <a:pt x="128467" y="43028"/>
                    <a:pt x="126248" y="39952"/>
                    <a:pt x="123633" y="37229"/>
                  </a:cubicBezTo>
                  <a:lnTo>
                    <a:pt x="120943" y="34675"/>
                  </a:lnTo>
                  <a:cubicBezTo>
                    <a:pt x="120943" y="34675"/>
                    <a:pt x="120943" y="34675"/>
                    <a:pt x="120943" y="34675"/>
                  </a:cubicBezTo>
                  <a:lnTo>
                    <a:pt x="123499" y="35482"/>
                  </a:lnTo>
                  <a:cubicBezTo>
                    <a:pt x="125831" y="36373"/>
                    <a:pt x="128045" y="37546"/>
                    <a:pt x="130091" y="38976"/>
                  </a:cubicBezTo>
                  <a:cubicBezTo>
                    <a:pt x="134382" y="42193"/>
                    <a:pt x="137653" y="46580"/>
                    <a:pt x="139508" y="51609"/>
                  </a:cubicBezTo>
                  <a:cubicBezTo>
                    <a:pt x="140898" y="55260"/>
                    <a:pt x="141627" y="59128"/>
                    <a:pt x="141660" y="63033"/>
                  </a:cubicBezTo>
                  <a:lnTo>
                    <a:pt x="141660" y="63033"/>
                  </a:lnTo>
                  <a:cubicBezTo>
                    <a:pt x="144242" y="55252"/>
                    <a:pt x="143361" y="46737"/>
                    <a:pt x="139239" y="39648"/>
                  </a:cubicBezTo>
                  <a:cubicBezTo>
                    <a:pt x="136886" y="35921"/>
                    <a:pt x="133652" y="32828"/>
                    <a:pt x="129822" y="30643"/>
                  </a:cubicBezTo>
                  <a:cubicBezTo>
                    <a:pt x="127765" y="29337"/>
                    <a:pt x="125550" y="28298"/>
                    <a:pt x="123230" y="27552"/>
                  </a:cubicBezTo>
                  <a:lnTo>
                    <a:pt x="120001" y="27552"/>
                  </a:lnTo>
                  <a:cubicBezTo>
                    <a:pt x="120001" y="27552"/>
                    <a:pt x="120001" y="27552"/>
                    <a:pt x="120001" y="27552"/>
                  </a:cubicBezTo>
                  <a:lnTo>
                    <a:pt x="123230" y="27552"/>
                  </a:lnTo>
                  <a:cubicBezTo>
                    <a:pt x="125421" y="27330"/>
                    <a:pt x="127630" y="27330"/>
                    <a:pt x="129822" y="27552"/>
                  </a:cubicBezTo>
                  <a:cubicBezTo>
                    <a:pt x="133189" y="28136"/>
                    <a:pt x="136397" y="29418"/>
                    <a:pt x="139239" y="31315"/>
                  </a:cubicBezTo>
                  <a:cubicBezTo>
                    <a:pt x="141860" y="32910"/>
                    <a:pt x="143999" y="35186"/>
                    <a:pt x="145427" y="37901"/>
                  </a:cubicBezTo>
                  <a:cubicBezTo>
                    <a:pt x="145427" y="37901"/>
                    <a:pt x="145427" y="37901"/>
                    <a:pt x="145427" y="37901"/>
                  </a:cubicBezTo>
                  <a:cubicBezTo>
                    <a:pt x="144993" y="33013"/>
                    <a:pt x="142678" y="28484"/>
                    <a:pt x="138970" y="25267"/>
                  </a:cubicBezTo>
                  <a:cubicBezTo>
                    <a:pt x="136226" y="22980"/>
                    <a:pt x="133010" y="21328"/>
                    <a:pt x="129553" y="20429"/>
                  </a:cubicBezTo>
                  <a:cubicBezTo>
                    <a:pt x="127406" y="19810"/>
                    <a:pt x="125193" y="19449"/>
                    <a:pt x="122961" y="19353"/>
                  </a:cubicBezTo>
                  <a:cubicBezTo>
                    <a:pt x="120098" y="19302"/>
                    <a:pt x="117256" y="19851"/>
                    <a:pt x="114620" y="20966"/>
                  </a:cubicBezTo>
                  <a:cubicBezTo>
                    <a:pt x="114620" y="20966"/>
                    <a:pt x="114620" y="20966"/>
                    <a:pt x="114620" y="20966"/>
                  </a:cubicBezTo>
                  <a:cubicBezTo>
                    <a:pt x="116675" y="18075"/>
                    <a:pt x="119670" y="15985"/>
                    <a:pt x="123095" y="15053"/>
                  </a:cubicBezTo>
                  <a:cubicBezTo>
                    <a:pt x="125226" y="14390"/>
                    <a:pt x="127459" y="14117"/>
                    <a:pt x="129687" y="14246"/>
                  </a:cubicBezTo>
                  <a:cubicBezTo>
                    <a:pt x="131583" y="14317"/>
                    <a:pt x="133451" y="14727"/>
                    <a:pt x="135203" y="15456"/>
                  </a:cubicBezTo>
                  <a:cubicBezTo>
                    <a:pt x="135203" y="15456"/>
                    <a:pt x="135203" y="15456"/>
                    <a:pt x="135203" y="15456"/>
                  </a:cubicBezTo>
                  <a:cubicBezTo>
                    <a:pt x="133575" y="13642"/>
                    <a:pt x="131668" y="12099"/>
                    <a:pt x="129553" y="10886"/>
                  </a:cubicBezTo>
                  <a:cubicBezTo>
                    <a:pt x="127532" y="9713"/>
                    <a:pt x="125285" y="8980"/>
                    <a:pt x="122961" y="8736"/>
                  </a:cubicBezTo>
                  <a:cubicBezTo>
                    <a:pt x="116498" y="8040"/>
                    <a:pt x="110212" y="11127"/>
                    <a:pt x="106817" y="16666"/>
                  </a:cubicBezTo>
                  <a:lnTo>
                    <a:pt x="106817" y="16666"/>
                  </a:lnTo>
                  <a:cubicBezTo>
                    <a:pt x="106817" y="15322"/>
                    <a:pt x="105337" y="13843"/>
                    <a:pt x="104665" y="12230"/>
                  </a:cubicBezTo>
                  <a:cubicBezTo>
                    <a:pt x="102972" y="8312"/>
                    <a:pt x="101753" y="4206"/>
                    <a:pt x="101032" y="0"/>
                  </a:cubicBezTo>
                  <a:lnTo>
                    <a:pt x="101032" y="0"/>
                  </a:lnTo>
                  <a:cubicBezTo>
                    <a:pt x="100312" y="4207"/>
                    <a:pt x="99092" y="8312"/>
                    <a:pt x="97400" y="12231"/>
                  </a:cubicBezTo>
                  <a:cubicBezTo>
                    <a:pt x="97400" y="13843"/>
                    <a:pt x="95920" y="15322"/>
                    <a:pt x="95247" y="16666"/>
                  </a:cubicBezTo>
                  <a:lnTo>
                    <a:pt x="95247" y="16666"/>
                  </a:lnTo>
                  <a:cubicBezTo>
                    <a:pt x="90212" y="8606"/>
                    <a:pt x="79589" y="6150"/>
                    <a:pt x="71522" y="11181"/>
                  </a:cubicBezTo>
                  <a:cubicBezTo>
                    <a:pt x="69717" y="12306"/>
                    <a:pt x="68137" y="13756"/>
                    <a:pt x="66862" y="15456"/>
                  </a:cubicBezTo>
                  <a:cubicBezTo>
                    <a:pt x="66862" y="15456"/>
                    <a:pt x="66862" y="15456"/>
                    <a:pt x="66862" y="15456"/>
                  </a:cubicBezTo>
                  <a:cubicBezTo>
                    <a:pt x="74223" y="12451"/>
                    <a:pt x="82687" y="14702"/>
                    <a:pt x="87579" y="20966"/>
                  </a:cubicBezTo>
                  <a:lnTo>
                    <a:pt x="87579" y="20966"/>
                  </a:lnTo>
                  <a:cubicBezTo>
                    <a:pt x="78135" y="17402"/>
                    <a:pt x="67469" y="19959"/>
                    <a:pt x="60673" y="27418"/>
                  </a:cubicBezTo>
                  <a:cubicBezTo>
                    <a:pt x="58223" y="30405"/>
                    <a:pt x="56724" y="34055"/>
                    <a:pt x="56368" y="37901"/>
                  </a:cubicBezTo>
                  <a:cubicBezTo>
                    <a:pt x="56368" y="37901"/>
                    <a:pt x="56368" y="37901"/>
                    <a:pt x="56368" y="37901"/>
                  </a:cubicBezTo>
                  <a:cubicBezTo>
                    <a:pt x="57426" y="36029"/>
                    <a:pt x="58790" y="34348"/>
                    <a:pt x="60404" y="32928"/>
                  </a:cubicBezTo>
                  <a:cubicBezTo>
                    <a:pt x="66372" y="28022"/>
                    <a:pt x="74164" y="25916"/>
                    <a:pt x="81794" y="27149"/>
                  </a:cubicBezTo>
                  <a:cubicBezTo>
                    <a:pt x="81794" y="27149"/>
                    <a:pt x="81794" y="27149"/>
                    <a:pt x="81794" y="27149"/>
                  </a:cubicBezTo>
                  <a:cubicBezTo>
                    <a:pt x="72208" y="28801"/>
                    <a:pt x="64135" y="35242"/>
                    <a:pt x="60404" y="44217"/>
                  </a:cubicBezTo>
                  <a:cubicBezTo>
                    <a:pt x="58352" y="50414"/>
                    <a:pt x="58352" y="57106"/>
                    <a:pt x="60404" y="63302"/>
                  </a:cubicBezTo>
                  <a:lnTo>
                    <a:pt x="60404" y="63302"/>
                  </a:lnTo>
                  <a:lnTo>
                    <a:pt x="60404" y="63302"/>
                  </a:lnTo>
                  <a:cubicBezTo>
                    <a:pt x="60217" y="50415"/>
                    <a:pt x="68712" y="39006"/>
                    <a:pt x="81122" y="35481"/>
                  </a:cubicBezTo>
                  <a:cubicBezTo>
                    <a:pt x="81122" y="35482"/>
                    <a:pt x="81122" y="35482"/>
                    <a:pt x="81122" y="35482"/>
                  </a:cubicBezTo>
                  <a:cubicBezTo>
                    <a:pt x="68197" y="45671"/>
                    <a:pt x="64257" y="63551"/>
                    <a:pt x="71705" y="78220"/>
                  </a:cubicBezTo>
                  <a:cubicBezTo>
                    <a:pt x="71705" y="78220"/>
                    <a:pt x="71705" y="78220"/>
                    <a:pt x="71705" y="78220"/>
                  </a:cubicBezTo>
                  <a:cubicBezTo>
                    <a:pt x="69493" y="65960"/>
                    <a:pt x="74008" y="53454"/>
                    <a:pt x="83543" y="45427"/>
                  </a:cubicBezTo>
                  <a:lnTo>
                    <a:pt x="83543" y="45427"/>
                  </a:lnTo>
                  <a:cubicBezTo>
                    <a:pt x="76299" y="58878"/>
                    <a:pt x="78119" y="75401"/>
                    <a:pt x="88117" y="86956"/>
                  </a:cubicBezTo>
                  <a:lnTo>
                    <a:pt x="88117" y="86956"/>
                  </a:lnTo>
                  <a:cubicBezTo>
                    <a:pt x="85561" y="81043"/>
                    <a:pt x="82333" y="60077"/>
                    <a:pt x="94037" y="52819"/>
                  </a:cubicBezTo>
                  <a:lnTo>
                    <a:pt x="94037" y="52819"/>
                  </a:lnTo>
                  <a:cubicBezTo>
                    <a:pt x="96777" y="79261"/>
                    <a:pt x="96235" y="105940"/>
                    <a:pt x="92422" y="132249"/>
                  </a:cubicBezTo>
                  <a:cubicBezTo>
                    <a:pt x="83488" y="125084"/>
                    <a:pt x="73565" y="119244"/>
                    <a:pt x="62960" y="114911"/>
                  </a:cubicBezTo>
                  <a:lnTo>
                    <a:pt x="59328" y="113567"/>
                  </a:lnTo>
                  <a:cubicBezTo>
                    <a:pt x="50365" y="110564"/>
                    <a:pt x="40924" y="109243"/>
                    <a:pt x="31480" y="109670"/>
                  </a:cubicBezTo>
                  <a:cubicBezTo>
                    <a:pt x="21522" y="110035"/>
                    <a:pt x="11755" y="112508"/>
                    <a:pt x="2825" y="116927"/>
                  </a:cubicBezTo>
                  <a:lnTo>
                    <a:pt x="0" y="118406"/>
                  </a:lnTo>
                  <a:cubicBezTo>
                    <a:pt x="0" y="118406"/>
                    <a:pt x="0" y="118406"/>
                    <a:pt x="0" y="118406"/>
                  </a:cubicBezTo>
                  <a:lnTo>
                    <a:pt x="2556" y="117599"/>
                  </a:lnTo>
                  <a:cubicBezTo>
                    <a:pt x="11855" y="114918"/>
                    <a:pt x="21567" y="113962"/>
                    <a:pt x="31211" y="114777"/>
                  </a:cubicBezTo>
                  <a:cubicBezTo>
                    <a:pt x="40848" y="115721"/>
                    <a:pt x="50260" y="118264"/>
                    <a:pt x="59059" y="122303"/>
                  </a:cubicBezTo>
                  <a:cubicBezTo>
                    <a:pt x="71038" y="127972"/>
                    <a:pt x="82212" y="135203"/>
                    <a:pt x="92288" y="143807"/>
                  </a:cubicBezTo>
                  <a:cubicBezTo>
                    <a:pt x="81785" y="153911"/>
                    <a:pt x="70689" y="163381"/>
                    <a:pt x="59059" y="172165"/>
                  </a:cubicBezTo>
                  <a:lnTo>
                    <a:pt x="58117" y="172165"/>
                  </a:lnTo>
                  <a:cubicBezTo>
                    <a:pt x="56285" y="169624"/>
                    <a:pt x="53088" y="168453"/>
                    <a:pt x="50045" y="169209"/>
                  </a:cubicBezTo>
                  <a:cubicBezTo>
                    <a:pt x="45905" y="170097"/>
                    <a:pt x="43269" y="174171"/>
                    <a:pt x="44158" y="178307"/>
                  </a:cubicBezTo>
                  <a:cubicBezTo>
                    <a:pt x="44416" y="179507"/>
                    <a:pt x="44959" y="180627"/>
                    <a:pt x="45740" y="181573"/>
                  </a:cubicBezTo>
                  <a:cubicBezTo>
                    <a:pt x="49283" y="185167"/>
                    <a:pt x="54799" y="185938"/>
                    <a:pt x="59193" y="183455"/>
                  </a:cubicBezTo>
                  <a:cubicBezTo>
                    <a:pt x="73285" y="175053"/>
                    <a:pt x="86143" y="164741"/>
                    <a:pt x="97400" y="152812"/>
                  </a:cubicBezTo>
                  <a:lnTo>
                    <a:pt x="101167" y="149318"/>
                  </a:lnTo>
                  <a:lnTo>
                    <a:pt x="104934" y="152678"/>
                  </a:lnTo>
                  <a:cubicBezTo>
                    <a:pt x="111660" y="158860"/>
                    <a:pt x="118387" y="164908"/>
                    <a:pt x="123499" y="170015"/>
                  </a:cubicBezTo>
                  <a:cubicBezTo>
                    <a:pt x="125786" y="172031"/>
                    <a:pt x="127938" y="174047"/>
                    <a:pt x="130091" y="175794"/>
                  </a:cubicBezTo>
                  <a:cubicBezTo>
                    <a:pt x="133003" y="178258"/>
                    <a:pt x="136158" y="180419"/>
                    <a:pt x="139508" y="182245"/>
                  </a:cubicBezTo>
                  <a:cubicBezTo>
                    <a:pt x="143882" y="185561"/>
                    <a:pt x="149932" y="185561"/>
                    <a:pt x="154306" y="182245"/>
                  </a:cubicBezTo>
                  <a:lnTo>
                    <a:pt x="154306" y="181573"/>
                  </a:lnTo>
                  <a:cubicBezTo>
                    <a:pt x="155729" y="179644"/>
                    <a:pt x="156267" y="177202"/>
                    <a:pt x="155786" y="174853"/>
                  </a:cubicBezTo>
                  <a:cubicBezTo>
                    <a:pt x="155477" y="173406"/>
                    <a:pt x="154725" y="172091"/>
                    <a:pt x="153634" y="171090"/>
                  </a:cubicBezTo>
                  <a:cubicBezTo>
                    <a:pt x="150472" y="168165"/>
                    <a:pt x="145535" y="168353"/>
                    <a:pt x="142607" y="171512"/>
                  </a:cubicBezTo>
                  <a:cubicBezTo>
                    <a:pt x="142414" y="171720"/>
                    <a:pt x="142233" y="171938"/>
                    <a:pt x="142064" y="172165"/>
                  </a:cubicBezTo>
                  <a:lnTo>
                    <a:pt x="138835" y="170284"/>
                  </a:lnTo>
                  <a:cubicBezTo>
                    <a:pt x="136145" y="168402"/>
                    <a:pt x="133050" y="165849"/>
                    <a:pt x="129418" y="162757"/>
                  </a:cubicBezTo>
                  <a:lnTo>
                    <a:pt x="122826" y="156709"/>
                  </a:lnTo>
                  <a:lnTo>
                    <a:pt x="107759" y="143269"/>
                  </a:lnTo>
                  <a:cubicBezTo>
                    <a:pt x="112602" y="139372"/>
                    <a:pt x="117579" y="135474"/>
                    <a:pt x="122826" y="131980"/>
                  </a:cubicBezTo>
                  <a:lnTo>
                    <a:pt x="129418" y="127679"/>
                  </a:lnTo>
                  <a:lnTo>
                    <a:pt x="138835" y="122706"/>
                  </a:lnTo>
                  <a:cubicBezTo>
                    <a:pt x="143599" y="120409"/>
                    <a:pt x="148550" y="118521"/>
                    <a:pt x="153634" y="117062"/>
                  </a:cubicBezTo>
                  <a:cubicBezTo>
                    <a:pt x="164739" y="113912"/>
                    <a:pt x="176391" y="113179"/>
                    <a:pt x="187804" y="114911"/>
                  </a:cubicBezTo>
                  <a:cubicBezTo>
                    <a:pt x="191953" y="115593"/>
                    <a:pt x="196045" y="116581"/>
                    <a:pt x="200047" y="117868"/>
                  </a:cubicBezTo>
                  <a:cubicBezTo>
                    <a:pt x="200047" y="117868"/>
                    <a:pt x="200047" y="117868"/>
                    <a:pt x="200047" y="117868"/>
                  </a:cubicBezTo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67" name="Freeform 466">
              <a:extLst>
                <a:ext uri="{FF2B5EF4-FFF2-40B4-BE49-F238E27FC236}">
                  <a16:creationId xmlns:a16="http://schemas.microsoft.com/office/drawing/2014/main" id="{57B099AF-92F7-F04D-BF4D-D7162AE7DE4B}"/>
                </a:ext>
              </a:extLst>
            </p:cNvPr>
            <p:cNvSpPr/>
            <p:nvPr/>
          </p:nvSpPr>
          <p:spPr>
            <a:xfrm>
              <a:off x="871485" y="2281288"/>
              <a:ext cx="9282" cy="9273"/>
            </a:xfrm>
            <a:custGeom>
              <a:avLst/>
              <a:gdLst>
                <a:gd name="connsiteX0" fmla="*/ 0 w 9282"/>
                <a:gd name="connsiteY0" fmla="*/ 0 h 9273"/>
                <a:gd name="connsiteX1" fmla="*/ 9283 w 9282"/>
                <a:gd name="connsiteY1" fmla="*/ 0 h 9273"/>
                <a:gd name="connsiteX2" fmla="*/ 9283 w 9282"/>
                <a:gd name="connsiteY2" fmla="*/ 9274 h 9273"/>
                <a:gd name="connsiteX3" fmla="*/ 0 w 9282"/>
                <a:gd name="connsiteY3" fmla="*/ 9274 h 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82" h="9273">
                  <a:moveTo>
                    <a:pt x="0" y="0"/>
                  </a:moveTo>
                  <a:lnTo>
                    <a:pt x="9283" y="0"/>
                  </a:lnTo>
                  <a:lnTo>
                    <a:pt x="9283" y="9274"/>
                  </a:lnTo>
                  <a:lnTo>
                    <a:pt x="0" y="9274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68" name="Freeform 467">
              <a:extLst>
                <a:ext uri="{FF2B5EF4-FFF2-40B4-BE49-F238E27FC236}">
                  <a16:creationId xmlns:a16="http://schemas.microsoft.com/office/drawing/2014/main" id="{3ED33C6F-B464-D647-AF2E-B0DE81E5C4D7}"/>
                </a:ext>
              </a:extLst>
            </p:cNvPr>
            <p:cNvSpPr/>
            <p:nvPr/>
          </p:nvSpPr>
          <p:spPr>
            <a:xfrm>
              <a:off x="1354174" y="2210449"/>
              <a:ext cx="139109" cy="60893"/>
            </a:xfrm>
            <a:custGeom>
              <a:avLst/>
              <a:gdLst>
                <a:gd name="connsiteX0" fmla="*/ 139110 w 139109"/>
                <a:gd name="connsiteY0" fmla="*/ 60894 h 60893"/>
                <a:gd name="connsiteX1" fmla="*/ 139110 w 139109"/>
                <a:gd name="connsiteY1" fmla="*/ 11 h 60893"/>
                <a:gd name="connsiteX2" fmla="*/ 130096 w 139109"/>
                <a:gd name="connsiteY2" fmla="*/ 11 h 60893"/>
                <a:gd name="connsiteX3" fmla="*/ 130096 w 139109"/>
                <a:gd name="connsiteY3" fmla="*/ 51889 h 60893"/>
                <a:gd name="connsiteX4" fmla="*/ 96060 w 139109"/>
                <a:gd name="connsiteY4" fmla="*/ 51889 h 60893"/>
                <a:gd name="connsiteX5" fmla="*/ 96060 w 139109"/>
                <a:gd name="connsiteY5" fmla="*/ 11 h 60893"/>
                <a:gd name="connsiteX6" fmla="*/ 87181 w 139109"/>
                <a:gd name="connsiteY6" fmla="*/ 11 h 60893"/>
                <a:gd name="connsiteX7" fmla="*/ 87181 w 139109"/>
                <a:gd name="connsiteY7" fmla="*/ 51889 h 60893"/>
                <a:gd name="connsiteX8" fmla="*/ 51262 w 139109"/>
                <a:gd name="connsiteY8" fmla="*/ 51889 h 60893"/>
                <a:gd name="connsiteX9" fmla="*/ 51262 w 139109"/>
                <a:gd name="connsiteY9" fmla="*/ 11 h 60893"/>
                <a:gd name="connsiteX10" fmla="*/ 37136 w 139109"/>
                <a:gd name="connsiteY10" fmla="*/ 11 h 60893"/>
                <a:gd name="connsiteX11" fmla="*/ 21799 w 139109"/>
                <a:gd name="connsiteY11" fmla="*/ 2296 h 60893"/>
                <a:gd name="connsiteX12" fmla="*/ 10095 w 139109"/>
                <a:gd name="connsiteY12" fmla="*/ 8612 h 60893"/>
                <a:gd name="connsiteX13" fmla="*/ 2562 w 139109"/>
                <a:gd name="connsiteY13" fmla="*/ 18289 h 60893"/>
                <a:gd name="connsiteX14" fmla="*/ 6 w 139109"/>
                <a:gd name="connsiteY14" fmla="*/ 30520 h 60893"/>
                <a:gd name="connsiteX15" fmla="*/ 2965 w 139109"/>
                <a:gd name="connsiteY15" fmla="*/ 43959 h 60893"/>
                <a:gd name="connsiteX16" fmla="*/ 11172 w 139109"/>
                <a:gd name="connsiteY16" fmla="*/ 53367 h 60893"/>
                <a:gd name="connsiteX17" fmla="*/ 23010 w 139109"/>
                <a:gd name="connsiteY17" fmla="*/ 58878 h 60893"/>
                <a:gd name="connsiteX18" fmla="*/ 36463 w 139109"/>
                <a:gd name="connsiteY18" fmla="*/ 60625 h 60893"/>
                <a:gd name="connsiteX19" fmla="*/ 23952 w 139109"/>
                <a:gd name="connsiteY19" fmla="*/ 50411 h 60893"/>
                <a:gd name="connsiteX20" fmla="*/ 16149 w 139109"/>
                <a:gd name="connsiteY20" fmla="*/ 46244 h 60893"/>
                <a:gd name="connsiteX21" fmla="*/ 10903 w 139109"/>
                <a:gd name="connsiteY21" fmla="*/ 39524 h 60893"/>
                <a:gd name="connsiteX22" fmla="*/ 9019 w 139109"/>
                <a:gd name="connsiteY22" fmla="*/ 30520 h 60893"/>
                <a:gd name="connsiteX23" fmla="*/ 11037 w 139109"/>
                <a:gd name="connsiteY23" fmla="*/ 21649 h 60893"/>
                <a:gd name="connsiteX24" fmla="*/ 16553 w 139109"/>
                <a:gd name="connsiteY24" fmla="*/ 14795 h 60893"/>
                <a:gd name="connsiteX25" fmla="*/ 24356 w 139109"/>
                <a:gd name="connsiteY25" fmla="*/ 10494 h 60893"/>
                <a:gd name="connsiteX26" fmla="*/ 33369 w 139109"/>
                <a:gd name="connsiteY26" fmla="*/ 8881 h 60893"/>
                <a:gd name="connsiteX27" fmla="*/ 42383 w 139109"/>
                <a:gd name="connsiteY27" fmla="*/ 8881 h 60893"/>
                <a:gd name="connsiteX28" fmla="*/ 42383 w 139109"/>
                <a:gd name="connsiteY28" fmla="*/ 51889 h 60893"/>
                <a:gd name="connsiteX29" fmla="*/ 33369 w 139109"/>
                <a:gd name="connsiteY29" fmla="*/ 51889 h 60893"/>
                <a:gd name="connsiteX30" fmla="*/ 24490 w 139109"/>
                <a:gd name="connsiteY30" fmla="*/ 49739 h 60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39109" h="60893">
                  <a:moveTo>
                    <a:pt x="139110" y="60894"/>
                  </a:moveTo>
                  <a:lnTo>
                    <a:pt x="139110" y="11"/>
                  </a:lnTo>
                  <a:lnTo>
                    <a:pt x="130096" y="11"/>
                  </a:lnTo>
                  <a:lnTo>
                    <a:pt x="130096" y="51889"/>
                  </a:lnTo>
                  <a:lnTo>
                    <a:pt x="96060" y="51889"/>
                  </a:lnTo>
                  <a:lnTo>
                    <a:pt x="96060" y="11"/>
                  </a:lnTo>
                  <a:lnTo>
                    <a:pt x="87181" y="11"/>
                  </a:lnTo>
                  <a:lnTo>
                    <a:pt x="87181" y="51889"/>
                  </a:lnTo>
                  <a:lnTo>
                    <a:pt x="51262" y="51889"/>
                  </a:lnTo>
                  <a:lnTo>
                    <a:pt x="51262" y="11"/>
                  </a:lnTo>
                  <a:lnTo>
                    <a:pt x="37136" y="11"/>
                  </a:lnTo>
                  <a:cubicBezTo>
                    <a:pt x="31931" y="-103"/>
                    <a:pt x="26745" y="670"/>
                    <a:pt x="21799" y="2296"/>
                  </a:cubicBezTo>
                  <a:cubicBezTo>
                    <a:pt x="17528" y="3631"/>
                    <a:pt x="13554" y="5775"/>
                    <a:pt x="10095" y="8612"/>
                  </a:cubicBezTo>
                  <a:cubicBezTo>
                    <a:pt x="6993" y="11332"/>
                    <a:pt x="4436" y="14616"/>
                    <a:pt x="2562" y="18289"/>
                  </a:cubicBezTo>
                  <a:cubicBezTo>
                    <a:pt x="814" y="22127"/>
                    <a:pt x="-59" y="26304"/>
                    <a:pt x="6" y="30520"/>
                  </a:cubicBezTo>
                  <a:cubicBezTo>
                    <a:pt x="-85" y="35170"/>
                    <a:pt x="929" y="39776"/>
                    <a:pt x="2965" y="43959"/>
                  </a:cubicBezTo>
                  <a:cubicBezTo>
                    <a:pt x="5029" y="47622"/>
                    <a:pt x="7822" y="50824"/>
                    <a:pt x="11172" y="53367"/>
                  </a:cubicBezTo>
                  <a:cubicBezTo>
                    <a:pt x="14745" y="55917"/>
                    <a:pt x="18758" y="57785"/>
                    <a:pt x="23010" y="58878"/>
                  </a:cubicBezTo>
                  <a:cubicBezTo>
                    <a:pt x="27403" y="60025"/>
                    <a:pt x="31923" y="60612"/>
                    <a:pt x="36463" y="60625"/>
                  </a:cubicBezTo>
                  <a:close/>
                  <a:moveTo>
                    <a:pt x="23952" y="50411"/>
                  </a:moveTo>
                  <a:cubicBezTo>
                    <a:pt x="21093" y="49569"/>
                    <a:pt x="18438" y="48151"/>
                    <a:pt x="16149" y="46244"/>
                  </a:cubicBezTo>
                  <a:cubicBezTo>
                    <a:pt x="13932" y="44412"/>
                    <a:pt x="12141" y="42119"/>
                    <a:pt x="10903" y="39524"/>
                  </a:cubicBezTo>
                  <a:cubicBezTo>
                    <a:pt x="9632" y="36694"/>
                    <a:pt x="8989" y="33622"/>
                    <a:pt x="9019" y="30520"/>
                  </a:cubicBezTo>
                  <a:cubicBezTo>
                    <a:pt x="8982" y="27445"/>
                    <a:pt x="9673" y="24406"/>
                    <a:pt x="11037" y="21649"/>
                  </a:cubicBezTo>
                  <a:cubicBezTo>
                    <a:pt x="12417" y="19031"/>
                    <a:pt x="14290" y="16704"/>
                    <a:pt x="16553" y="14795"/>
                  </a:cubicBezTo>
                  <a:cubicBezTo>
                    <a:pt x="18870" y="12899"/>
                    <a:pt x="21515" y="11442"/>
                    <a:pt x="24356" y="10494"/>
                  </a:cubicBezTo>
                  <a:cubicBezTo>
                    <a:pt x="27241" y="9427"/>
                    <a:pt x="30293" y="8881"/>
                    <a:pt x="33369" y="8881"/>
                  </a:cubicBezTo>
                  <a:lnTo>
                    <a:pt x="42383" y="8881"/>
                  </a:lnTo>
                  <a:lnTo>
                    <a:pt x="42383" y="51889"/>
                  </a:lnTo>
                  <a:lnTo>
                    <a:pt x="33369" y="51889"/>
                  </a:lnTo>
                  <a:cubicBezTo>
                    <a:pt x="30308" y="51683"/>
                    <a:pt x="27305" y="50956"/>
                    <a:pt x="24490" y="49739"/>
                  </a:cubicBez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69" name="Freeform 468">
              <a:extLst>
                <a:ext uri="{FF2B5EF4-FFF2-40B4-BE49-F238E27FC236}">
                  <a16:creationId xmlns:a16="http://schemas.microsoft.com/office/drawing/2014/main" id="{FC76CDAB-9C01-A54F-BC4F-BA404AAEF5B9}"/>
                </a:ext>
              </a:extLst>
            </p:cNvPr>
            <p:cNvSpPr/>
            <p:nvPr/>
          </p:nvSpPr>
          <p:spPr>
            <a:xfrm>
              <a:off x="1301175" y="2190166"/>
              <a:ext cx="9013" cy="80505"/>
            </a:xfrm>
            <a:custGeom>
              <a:avLst/>
              <a:gdLst>
                <a:gd name="connsiteX0" fmla="*/ 0 w 9013"/>
                <a:gd name="connsiteY0" fmla="*/ 0 h 80505"/>
                <a:gd name="connsiteX1" fmla="*/ 9014 w 9013"/>
                <a:gd name="connsiteY1" fmla="*/ 0 h 80505"/>
                <a:gd name="connsiteX2" fmla="*/ 9014 w 9013"/>
                <a:gd name="connsiteY2" fmla="*/ 80505 h 80505"/>
                <a:gd name="connsiteX3" fmla="*/ 0 w 9013"/>
                <a:gd name="connsiteY3" fmla="*/ 80505 h 80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13" h="80505">
                  <a:moveTo>
                    <a:pt x="0" y="0"/>
                  </a:moveTo>
                  <a:lnTo>
                    <a:pt x="9014" y="0"/>
                  </a:lnTo>
                  <a:lnTo>
                    <a:pt x="9014" y="80505"/>
                  </a:lnTo>
                  <a:lnTo>
                    <a:pt x="0" y="80505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70" name="Freeform 469">
              <a:extLst>
                <a:ext uri="{FF2B5EF4-FFF2-40B4-BE49-F238E27FC236}">
                  <a16:creationId xmlns:a16="http://schemas.microsoft.com/office/drawing/2014/main" id="{0BA414E1-467F-064B-8D91-4C0E700762DB}"/>
                </a:ext>
              </a:extLst>
            </p:cNvPr>
            <p:cNvSpPr/>
            <p:nvPr/>
          </p:nvSpPr>
          <p:spPr>
            <a:xfrm>
              <a:off x="1396691" y="2190166"/>
              <a:ext cx="9282" cy="9273"/>
            </a:xfrm>
            <a:custGeom>
              <a:avLst/>
              <a:gdLst>
                <a:gd name="connsiteX0" fmla="*/ 0 w 9282"/>
                <a:gd name="connsiteY0" fmla="*/ 0 h 9273"/>
                <a:gd name="connsiteX1" fmla="*/ 9283 w 9282"/>
                <a:gd name="connsiteY1" fmla="*/ 0 h 9273"/>
                <a:gd name="connsiteX2" fmla="*/ 9283 w 9282"/>
                <a:gd name="connsiteY2" fmla="*/ 9274 h 9273"/>
                <a:gd name="connsiteX3" fmla="*/ 0 w 9282"/>
                <a:gd name="connsiteY3" fmla="*/ 9274 h 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82" h="9273">
                  <a:moveTo>
                    <a:pt x="0" y="0"/>
                  </a:moveTo>
                  <a:lnTo>
                    <a:pt x="9283" y="0"/>
                  </a:lnTo>
                  <a:lnTo>
                    <a:pt x="9283" y="9274"/>
                  </a:lnTo>
                  <a:lnTo>
                    <a:pt x="0" y="9274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717DA741-D8FB-054F-B6F4-0F594EC6977A}"/>
                </a:ext>
              </a:extLst>
            </p:cNvPr>
            <p:cNvSpPr/>
            <p:nvPr/>
          </p:nvSpPr>
          <p:spPr>
            <a:xfrm>
              <a:off x="1484674" y="2281154"/>
              <a:ext cx="9282" cy="9273"/>
            </a:xfrm>
            <a:custGeom>
              <a:avLst/>
              <a:gdLst>
                <a:gd name="connsiteX0" fmla="*/ 0 w 9282"/>
                <a:gd name="connsiteY0" fmla="*/ 0 h 9273"/>
                <a:gd name="connsiteX1" fmla="*/ 9283 w 9282"/>
                <a:gd name="connsiteY1" fmla="*/ 0 h 9273"/>
                <a:gd name="connsiteX2" fmla="*/ 9283 w 9282"/>
                <a:gd name="connsiteY2" fmla="*/ 9274 h 9273"/>
                <a:gd name="connsiteX3" fmla="*/ 0 w 9282"/>
                <a:gd name="connsiteY3" fmla="*/ 9274 h 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82" h="9273">
                  <a:moveTo>
                    <a:pt x="0" y="0"/>
                  </a:moveTo>
                  <a:lnTo>
                    <a:pt x="9283" y="0"/>
                  </a:lnTo>
                  <a:lnTo>
                    <a:pt x="9283" y="9274"/>
                  </a:lnTo>
                  <a:lnTo>
                    <a:pt x="0" y="9274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0406418D-0231-3748-B89F-C7478E786461}"/>
                </a:ext>
              </a:extLst>
            </p:cNvPr>
            <p:cNvSpPr/>
            <p:nvPr/>
          </p:nvSpPr>
          <p:spPr>
            <a:xfrm>
              <a:off x="887360" y="2281288"/>
              <a:ext cx="9282" cy="9273"/>
            </a:xfrm>
            <a:custGeom>
              <a:avLst/>
              <a:gdLst>
                <a:gd name="connsiteX0" fmla="*/ 0 w 9282"/>
                <a:gd name="connsiteY0" fmla="*/ 0 h 9273"/>
                <a:gd name="connsiteX1" fmla="*/ 9283 w 9282"/>
                <a:gd name="connsiteY1" fmla="*/ 0 h 9273"/>
                <a:gd name="connsiteX2" fmla="*/ 9283 w 9282"/>
                <a:gd name="connsiteY2" fmla="*/ 9274 h 9273"/>
                <a:gd name="connsiteX3" fmla="*/ 0 w 9282"/>
                <a:gd name="connsiteY3" fmla="*/ 9274 h 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82" h="9273">
                  <a:moveTo>
                    <a:pt x="0" y="0"/>
                  </a:moveTo>
                  <a:lnTo>
                    <a:pt x="9283" y="0"/>
                  </a:lnTo>
                  <a:lnTo>
                    <a:pt x="9283" y="9274"/>
                  </a:lnTo>
                  <a:lnTo>
                    <a:pt x="0" y="9274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73" name="Freeform 472">
              <a:extLst>
                <a:ext uri="{FF2B5EF4-FFF2-40B4-BE49-F238E27FC236}">
                  <a16:creationId xmlns:a16="http://schemas.microsoft.com/office/drawing/2014/main" id="{BCA880C9-675A-3844-A4C4-6A8D1255FCB5}"/>
                </a:ext>
              </a:extLst>
            </p:cNvPr>
            <p:cNvSpPr/>
            <p:nvPr/>
          </p:nvSpPr>
          <p:spPr>
            <a:xfrm>
              <a:off x="972912" y="2190569"/>
              <a:ext cx="301760" cy="104923"/>
            </a:xfrm>
            <a:custGeom>
              <a:avLst/>
              <a:gdLst>
                <a:gd name="connsiteX0" fmla="*/ 293016 w 301760"/>
                <a:gd name="connsiteY0" fmla="*/ 71097 h 104923"/>
                <a:gd name="connsiteX1" fmla="*/ 278218 w 301760"/>
                <a:gd name="connsiteY1" fmla="*/ 71097 h 104923"/>
                <a:gd name="connsiteX2" fmla="*/ 265841 w 301760"/>
                <a:gd name="connsiteY2" fmla="*/ 68812 h 104923"/>
                <a:gd name="connsiteX3" fmla="*/ 258711 w 301760"/>
                <a:gd name="connsiteY3" fmla="*/ 62092 h 104923"/>
                <a:gd name="connsiteX4" fmla="*/ 259518 w 301760"/>
                <a:gd name="connsiteY4" fmla="*/ 53760 h 104923"/>
                <a:gd name="connsiteX5" fmla="*/ 259518 w 301760"/>
                <a:gd name="connsiteY5" fmla="*/ 24729 h 104923"/>
                <a:gd name="connsiteX6" fmla="*/ 251312 w 301760"/>
                <a:gd name="connsiteY6" fmla="*/ 24729 h 104923"/>
                <a:gd name="connsiteX7" fmla="*/ 251312 w 301760"/>
                <a:gd name="connsiteY7" fmla="*/ 55238 h 104923"/>
                <a:gd name="connsiteX8" fmla="*/ 247142 w 301760"/>
                <a:gd name="connsiteY8" fmla="*/ 67603 h 104923"/>
                <a:gd name="connsiteX9" fmla="*/ 234496 w 301760"/>
                <a:gd name="connsiteY9" fmla="*/ 72307 h 104923"/>
                <a:gd name="connsiteX10" fmla="*/ 227366 w 301760"/>
                <a:gd name="connsiteY10" fmla="*/ 70963 h 104923"/>
                <a:gd name="connsiteX11" fmla="*/ 221715 w 301760"/>
                <a:gd name="connsiteY11" fmla="*/ 67603 h 104923"/>
                <a:gd name="connsiteX12" fmla="*/ 217948 w 301760"/>
                <a:gd name="connsiteY12" fmla="*/ 62630 h 104923"/>
                <a:gd name="connsiteX13" fmla="*/ 216469 w 301760"/>
                <a:gd name="connsiteY13" fmla="*/ 56582 h 104923"/>
                <a:gd name="connsiteX14" fmla="*/ 216469 w 301760"/>
                <a:gd name="connsiteY14" fmla="*/ 24729 h 104923"/>
                <a:gd name="connsiteX15" fmla="*/ 207455 w 301760"/>
                <a:gd name="connsiteY15" fmla="*/ 24729 h 104923"/>
                <a:gd name="connsiteX16" fmla="*/ 207455 w 301760"/>
                <a:gd name="connsiteY16" fmla="*/ 55910 h 104923"/>
                <a:gd name="connsiteX17" fmla="*/ 206244 w 301760"/>
                <a:gd name="connsiteY17" fmla="*/ 62899 h 104923"/>
                <a:gd name="connsiteX18" fmla="*/ 202881 w 301760"/>
                <a:gd name="connsiteY18" fmla="*/ 67603 h 104923"/>
                <a:gd name="connsiteX19" fmla="*/ 198038 w 301760"/>
                <a:gd name="connsiteY19" fmla="*/ 70291 h 104923"/>
                <a:gd name="connsiteX20" fmla="*/ 192253 w 301760"/>
                <a:gd name="connsiteY20" fmla="*/ 71097 h 104923"/>
                <a:gd name="connsiteX21" fmla="*/ 174226 w 301760"/>
                <a:gd name="connsiteY21" fmla="*/ 71097 h 104923"/>
                <a:gd name="connsiteX22" fmla="*/ 174226 w 301760"/>
                <a:gd name="connsiteY22" fmla="*/ 24729 h 104923"/>
                <a:gd name="connsiteX23" fmla="*/ 165213 w 301760"/>
                <a:gd name="connsiteY23" fmla="*/ 24729 h 104923"/>
                <a:gd name="connsiteX24" fmla="*/ 165213 w 301760"/>
                <a:gd name="connsiteY24" fmla="*/ 71097 h 104923"/>
                <a:gd name="connsiteX25" fmla="*/ 117858 w 301760"/>
                <a:gd name="connsiteY25" fmla="*/ 71097 h 104923"/>
                <a:gd name="connsiteX26" fmla="*/ 133598 w 301760"/>
                <a:gd name="connsiteY26" fmla="*/ 33465 h 104923"/>
                <a:gd name="connsiteX27" fmla="*/ 117723 w 301760"/>
                <a:gd name="connsiteY27" fmla="*/ 22848 h 104923"/>
                <a:gd name="connsiteX28" fmla="*/ 108979 w 301760"/>
                <a:gd name="connsiteY28" fmla="*/ 19488 h 104923"/>
                <a:gd name="connsiteX29" fmla="*/ 100369 w 301760"/>
                <a:gd name="connsiteY29" fmla="*/ 18413 h 104923"/>
                <a:gd name="connsiteX30" fmla="*/ 91490 w 301760"/>
                <a:gd name="connsiteY30" fmla="*/ 19488 h 104923"/>
                <a:gd name="connsiteX31" fmla="*/ 82880 w 301760"/>
                <a:gd name="connsiteY31" fmla="*/ 22713 h 104923"/>
                <a:gd name="connsiteX32" fmla="*/ 74539 w 301760"/>
                <a:gd name="connsiteY32" fmla="*/ 27552 h 104923"/>
                <a:gd name="connsiteX33" fmla="*/ 67005 w 301760"/>
                <a:gd name="connsiteY33" fmla="*/ 33465 h 104923"/>
                <a:gd name="connsiteX34" fmla="*/ 82880 w 301760"/>
                <a:gd name="connsiteY34" fmla="*/ 71097 h 104923"/>
                <a:gd name="connsiteX35" fmla="*/ 51669 w 301760"/>
                <a:gd name="connsiteY35" fmla="*/ 71097 h 104923"/>
                <a:gd name="connsiteX36" fmla="*/ 51669 w 301760"/>
                <a:gd name="connsiteY36" fmla="*/ 19219 h 104923"/>
                <a:gd name="connsiteX37" fmla="*/ 37274 w 301760"/>
                <a:gd name="connsiteY37" fmla="*/ 19219 h 104923"/>
                <a:gd name="connsiteX38" fmla="*/ 22072 w 301760"/>
                <a:gd name="connsiteY38" fmla="*/ 21504 h 104923"/>
                <a:gd name="connsiteX39" fmla="*/ 10368 w 301760"/>
                <a:gd name="connsiteY39" fmla="*/ 27955 h 104923"/>
                <a:gd name="connsiteX40" fmla="*/ 2969 w 301760"/>
                <a:gd name="connsiteY40" fmla="*/ 63705 h 104923"/>
                <a:gd name="connsiteX41" fmla="*/ 11175 w 301760"/>
                <a:gd name="connsiteY41" fmla="*/ 72979 h 104923"/>
                <a:gd name="connsiteX42" fmla="*/ 23014 w 301760"/>
                <a:gd name="connsiteY42" fmla="*/ 78354 h 104923"/>
                <a:gd name="connsiteX43" fmla="*/ 37274 w 301760"/>
                <a:gd name="connsiteY43" fmla="*/ 80102 h 104923"/>
                <a:gd name="connsiteX44" fmla="*/ 42656 w 301760"/>
                <a:gd name="connsiteY44" fmla="*/ 80102 h 104923"/>
                <a:gd name="connsiteX45" fmla="*/ 42656 w 301760"/>
                <a:gd name="connsiteY45" fmla="*/ 82655 h 104923"/>
                <a:gd name="connsiteX46" fmla="*/ 38620 w 301760"/>
                <a:gd name="connsiteY46" fmla="*/ 92735 h 104923"/>
                <a:gd name="connsiteX47" fmla="*/ 27319 w 301760"/>
                <a:gd name="connsiteY47" fmla="*/ 95826 h 104923"/>
                <a:gd name="connsiteX48" fmla="*/ 19785 w 301760"/>
                <a:gd name="connsiteY48" fmla="*/ 95020 h 104923"/>
                <a:gd name="connsiteX49" fmla="*/ 12117 w 301760"/>
                <a:gd name="connsiteY49" fmla="*/ 92332 h 104923"/>
                <a:gd name="connsiteX50" fmla="*/ 9427 w 301760"/>
                <a:gd name="connsiteY50" fmla="*/ 100934 h 104923"/>
                <a:gd name="connsiteX51" fmla="*/ 18575 w 301760"/>
                <a:gd name="connsiteY51" fmla="*/ 103890 h 104923"/>
                <a:gd name="connsiteX52" fmla="*/ 26646 w 301760"/>
                <a:gd name="connsiteY52" fmla="*/ 104831 h 104923"/>
                <a:gd name="connsiteX53" fmla="*/ 45750 w 301760"/>
                <a:gd name="connsiteY53" fmla="*/ 98515 h 104923"/>
                <a:gd name="connsiteX54" fmla="*/ 51669 w 301760"/>
                <a:gd name="connsiteY54" fmla="*/ 81715 h 104923"/>
                <a:gd name="connsiteX55" fmla="*/ 51669 w 301760"/>
                <a:gd name="connsiteY55" fmla="*/ 80774 h 104923"/>
                <a:gd name="connsiteX56" fmla="*/ 191580 w 301760"/>
                <a:gd name="connsiteY56" fmla="*/ 80774 h 104923"/>
                <a:gd name="connsiteX57" fmla="*/ 203285 w 301760"/>
                <a:gd name="connsiteY57" fmla="*/ 77951 h 104923"/>
                <a:gd name="connsiteX58" fmla="*/ 211491 w 301760"/>
                <a:gd name="connsiteY58" fmla="*/ 70425 h 104923"/>
                <a:gd name="connsiteX59" fmla="*/ 220505 w 301760"/>
                <a:gd name="connsiteY59" fmla="*/ 78892 h 104923"/>
                <a:gd name="connsiteX60" fmla="*/ 233958 w 301760"/>
                <a:gd name="connsiteY60" fmla="*/ 81849 h 104923"/>
                <a:gd name="connsiteX61" fmla="*/ 247411 w 301760"/>
                <a:gd name="connsiteY61" fmla="*/ 79027 h 104923"/>
                <a:gd name="connsiteX62" fmla="*/ 256020 w 301760"/>
                <a:gd name="connsiteY62" fmla="*/ 70425 h 104923"/>
                <a:gd name="connsiteX63" fmla="*/ 258846 w 301760"/>
                <a:gd name="connsiteY63" fmla="*/ 74188 h 104923"/>
                <a:gd name="connsiteX64" fmla="*/ 263016 w 301760"/>
                <a:gd name="connsiteY64" fmla="*/ 77548 h 104923"/>
                <a:gd name="connsiteX65" fmla="*/ 269339 w 301760"/>
                <a:gd name="connsiteY65" fmla="*/ 79833 h 104923"/>
                <a:gd name="connsiteX66" fmla="*/ 275796 w 301760"/>
                <a:gd name="connsiteY66" fmla="*/ 80639 h 104923"/>
                <a:gd name="connsiteX67" fmla="*/ 301761 w 301760"/>
                <a:gd name="connsiteY67" fmla="*/ 80639 h 104923"/>
                <a:gd name="connsiteX68" fmla="*/ 301761 w 301760"/>
                <a:gd name="connsiteY68" fmla="*/ 0 h 104923"/>
                <a:gd name="connsiteX69" fmla="*/ 293016 w 301760"/>
                <a:gd name="connsiteY69" fmla="*/ 0 h 104923"/>
                <a:gd name="connsiteX70" fmla="*/ 42656 w 301760"/>
                <a:gd name="connsiteY70" fmla="*/ 71097 h 104923"/>
                <a:gd name="connsiteX71" fmla="*/ 33507 w 301760"/>
                <a:gd name="connsiteY71" fmla="*/ 71097 h 104923"/>
                <a:gd name="connsiteX72" fmla="*/ 24090 w 301760"/>
                <a:gd name="connsiteY72" fmla="*/ 69753 h 104923"/>
                <a:gd name="connsiteX73" fmla="*/ 16288 w 301760"/>
                <a:gd name="connsiteY73" fmla="*/ 65587 h 104923"/>
                <a:gd name="connsiteX74" fmla="*/ 10906 w 301760"/>
                <a:gd name="connsiteY74" fmla="*/ 59001 h 104923"/>
                <a:gd name="connsiteX75" fmla="*/ 9023 w 301760"/>
                <a:gd name="connsiteY75" fmla="*/ 49996 h 104923"/>
                <a:gd name="connsiteX76" fmla="*/ 11175 w 301760"/>
                <a:gd name="connsiteY76" fmla="*/ 41126 h 104923"/>
                <a:gd name="connsiteX77" fmla="*/ 16691 w 301760"/>
                <a:gd name="connsiteY77" fmla="*/ 34272 h 104923"/>
                <a:gd name="connsiteX78" fmla="*/ 24494 w 301760"/>
                <a:gd name="connsiteY78" fmla="*/ 29836 h 104923"/>
                <a:gd name="connsiteX79" fmla="*/ 33508 w 301760"/>
                <a:gd name="connsiteY79" fmla="*/ 28224 h 104923"/>
                <a:gd name="connsiteX80" fmla="*/ 42656 w 301760"/>
                <a:gd name="connsiteY80" fmla="*/ 28224 h 104923"/>
                <a:gd name="connsiteX81" fmla="*/ 92297 w 301760"/>
                <a:gd name="connsiteY81" fmla="*/ 71097 h 104923"/>
                <a:gd name="connsiteX82" fmla="*/ 78844 w 301760"/>
                <a:gd name="connsiteY82" fmla="*/ 36691 h 104923"/>
                <a:gd name="connsiteX83" fmla="*/ 89472 w 301760"/>
                <a:gd name="connsiteY83" fmla="*/ 30240 h 104923"/>
                <a:gd name="connsiteX84" fmla="*/ 100907 w 301760"/>
                <a:gd name="connsiteY84" fmla="*/ 28224 h 104923"/>
                <a:gd name="connsiteX85" fmla="*/ 112880 w 301760"/>
                <a:gd name="connsiteY85" fmla="*/ 30643 h 104923"/>
                <a:gd name="connsiteX86" fmla="*/ 123105 w 301760"/>
                <a:gd name="connsiteY86" fmla="*/ 36691 h 104923"/>
                <a:gd name="connsiteX87" fmla="*/ 108979 w 301760"/>
                <a:gd name="connsiteY87" fmla="*/ 71097 h 104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301760" h="104923">
                  <a:moveTo>
                    <a:pt x="293016" y="71097"/>
                  </a:moveTo>
                  <a:lnTo>
                    <a:pt x="278218" y="71097"/>
                  </a:lnTo>
                  <a:cubicBezTo>
                    <a:pt x="273970" y="71324"/>
                    <a:pt x="269728" y="70541"/>
                    <a:pt x="265841" y="68812"/>
                  </a:cubicBezTo>
                  <a:cubicBezTo>
                    <a:pt x="262804" y="67395"/>
                    <a:pt x="260304" y="65039"/>
                    <a:pt x="258711" y="62092"/>
                  </a:cubicBezTo>
                  <a:cubicBezTo>
                    <a:pt x="259293" y="59354"/>
                    <a:pt x="259564" y="56559"/>
                    <a:pt x="259518" y="53760"/>
                  </a:cubicBezTo>
                  <a:lnTo>
                    <a:pt x="259518" y="24729"/>
                  </a:lnTo>
                  <a:lnTo>
                    <a:pt x="251312" y="24729"/>
                  </a:lnTo>
                  <a:lnTo>
                    <a:pt x="251312" y="55238"/>
                  </a:lnTo>
                  <a:cubicBezTo>
                    <a:pt x="251492" y="59732"/>
                    <a:pt x="250007" y="64134"/>
                    <a:pt x="247142" y="67603"/>
                  </a:cubicBezTo>
                  <a:cubicBezTo>
                    <a:pt x="243806" y="70925"/>
                    <a:pt x="239194" y="72640"/>
                    <a:pt x="234496" y="72307"/>
                  </a:cubicBezTo>
                  <a:cubicBezTo>
                    <a:pt x="232057" y="72290"/>
                    <a:pt x="229642" y="71835"/>
                    <a:pt x="227366" y="70963"/>
                  </a:cubicBezTo>
                  <a:cubicBezTo>
                    <a:pt x="225252" y="70285"/>
                    <a:pt x="223320" y="69136"/>
                    <a:pt x="221715" y="67603"/>
                  </a:cubicBezTo>
                  <a:cubicBezTo>
                    <a:pt x="220129" y="66223"/>
                    <a:pt x="218846" y="64530"/>
                    <a:pt x="217948" y="62630"/>
                  </a:cubicBezTo>
                  <a:cubicBezTo>
                    <a:pt x="217050" y="60735"/>
                    <a:pt x="216546" y="58677"/>
                    <a:pt x="216469" y="56582"/>
                  </a:cubicBezTo>
                  <a:lnTo>
                    <a:pt x="216469" y="24729"/>
                  </a:lnTo>
                  <a:lnTo>
                    <a:pt x="207455" y="24729"/>
                  </a:lnTo>
                  <a:lnTo>
                    <a:pt x="207455" y="55910"/>
                  </a:lnTo>
                  <a:cubicBezTo>
                    <a:pt x="207516" y="58296"/>
                    <a:pt x="207104" y="60671"/>
                    <a:pt x="206244" y="62899"/>
                  </a:cubicBezTo>
                  <a:cubicBezTo>
                    <a:pt x="205520" y="64715"/>
                    <a:pt x="204366" y="66329"/>
                    <a:pt x="202881" y="67603"/>
                  </a:cubicBezTo>
                  <a:cubicBezTo>
                    <a:pt x="201456" y="68804"/>
                    <a:pt x="199811" y="69716"/>
                    <a:pt x="198038" y="70291"/>
                  </a:cubicBezTo>
                  <a:cubicBezTo>
                    <a:pt x="196159" y="70840"/>
                    <a:pt x="194210" y="71112"/>
                    <a:pt x="192253" y="71097"/>
                  </a:cubicBezTo>
                  <a:lnTo>
                    <a:pt x="174226" y="71097"/>
                  </a:lnTo>
                  <a:lnTo>
                    <a:pt x="174226" y="24729"/>
                  </a:lnTo>
                  <a:lnTo>
                    <a:pt x="165213" y="24729"/>
                  </a:lnTo>
                  <a:lnTo>
                    <a:pt x="165213" y="71097"/>
                  </a:lnTo>
                  <a:lnTo>
                    <a:pt x="117858" y="71097"/>
                  </a:lnTo>
                  <a:lnTo>
                    <a:pt x="133598" y="33465"/>
                  </a:lnTo>
                  <a:cubicBezTo>
                    <a:pt x="128725" y="29339"/>
                    <a:pt x="123399" y="25777"/>
                    <a:pt x="117723" y="22848"/>
                  </a:cubicBezTo>
                  <a:cubicBezTo>
                    <a:pt x="114929" y="21438"/>
                    <a:pt x="111999" y="20312"/>
                    <a:pt x="108979" y="19488"/>
                  </a:cubicBezTo>
                  <a:cubicBezTo>
                    <a:pt x="106159" y="18807"/>
                    <a:pt x="103270" y="18447"/>
                    <a:pt x="100369" y="18413"/>
                  </a:cubicBezTo>
                  <a:cubicBezTo>
                    <a:pt x="97379" y="18441"/>
                    <a:pt x="94401" y="18802"/>
                    <a:pt x="91490" y="19488"/>
                  </a:cubicBezTo>
                  <a:cubicBezTo>
                    <a:pt x="88536" y="20325"/>
                    <a:pt x="85657" y="21404"/>
                    <a:pt x="82880" y="22713"/>
                  </a:cubicBezTo>
                  <a:cubicBezTo>
                    <a:pt x="79940" y="24033"/>
                    <a:pt x="77144" y="25655"/>
                    <a:pt x="74539" y="27552"/>
                  </a:cubicBezTo>
                  <a:cubicBezTo>
                    <a:pt x="71920" y="29382"/>
                    <a:pt x="69405" y="31356"/>
                    <a:pt x="67005" y="33465"/>
                  </a:cubicBezTo>
                  <a:lnTo>
                    <a:pt x="82880" y="71097"/>
                  </a:lnTo>
                  <a:lnTo>
                    <a:pt x="51669" y="71097"/>
                  </a:lnTo>
                  <a:lnTo>
                    <a:pt x="51669" y="19219"/>
                  </a:lnTo>
                  <a:lnTo>
                    <a:pt x="37274" y="19219"/>
                  </a:lnTo>
                  <a:cubicBezTo>
                    <a:pt x="32114" y="19116"/>
                    <a:pt x="26974" y="19888"/>
                    <a:pt x="22072" y="21504"/>
                  </a:cubicBezTo>
                  <a:cubicBezTo>
                    <a:pt x="17817" y="22940"/>
                    <a:pt x="13853" y="25125"/>
                    <a:pt x="10368" y="27955"/>
                  </a:cubicBezTo>
                  <a:cubicBezTo>
                    <a:pt x="126" y="36848"/>
                    <a:pt x="-2903" y="51483"/>
                    <a:pt x="2969" y="63705"/>
                  </a:cubicBezTo>
                  <a:cubicBezTo>
                    <a:pt x="4915" y="67412"/>
                    <a:pt x="7731" y="70594"/>
                    <a:pt x="11175" y="72979"/>
                  </a:cubicBezTo>
                  <a:cubicBezTo>
                    <a:pt x="14755" y="75486"/>
                    <a:pt x="18769" y="77309"/>
                    <a:pt x="23014" y="78354"/>
                  </a:cubicBezTo>
                  <a:cubicBezTo>
                    <a:pt x="27669" y="79563"/>
                    <a:pt x="32464" y="80151"/>
                    <a:pt x="37274" y="80102"/>
                  </a:cubicBezTo>
                  <a:lnTo>
                    <a:pt x="42656" y="80102"/>
                  </a:lnTo>
                  <a:lnTo>
                    <a:pt x="42656" y="82655"/>
                  </a:lnTo>
                  <a:cubicBezTo>
                    <a:pt x="43024" y="86470"/>
                    <a:pt x="41520" y="90227"/>
                    <a:pt x="38620" y="92735"/>
                  </a:cubicBezTo>
                  <a:cubicBezTo>
                    <a:pt x="35285" y="94957"/>
                    <a:pt x="31321" y="96042"/>
                    <a:pt x="27319" y="95826"/>
                  </a:cubicBezTo>
                  <a:cubicBezTo>
                    <a:pt x="24785" y="95862"/>
                    <a:pt x="22255" y="95591"/>
                    <a:pt x="19785" y="95020"/>
                  </a:cubicBezTo>
                  <a:cubicBezTo>
                    <a:pt x="17165" y="94318"/>
                    <a:pt x="14602" y="93420"/>
                    <a:pt x="12117" y="92332"/>
                  </a:cubicBezTo>
                  <a:lnTo>
                    <a:pt x="9427" y="100934"/>
                  </a:lnTo>
                  <a:cubicBezTo>
                    <a:pt x="12405" y="102125"/>
                    <a:pt x="15462" y="103113"/>
                    <a:pt x="18575" y="103890"/>
                  </a:cubicBezTo>
                  <a:cubicBezTo>
                    <a:pt x="21228" y="104468"/>
                    <a:pt x="23931" y="104784"/>
                    <a:pt x="26646" y="104831"/>
                  </a:cubicBezTo>
                  <a:cubicBezTo>
                    <a:pt x="33611" y="105424"/>
                    <a:pt x="40514" y="103141"/>
                    <a:pt x="45750" y="98515"/>
                  </a:cubicBezTo>
                  <a:cubicBezTo>
                    <a:pt x="49851" y="93906"/>
                    <a:pt x="51977" y="87873"/>
                    <a:pt x="51669" y="81715"/>
                  </a:cubicBezTo>
                  <a:lnTo>
                    <a:pt x="51669" y="80774"/>
                  </a:lnTo>
                  <a:lnTo>
                    <a:pt x="191580" y="80774"/>
                  </a:lnTo>
                  <a:cubicBezTo>
                    <a:pt x="195661" y="80862"/>
                    <a:pt x="199694" y="79890"/>
                    <a:pt x="203285" y="77951"/>
                  </a:cubicBezTo>
                  <a:cubicBezTo>
                    <a:pt x="206619" y="76185"/>
                    <a:pt x="209445" y="73594"/>
                    <a:pt x="211491" y="70425"/>
                  </a:cubicBezTo>
                  <a:cubicBezTo>
                    <a:pt x="213691" y="73996"/>
                    <a:pt x="216802" y="76918"/>
                    <a:pt x="220505" y="78892"/>
                  </a:cubicBezTo>
                  <a:cubicBezTo>
                    <a:pt x="224656" y="81027"/>
                    <a:pt x="229292" y="82046"/>
                    <a:pt x="233958" y="81849"/>
                  </a:cubicBezTo>
                  <a:cubicBezTo>
                    <a:pt x="238595" y="81910"/>
                    <a:pt x="243189" y="80946"/>
                    <a:pt x="247411" y="79027"/>
                  </a:cubicBezTo>
                  <a:cubicBezTo>
                    <a:pt x="251173" y="77217"/>
                    <a:pt x="254209" y="74184"/>
                    <a:pt x="256020" y="70425"/>
                  </a:cubicBezTo>
                  <a:cubicBezTo>
                    <a:pt x="256842" y="71765"/>
                    <a:pt x="257788" y="73025"/>
                    <a:pt x="258846" y="74188"/>
                  </a:cubicBezTo>
                  <a:cubicBezTo>
                    <a:pt x="260056" y="75514"/>
                    <a:pt x="261463" y="76647"/>
                    <a:pt x="263016" y="77548"/>
                  </a:cubicBezTo>
                  <a:cubicBezTo>
                    <a:pt x="265010" y="78593"/>
                    <a:pt x="267137" y="79362"/>
                    <a:pt x="269339" y="79833"/>
                  </a:cubicBezTo>
                  <a:cubicBezTo>
                    <a:pt x="271456" y="80333"/>
                    <a:pt x="273621" y="80603"/>
                    <a:pt x="275796" y="80639"/>
                  </a:cubicBezTo>
                  <a:lnTo>
                    <a:pt x="301761" y="80639"/>
                  </a:lnTo>
                  <a:lnTo>
                    <a:pt x="301761" y="0"/>
                  </a:lnTo>
                  <a:lnTo>
                    <a:pt x="293016" y="0"/>
                  </a:lnTo>
                  <a:close/>
                  <a:moveTo>
                    <a:pt x="42656" y="71097"/>
                  </a:moveTo>
                  <a:lnTo>
                    <a:pt x="33507" y="71097"/>
                  </a:lnTo>
                  <a:cubicBezTo>
                    <a:pt x="30318" y="71141"/>
                    <a:pt x="27140" y="70687"/>
                    <a:pt x="24090" y="69753"/>
                  </a:cubicBezTo>
                  <a:cubicBezTo>
                    <a:pt x="21232" y="68912"/>
                    <a:pt x="18576" y="67494"/>
                    <a:pt x="16288" y="65587"/>
                  </a:cubicBezTo>
                  <a:cubicBezTo>
                    <a:pt x="14034" y="63811"/>
                    <a:pt x="12197" y="61563"/>
                    <a:pt x="10906" y="59001"/>
                  </a:cubicBezTo>
                  <a:cubicBezTo>
                    <a:pt x="9636" y="56170"/>
                    <a:pt x="8993" y="53098"/>
                    <a:pt x="9023" y="49996"/>
                  </a:cubicBezTo>
                  <a:cubicBezTo>
                    <a:pt x="8966" y="46904"/>
                    <a:pt x="9707" y="43849"/>
                    <a:pt x="11175" y="41126"/>
                  </a:cubicBezTo>
                  <a:cubicBezTo>
                    <a:pt x="12467" y="38451"/>
                    <a:pt x="14354" y="36107"/>
                    <a:pt x="16691" y="34272"/>
                  </a:cubicBezTo>
                  <a:cubicBezTo>
                    <a:pt x="19016" y="32354"/>
                    <a:pt x="21656" y="30853"/>
                    <a:pt x="24494" y="29836"/>
                  </a:cubicBezTo>
                  <a:cubicBezTo>
                    <a:pt x="27376" y="28758"/>
                    <a:pt x="30430" y="28212"/>
                    <a:pt x="33508" y="28224"/>
                  </a:cubicBezTo>
                  <a:lnTo>
                    <a:pt x="42656" y="28224"/>
                  </a:lnTo>
                  <a:close/>
                  <a:moveTo>
                    <a:pt x="92297" y="71097"/>
                  </a:moveTo>
                  <a:lnTo>
                    <a:pt x="78844" y="36691"/>
                  </a:lnTo>
                  <a:cubicBezTo>
                    <a:pt x="81962" y="33909"/>
                    <a:pt x="85564" y="31722"/>
                    <a:pt x="89472" y="30240"/>
                  </a:cubicBezTo>
                  <a:cubicBezTo>
                    <a:pt x="93131" y="28886"/>
                    <a:pt x="97005" y="28203"/>
                    <a:pt x="100907" y="28224"/>
                  </a:cubicBezTo>
                  <a:cubicBezTo>
                    <a:pt x="105019" y="28235"/>
                    <a:pt x="109088" y="29057"/>
                    <a:pt x="112880" y="30643"/>
                  </a:cubicBezTo>
                  <a:cubicBezTo>
                    <a:pt x="116600" y="32080"/>
                    <a:pt x="120055" y="34124"/>
                    <a:pt x="123105" y="36691"/>
                  </a:cubicBezTo>
                  <a:lnTo>
                    <a:pt x="108979" y="71097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510B044E-8C54-3446-90BD-D1EFFB7EC91E}"/>
                </a:ext>
              </a:extLst>
            </p:cNvPr>
            <p:cNvSpPr/>
            <p:nvPr/>
          </p:nvSpPr>
          <p:spPr>
            <a:xfrm>
              <a:off x="840678" y="2190166"/>
              <a:ext cx="9282" cy="9273"/>
            </a:xfrm>
            <a:custGeom>
              <a:avLst/>
              <a:gdLst>
                <a:gd name="connsiteX0" fmla="*/ 0 w 9282"/>
                <a:gd name="connsiteY0" fmla="*/ 0 h 9273"/>
                <a:gd name="connsiteX1" fmla="*/ 9283 w 9282"/>
                <a:gd name="connsiteY1" fmla="*/ 0 h 9273"/>
                <a:gd name="connsiteX2" fmla="*/ 9283 w 9282"/>
                <a:gd name="connsiteY2" fmla="*/ 9274 h 9273"/>
                <a:gd name="connsiteX3" fmla="*/ 0 w 9282"/>
                <a:gd name="connsiteY3" fmla="*/ 9274 h 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82" h="9273">
                  <a:moveTo>
                    <a:pt x="0" y="0"/>
                  </a:moveTo>
                  <a:lnTo>
                    <a:pt x="9283" y="0"/>
                  </a:lnTo>
                  <a:lnTo>
                    <a:pt x="9283" y="9274"/>
                  </a:lnTo>
                  <a:lnTo>
                    <a:pt x="0" y="9274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75" name="Freeform 474">
              <a:extLst>
                <a:ext uri="{FF2B5EF4-FFF2-40B4-BE49-F238E27FC236}">
                  <a16:creationId xmlns:a16="http://schemas.microsoft.com/office/drawing/2014/main" id="{18B389D8-0F0D-624D-AAFB-B8096A80B0C5}"/>
                </a:ext>
              </a:extLst>
            </p:cNvPr>
            <p:cNvSpPr/>
            <p:nvPr/>
          </p:nvSpPr>
          <p:spPr>
            <a:xfrm>
              <a:off x="1751582" y="2190166"/>
              <a:ext cx="9282" cy="9273"/>
            </a:xfrm>
            <a:custGeom>
              <a:avLst/>
              <a:gdLst>
                <a:gd name="connsiteX0" fmla="*/ 0 w 9282"/>
                <a:gd name="connsiteY0" fmla="*/ 0 h 9273"/>
                <a:gd name="connsiteX1" fmla="*/ 9283 w 9282"/>
                <a:gd name="connsiteY1" fmla="*/ 0 h 9273"/>
                <a:gd name="connsiteX2" fmla="*/ 9283 w 9282"/>
                <a:gd name="connsiteY2" fmla="*/ 9274 h 9273"/>
                <a:gd name="connsiteX3" fmla="*/ 0 w 9282"/>
                <a:gd name="connsiteY3" fmla="*/ 9274 h 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82" h="9273">
                  <a:moveTo>
                    <a:pt x="0" y="0"/>
                  </a:moveTo>
                  <a:lnTo>
                    <a:pt x="9283" y="0"/>
                  </a:lnTo>
                  <a:lnTo>
                    <a:pt x="9283" y="9274"/>
                  </a:lnTo>
                  <a:lnTo>
                    <a:pt x="0" y="9274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76" name="Freeform 475">
              <a:extLst>
                <a:ext uri="{FF2B5EF4-FFF2-40B4-BE49-F238E27FC236}">
                  <a16:creationId xmlns:a16="http://schemas.microsoft.com/office/drawing/2014/main" id="{3C00678B-0BD6-BB4F-8D58-024E34E0A3CC}"/>
                </a:ext>
              </a:extLst>
            </p:cNvPr>
            <p:cNvSpPr/>
            <p:nvPr/>
          </p:nvSpPr>
          <p:spPr>
            <a:xfrm>
              <a:off x="1671806" y="2190166"/>
              <a:ext cx="9013" cy="80505"/>
            </a:xfrm>
            <a:custGeom>
              <a:avLst/>
              <a:gdLst>
                <a:gd name="connsiteX0" fmla="*/ 0 w 9013"/>
                <a:gd name="connsiteY0" fmla="*/ 0 h 80505"/>
                <a:gd name="connsiteX1" fmla="*/ 9013 w 9013"/>
                <a:gd name="connsiteY1" fmla="*/ 0 h 80505"/>
                <a:gd name="connsiteX2" fmla="*/ 9013 w 9013"/>
                <a:gd name="connsiteY2" fmla="*/ 80505 h 80505"/>
                <a:gd name="connsiteX3" fmla="*/ 0 w 9013"/>
                <a:gd name="connsiteY3" fmla="*/ 80505 h 80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13" h="80505">
                  <a:moveTo>
                    <a:pt x="0" y="0"/>
                  </a:moveTo>
                  <a:lnTo>
                    <a:pt x="9013" y="0"/>
                  </a:lnTo>
                  <a:lnTo>
                    <a:pt x="9013" y="80505"/>
                  </a:lnTo>
                  <a:lnTo>
                    <a:pt x="0" y="80505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77" name="Freeform 476">
              <a:extLst>
                <a:ext uri="{FF2B5EF4-FFF2-40B4-BE49-F238E27FC236}">
                  <a16:creationId xmlns:a16="http://schemas.microsoft.com/office/drawing/2014/main" id="{AA02BF02-0778-B44A-BE74-D2D37AB0D75C}"/>
                </a:ext>
              </a:extLst>
            </p:cNvPr>
            <p:cNvSpPr/>
            <p:nvPr/>
          </p:nvSpPr>
          <p:spPr>
            <a:xfrm>
              <a:off x="1380951" y="2190166"/>
              <a:ext cx="9282" cy="9273"/>
            </a:xfrm>
            <a:custGeom>
              <a:avLst/>
              <a:gdLst>
                <a:gd name="connsiteX0" fmla="*/ 0 w 9282"/>
                <a:gd name="connsiteY0" fmla="*/ 0 h 9273"/>
                <a:gd name="connsiteX1" fmla="*/ 9283 w 9282"/>
                <a:gd name="connsiteY1" fmla="*/ 0 h 9273"/>
                <a:gd name="connsiteX2" fmla="*/ 9283 w 9282"/>
                <a:gd name="connsiteY2" fmla="*/ 9274 h 9273"/>
                <a:gd name="connsiteX3" fmla="*/ 0 w 9282"/>
                <a:gd name="connsiteY3" fmla="*/ 9274 h 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82" h="9273">
                  <a:moveTo>
                    <a:pt x="0" y="0"/>
                  </a:moveTo>
                  <a:lnTo>
                    <a:pt x="9283" y="0"/>
                  </a:lnTo>
                  <a:lnTo>
                    <a:pt x="9283" y="9274"/>
                  </a:lnTo>
                  <a:lnTo>
                    <a:pt x="0" y="9274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78" name="Freeform 477">
              <a:extLst>
                <a:ext uri="{FF2B5EF4-FFF2-40B4-BE49-F238E27FC236}">
                  <a16:creationId xmlns:a16="http://schemas.microsoft.com/office/drawing/2014/main" id="{737E8780-C6F6-0B48-96E9-9C119DAE1437}"/>
                </a:ext>
              </a:extLst>
            </p:cNvPr>
            <p:cNvSpPr/>
            <p:nvPr/>
          </p:nvSpPr>
          <p:spPr>
            <a:xfrm>
              <a:off x="907405" y="2209769"/>
              <a:ext cx="51256" cy="61573"/>
            </a:xfrm>
            <a:custGeom>
              <a:avLst/>
              <a:gdLst>
                <a:gd name="connsiteX0" fmla="*/ 51256 w 51256"/>
                <a:gd name="connsiteY0" fmla="*/ 25554 h 61573"/>
                <a:gd name="connsiteX1" fmla="*/ 49776 w 51256"/>
                <a:gd name="connsiteY1" fmla="*/ 15609 h 61573"/>
                <a:gd name="connsiteX2" fmla="*/ 45471 w 51256"/>
                <a:gd name="connsiteY2" fmla="*/ 7814 h 61573"/>
                <a:gd name="connsiteX3" fmla="*/ 37399 w 51256"/>
                <a:gd name="connsiteY3" fmla="*/ 1900 h 61573"/>
                <a:gd name="connsiteX4" fmla="*/ 26637 w 51256"/>
                <a:gd name="connsiteY4" fmla="*/ 18 h 61573"/>
                <a:gd name="connsiteX5" fmla="*/ 19911 w 51256"/>
                <a:gd name="connsiteY5" fmla="*/ 18 h 61573"/>
                <a:gd name="connsiteX6" fmla="*/ 19911 w 51256"/>
                <a:gd name="connsiteY6" fmla="*/ 8889 h 61573"/>
                <a:gd name="connsiteX7" fmla="*/ 27848 w 51256"/>
                <a:gd name="connsiteY7" fmla="*/ 8889 h 61573"/>
                <a:gd name="connsiteX8" fmla="*/ 34036 w 51256"/>
                <a:gd name="connsiteY8" fmla="*/ 10367 h 61573"/>
                <a:gd name="connsiteX9" fmla="*/ 38879 w 51256"/>
                <a:gd name="connsiteY9" fmla="*/ 13996 h 61573"/>
                <a:gd name="connsiteX10" fmla="*/ 41435 w 51256"/>
                <a:gd name="connsiteY10" fmla="*/ 19103 h 61573"/>
                <a:gd name="connsiteX11" fmla="*/ 42242 w 51256"/>
                <a:gd name="connsiteY11" fmla="*/ 25823 h 61573"/>
                <a:gd name="connsiteX12" fmla="*/ 42242 w 51256"/>
                <a:gd name="connsiteY12" fmla="*/ 51897 h 61573"/>
                <a:gd name="connsiteX13" fmla="*/ 0 w 51256"/>
                <a:gd name="connsiteY13" fmla="*/ 51897 h 61573"/>
                <a:gd name="connsiteX14" fmla="*/ 0 w 51256"/>
                <a:gd name="connsiteY14" fmla="*/ 61573 h 61573"/>
                <a:gd name="connsiteX15" fmla="*/ 51256 w 51256"/>
                <a:gd name="connsiteY15" fmla="*/ 61573 h 61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1256" h="61573">
                  <a:moveTo>
                    <a:pt x="51256" y="25554"/>
                  </a:moveTo>
                  <a:cubicBezTo>
                    <a:pt x="51255" y="22185"/>
                    <a:pt x="50756" y="18833"/>
                    <a:pt x="49776" y="15609"/>
                  </a:cubicBezTo>
                  <a:cubicBezTo>
                    <a:pt x="48941" y="12722"/>
                    <a:pt x="47470" y="10059"/>
                    <a:pt x="45471" y="7814"/>
                  </a:cubicBezTo>
                  <a:cubicBezTo>
                    <a:pt x="43225" y="5299"/>
                    <a:pt x="40475" y="3285"/>
                    <a:pt x="37399" y="1900"/>
                  </a:cubicBezTo>
                  <a:cubicBezTo>
                    <a:pt x="33985" y="521"/>
                    <a:pt x="30317" y="-120"/>
                    <a:pt x="26637" y="18"/>
                  </a:cubicBezTo>
                  <a:lnTo>
                    <a:pt x="19911" y="18"/>
                  </a:lnTo>
                  <a:lnTo>
                    <a:pt x="19911" y="8889"/>
                  </a:lnTo>
                  <a:lnTo>
                    <a:pt x="27848" y="8889"/>
                  </a:lnTo>
                  <a:cubicBezTo>
                    <a:pt x="29995" y="8914"/>
                    <a:pt x="32110" y="9419"/>
                    <a:pt x="34036" y="10367"/>
                  </a:cubicBezTo>
                  <a:cubicBezTo>
                    <a:pt x="35862" y="11266"/>
                    <a:pt x="37504" y="12497"/>
                    <a:pt x="38879" y="13996"/>
                  </a:cubicBezTo>
                  <a:cubicBezTo>
                    <a:pt x="40088" y="15496"/>
                    <a:pt x="40959" y="17238"/>
                    <a:pt x="41435" y="19103"/>
                  </a:cubicBezTo>
                  <a:cubicBezTo>
                    <a:pt x="42010" y="21296"/>
                    <a:pt x="42281" y="23557"/>
                    <a:pt x="42242" y="25823"/>
                  </a:cubicBezTo>
                  <a:lnTo>
                    <a:pt x="42242" y="51897"/>
                  </a:lnTo>
                  <a:lnTo>
                    <a:pt x="0" y="51897"/>
                  </a:lnTo>
                  <a:lnTo>
                    <a:pt x="0" y="61573"/>
                  </a:lnTo>
                  <a:lnTo>
                    <a:pt x="51256" y="61573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79" name="Freeform 478">
              <a:extLst>
                <a:ext uri="{FF2B5EF4-FFF2-40B4-BE49-F238E27FC236}">
                  <a16:creationId xmlns:a16="http://schemas.microsoft.com/office/drawing/2014/main" id="{0B620C19-0B34-3945-8C0E-4EEB9DC7AC55}"/>
                </a:ext>
              </a:extLst>
            </p:cNvPr>
            <p:cNvSpPr/>
            <p:nvPr/>
          </p:nvSpPr>
          <p:spPr>
            <a:xfrm>
              <a:off x="2148312" y="2190166"/>
              <a:ext cx="9013" cy="80505"/>
            </a:xfrm>
            <a:custGeom>
              <a:avLst/>
              <a:gdLst>
                <a:gd name="connsiteX0" fmla="*/ 0 w 9013"/>
                <a:gd name="connsiteY0" fmla="*/ 0 h 80505"/>
                <a:gd name="connsiteX1" fmla="*/ 9014 w 9013"/>
                <a:gd name="connsiteY1" fmla="*/ 0 h 80505"/>
                <a:gd name="connsiteX2" fmla="*/ 9014 w 9013"/>
                <a:gd name="connsiteY2" fmla="*/ 80505 h 80505"/>
                <a:gd name="connsiteX3" fmla="*/ 0 w 9013"/>
                <a:gd name="connsiteY3" fmla="*/ 80505 h 80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13" h="80505">
                  <a:moveTo>
                    <a:pt x="0" y="0"/>
                  </a:moveTo>
                  <a:lnTo>
                    <a:pt x="9014" y="0"/>
                  </a:lnTo>
                  <a:lnTo>
                    <a:pt x="9014" y="80505"/>
                  </a:lnTo>
                  <a:lnTo>
                    <a:pt x="0" y="80505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1AB23607-8E5D-6E40-87C7-099880C20A70}"/>
                </a:ext>
              </a:extLst>
            </p:cNvPr>
            <p:cNvSpPr/>
            <p:nvPr/>
          </p:nvSpPr>
          <p:spPr>
            <a:xfrm>
              <a:off x="1767322" y="2190166"/>
              <a:ext cx="9282" cy="9273"/>
            </a:xfrm>
            <a:custGeom>
              <a:avLst/>
              <a:gdLst>
                <a:gd name="connsiteX0" fmla="*/ 0 w 9282"/>
                <a:gd name="connsiteY0" fmla="*/ 0 h 9273"/>
                <a:gd name="connsiteX1" fmla="*/ 9283 w 9282"/>
                <a:gd name="connsiteY1" fmla="*/ 0 h 9273"/>
                <a:gd name="connsiteX2" fmla="*/ 9283 w 9282"/>
                <a:gd name="connsiteY2" fmla="*/ 9274 h 9273"/>
                <a:gd name="connsiteX3" fmla="*/ 0 w 9282"/>
                <a:gd name="connsiteY3" fmla="*/ 9274 h 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82" h="9273">
                  <a:moveTo>
                    <a:pt x="0" y="0"/>
                  </a:moveTo>
                  <a:lnTo>
                    <a:pt x="9283" y="0"/>
                  </a:lnTo>
                  <a:lnTo>
                    <a:pt x="9283" y="9274"/>
                  </a:lnTo>
                  <a:lnTo>
                    <a:pt x="0" y="9274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81" name="Freeform 480">
              <a:extLst>
                <a:ext uri="{FF2B5EF4-FFF2-40B4-BE49-F238E27FC236}">
                  <a16:creationId xmlns:a16="http://schemas.microsoft.com/office/drawing/2014/main" id="{FE27B8CB-349E-BC43-AA1A-835AA3624A03}"/>
                </a:ext>
              </a:extLst>
            </p:cNvPr>
            <p:cNvSpPr/>
            <p:nvPr/>
          </p:nvSpPr>
          <p:spPr>
            <a:xfrm>
              <a:off x="1725209" y="2190703"/>
              <a:ext cx="396869" cy="90455"/>
            </a:xfrm>
            <a:custGeom>
              <a:avLst/>
              <a:gdLst>
                <a:gd name="connsiteX0" fmla="*/ 396870 w 396869"/>
                <a:gd name="connsiteY0" fmla="*/ 0 h 90455"/>
                <a:gd name="connsiteX1" fmla="*/ 387856 w 396869"/>
                <a:gd name="connsiteY1" fmla="*/ 0 h 90455"/>
                <a:gd name="connsiteX2" fmla="*/ 387856 w 396869"/>
                <a:gd name="connsiteY2" fmla="*/ 71500 h 90455"/>
                <a:gd name="connsiteX3" fmla="*/ 356914 w 396869"/>
                <a:gd name="connsiteY3" fmla="*/ 71500 h 90455"/>
                <a:gd name="connsiteX4" fmla="*/ 359740 w 396869"/>
                <a:gd name="connsiteY4" fmla="*/ 58060 h 90455"/>
                <a:gd name="connsiteX5" fmla="*/ 357183 w 396869"/>
                <a:gd name="connsiteY5" fmla="*/ 44621 h 90455"/>
                <a:gd name="connsiteX6" fmla="*/ 350188 w 396869"/>
                <a:gd name="connsiteY6" fmla="*/ 34272 h 90455"/>
                <a:gd name="connsiteX7" fmla="*/ 339829 w 396869"/>
                <a:gd name="connsiteY7" fmla="*/ 27418 h 90455"/>
                <a:gd name="connsiteX8" fmla="*/ 326376 w 396869"/>
                <a:gd name="connsiteY8" fmla="*/ 24864 h 90455"/>
                <a:gd name="connsiteX9" fmla="*/ 303640 w 396869"/>
                <a:gd name="connsiteY9" fmla="*/ 34406 h 90455"/>
                <a:gd name="connsiteX10" fmla="*/ 296779 w 396869"/>
                <a:gd name="connsiteY10" fmla="*/ 44755 h 90455"/>
                <a:gd name="connsiteX11" fmla="*/ 294358 w 396869"/>
                <a:gd name="connsiteY11" fmla="*/ 58195 h 90455"/>
                <a:gd name="connsiteX12" fmla="*/ 294358 w 396869"/>
                <a:gd name="connsiteY12" fmla="*/ 65049 h 90455"/>
                <a:gd name="connsiteX13" fmla="*/ 296376 w 396869"/>
                <a:gd name="connsiteY13" fmla="*/ 71366 h 90455"/>
                <a:gd name="connsiteX14" fmla="*/ 268393 w 396869"/>
                <a:gd name="connsiteY14" fmla="*/ 71366 h 90455"/>
                <a:gd name="connsiteX15" fmla="*/ 271219 w 396869"/>
                <a:gd name="connsiteY15" fmla="*/ 57926 h 90455"/>
                <a:gd name="connsiteX16" fmla="*/ 268662 w 396869"/>
                <a:gd name="connsiteY16" fmla="*/ 44486 h 90455"/>
                <a:gd name="connsiteX17" fmla="*/ 261801 w 396869"/>
                <a:gd name="connsiteY17" fmla="*/ 34137 h 90455"/>
                <a:gd name="connsiteX18" fmla="*/ 251443 w 396869"/>
                <a:gd name="connsiteY18" fmla="*/ 27283 h 90455"/>
                <a:gd name="connsiteX19" fmla="*/ 237990 w 396869"/>
                <a:gd name="connsiteY19" fmla="*/ 24729 h 90455"/>
                <a:gd name="connsiteX20" fmla="*/ 225344 w 396869"/>
                <a:gd name="connsiteY20" fmla="*/ 27283 h 90455"/>
                <a:gd name="connsiteX21" fmla="*/ 208393 w 396869"/>
                <a:gd name="connsiteY21" fmla="*/ 44620 h 90455"/>
                <a:gd name="connsiteX22" fmla="*/ 205837 w 396869"/>
                <a:gd name="connsiteY22" fmla="*/ 58060 h 90455"/>
                <a:gd name="connsiteX23" fmla="*/ 206644 w 396869"/>
                <a:gd name="connsiteY23" fmla="*/ 64915 h 90455"/>
                <a:gd name="connsiteX24" fmla="*/ 208527 w 396869"/>
                <a:gd name="connsiteY24" fmla="*/ 71231 h 90455"/>
                <a:gd name="connsiteX25" fmla="*/ 180007 w 396869"/>
                <a:gd name="connsiteY25" fmla="*/ 71232 h 90455"/>
                <a:gd name="connsiteX26" fmla="*/ 180007 w 396869"/>
                <a:gd name="connsiteY26" fmla="*/ 0 h 90455"/>
                <a:gd name="connsiteX27" fmla="*/ 170993 w 396869"/>
                <a:gd name="connsiteY27" fmla="*/ 0 h 90455"/>
                <a:gd name="connsiteX28" fmla="*/ 170993 w 396869"/>
                <a:gd name="connsiteY28" fmla="*/ 71500 h 90455"/>
                <a:gd name="connsiteX29" fmla="*/ 142339 w 396869"/>
                <a:gd name="connsiteY29" fmla="*/ 71500 h 90455"/>
                <a:gd name="connsiteX30" fmla="*/ 142339 w 396869"/>
                <a:gd name="connsiteY30" fmla="*/ 58060 h 90455"/>
                <a:gd name="connsiteX31" fmla="*/ 140993 w 396869"/>
                <a:gd name="connsiteY31" fmla="*/ 48249 h 90455"/>
                <a:gd name="connsiteX32" fmla="*/ 136688 w 396869"/>
                <a:gd name="connsiteY32" fmla="*/ 40320 h 90455"/>
                <a:gd name="connsiteX33" fmla="*/ 128751 w 396869"/>
                <a:gd name="connsiteY33" fmla="*/ 34406 h 90455"/>
                <a:gd name="connsiteX34" fmla="*/ 117585 w 396869"/>
                <a:gd name="connsiteY34" fmla="*/ 32525 h 90455"/>
                <a:gd name="connsiteX35" fmla="*/ 77226 w 396869"/>
                <a:gd name="connsiteY35" fmla="*/ 32525 h 90455"/>
                <a:gd name="connsiteX36" fmla="*/ 94177 w 396869"/>
                <a:gd name="connsiteY36" fmla="*/ 269 h 90455"/>
                <a:gd name="connsiteX37" fmla="*/ 84356 w 396869"/>
                <a:gd name="connsiteY37" fmla="*/ 269 h 90455"/>
                <a:gd name="connsiteX38" fmla="*/ 67136 w 396869"/>
                <a:gd name="connsiteY38" fmla="*/ 32390 h 90455"/>
                <a:gd name="connsiteX39" fmla="*/ 68481 w 396869"/>
                <a:gd name="connsiteY39" fmla="*/ 37497 h 90455"/>
                <a:gd name="connsiteX40" fmla="*/ 71172 w 396869"/>
                <a:gd name="connsiteY40" fmla="*/ 41529 h 90455"/>
                <a:gd name="connsiteX41" fmla="*/ 117047 w 396869"/>
                <a:gd name="connsiteY41" fmla="*/ 41529 h 90455"/>
                <a:gd name="connsiteX42" fmla="*/ 124446 w 396869"/>
                <a:gd name="connsiteY42" fmla="*/ 42873 h 90455"/>
                <a:gd name="connsiteX43" fmla="*/ 129424 w 396869"/>
                <a:gd name="connsiteY43" fmla="*/ 46368 h 90455"/>
                <a:gd name="connsiteX44" fmla="*/ 132114 w 396869"/>
                <a:gd name="connsiteY44" fmla="*/ 51475 h 90455"/>
                <a:gd name="connsiteX45" fmla="*/ 132114 w 396869"/>
                <a:gd name="connsiteY45" fmla="*/ 58060 h 90455"/>
                <a:gd name="connsiteX46" fmla="*/ 132114 w 396869"/>
                <a:gd name="connsiteY46" fmla="*/ 71500 h 90455"/>
                <a:gd name="connsiteX47" fmla="*/ 48705 w 396869"/>
                <a:gd name="connsiteY47" fmla="*/ 71500 h 90455"/>
                <a:gd name="connsiteX48" fmla="*/ 48705 w 396869"/>
                <a:gd name="connsiteY48" fmla="*/ 19622 h 90455"/>
                <a:gd name="connsiteX49" fmla="*/ 37136 w 396869"/>
                <a:gd name="connsiteY49" fmla="*/ 19622 h 90455"/>
                <a:gd name="connsiteX50" fmla="*/ 21799 w 396869"/>
                <a:gd name="connsiteY50" fmla="*/ 21907 h 90455"/>
                <a:gd name="connsiteX51" fmla="*/ 10095 w 396869"/>
                <a:gd name="connsiteY51" fmla="*/ 28224 h 90455"/>
                <a:gd name="connsiteX52" fmla="*/ 2562 w 396869"/>
                <a:gd name="connsiteY52" fmla="*/ 37901 h 90455"/>
                <a:gd name="connsiteX53" fmla="*/ 6 w 396869"/>
                <a:gd name="connsiteY53" fmla="*/ 50131 h 90455"/>
                <a:gd name="connsiteX54" fmla="*/ 2965 w 396869"/>
                <a:gd name="connsiteY54" fmla="*/ 63571 h 90455"/>
                <a:gd name="connsiteX55" fmla="*/ 11172 w 396869"/>
                <a:gd name="connsiteY55" fmla="*/ 72979 h 90455"/>
                <a:gd name="connsiteX56" fmla="*/ 23010 w 396869"/>
                <a:gd name="connsiteY56" fmla="*/ 78489 h 90455"/>
                <a:gd name="connsiteX57" fmla="*/ 36463 w 396869"/>
                <a:gd name="connsiteY57" fmla="*/ 80236 h 90455"/>
                <a:gd name="connsiteX58" fmla="*/ 215119 w 396869"/>
                <a:gd name="connsiteY58" fmla="*/ 80236 h 90455"/>
                <a:gd name="connsiteX59" fmla="*/ 225478 w 396869"/>
                <a:gd name="connsiteY59" fmla="*/ 87763 h 90455"/>
                <a:gd name="connsiteX60" fmla="*/ 238931 w 396869"/>
                <a:gd name="connsiteY60" fmla="*/ 90451 h 90455"/>
                <a:gd name="connsiteX61" fmla="*/ 252384 w 396869"/>
                <a:gd name="connsiteY61" fmla="*/ 87763 h 90455"/>
                <a:gd name="connsiteX62" fmla="*/ 263147 w 396869"/>
                <a:gd name="connsiteY62" fmla="*/ 80236 h 90455"/>
                <a:gd name="connsiteX63" fmla="*/ 302699 w 396869"/>
                <a:gd name="connsiteY63" fmla="*/ 80236 h 90455"/>
                <a:gd name="connsiteX64" fmla="*/ 313192 w 396869"/>
                <a:gd name="connsiteY64" fmla="*/ 87763 h 90455"/>
                <a:gd name="connsiteX65" fmla="*/ 326645 w 396869"/>
                <a:gd name="connsiteY65" fmla="*/ 90451 h 90455"/>
                <a:gd name="connsiteX66" fmla="*/ 340098 w 396869"/>
                <a:gd name="connsiteY66" fmla="*/ 87763 h 90455"/>
                <a:gd name="connsiteX67" fmla="*/ 350860 w 396869"/>
                <a:gd name="connsiteY67" fmla="*/ 80236 h 90455"/>
                <a:gd name="connsiteX68" fmla="*/ 396735 w 396869"/>
                <a:gd name="connsiteY68" fmla="*/ 80236 h 90455"/>
                <a:gd name="connsiteX69" fmla="*/ 42382 w 396869"/>
                <a:gd name="connsiteY69" fmla="*/ 71500 h 90455"/>
                <a:gd name="connsiteX70" fmla="*/ 33503 w 396869"/>
                <a:gd name="connsiteY70" fmla="*/ 71500 h 90455"/>
                <a:gd name="connsiteX71" fmla="*/ 24086 w 396869"/>
                <a:gd name="connsiteY71" fmla="*/ 70022 h 90455"/>
                <a:gd name="connsiteX72" fmla="*/ 16284 w 396869"/>
                <a:gd name="connsiteY72" fmla="*/ 65856 h 90455"/>
                <a:gd name="connsiteX73" fmla="*/ 11037 w 396869"/>
                <a:gd name="connsiteY73" fmla="*/ 59136 h 90455"/>
                <a:gd name="connsiteX74" fmla="*/ 11037 w 396869"/>
                <a:gd name="connsiteY74" fmla="*/ 41261 h 90455"/>
                <a:gd name="connsiteX75" fmla="*/ 16553 w 396869"/>
                <a:gd name="connsiteY75" fmla="*/ 34406 h 90455"/>
                <a:gd name="connsiteX76" fmla="*/ 24355 w 396869"/>
                <a:gd name="connsiteY76" fmla="*/ 30105 h 90455"/>
                <a:gd name="connsiteX77" fmla="*/ 33369 w 396869"/>
                <a:gd name="connsiteY77" fmla="*/ 28493 h 90455"/>
                <a:gd name="connsiteX78" fmla="*/ 42248 w 396869"/>
                <a:gd name="connsiteY78" fmla="*/ 28493 h 90455"/>
                <a:gd name="connsiteX79" fmla="*/ 261398 w 396869"/>
                <a:gd name="connsiteY79" fmla="*/ 67603 h 90455"/>
                <a:gd name="connsiteX80" fmla="*/ 256420 w 396869"/>
                <a:gd name="connsiteY80" fmla="*/ 74995 h 90455"/>
                <a:gd name="connsiteX81" fmla="*/ 248887 w 396869"/>
                <a:gd name="connsiteY81" fmla="*/ 79833 h 90455"/>
                <a:gd name="connsiteX82" fmla="*/ 239469 w 396869"/>
                <a:gd name="connsiteY82" fmla="*/ 81580 h 90455"/>
                <a:gd name="connsiteX83" fmla="*/ 230321 w 396869"/>
                <a:gd name="connsiteY83" fmla="*/ 79833 h 90455"/>
                <a:gd name="connsiteX84" fmla="*/ 222922 w 396869"/>
                <a:gd name="connsiteY84" fmla="*/ 74726 h 90455"/>
                <a:gd name="connsiteX85" fmla="*/ 218079 w 396869"/>
                <a:gd name="connsiteY85" fmla="*/ 67200 h 90455"/>
                <a:gd name="connsiteX86" fmla="*/ 216330 w 396869"/>
                <a:gd name="connsiteY86" fmla="*/ 58195 h 90455"/>
                <a:gd name="connsiteX87" fmla="*/ 218079 w 396869"/>
                <a:gd name="connsiteY87" fmla="*/ 49056 h 90455"/>
                <a:gd name="connsiteX88" fmla="*/ 222922 w 396869"/>
                <a:gd name="connsiteY88" fmla="*/ 41529 h 90455"/>
                <a:gd name="connsiteX89" fmla="*/ 230187 w 396869"/>
                <a:gd name="connsiteY89" fmla="*/ 36422 h 90455"/>
                <a:gd name="connsiteX90" fmla="*/ 239469 w 396869"/>
                <a:gd name="connsiteY90" fmla="*/ 34541 h 90455"/>
                <a:gd name="connsiteX91" fmla="*/ 249021 w 396869"/>
                <a:gd name="connsiteY91" fmla="*/ 36288 h 90455"/>
                <a:gd name="connsiteX92" fmla="*/ 256555 w 396869"/>
                <a:gd name="connsiteY92" fmla="*/ 41261 h 90455"/>
                <a:gd name="connsiteX93" fmla="*/ 261532 w 396869"/>
                <a:gd name="connsiteY93" fmla="*/ 48653 h 90455"/>
                <a:gd name="connsiteX94" fmla="*/ 263281 w 396869"/>
                <a:gd name="connsiteY94" fmla="*/ 58195 h 90455"/>
                <a:gd name="connsiteX95" fmla="*/ 261398 w 396869"/>
                <a:gd name="connsiteY95" fmla="*/ 67200 h 90455"/>
                <a:gd name="connsiteX96" fmla="*/ 348842 w 396869"/>
                <a:gd name="connsiteY96" fmla="*/ 67603 h 90455"/>
                <a:gd name="connsiteX97" fmla="*/ 343730 w 396869"/>
                <a:gd name="connsiteY97" fmla="*/ 74995 h 90455"/>
                <a:gd name="connsiteX98" fmla="*/ 336197 w 396869"/>
                <a:gd name="connsiteY98" fmla="*/ 79833 h 90455"/>
                <a:gd name="connsiteX99" fmla="*/ 326779 w 396869"/>
                <a:gd name="connsiteY99" fmla="*/ 81580 h 90455"/>
                <a:gd name="connsiteX100" fmla="*/ 317631 w 396869"/>
                <a:gd name="connsiteY100" fmla="*/ 79833 h 90455"/>
                <a:gd name="connsiteX101" fmla="*/ 310367 w 396869"/>
                <a:gd name="connsiteY101" fmla="*/ 74726 h 90455"/>
                <a:gd name="connsiteX102" fmla="*/ 306197 w 396869"/>
                <a:gd name="connsiteY102" fmla="*/ 67200 h 90455"/>
                <a:gd name="connsiteX103" fmla="*/ 304448 w 396869"/>
                <a:gd name="connsiteY103" fmla="*/ 58195 h 90455"/>
                <a:gd name="connsiteX104" fmla="*/ 306197 w 396869"/>
                <a:gd name="connsiteY104" fmla="*/ 49056 h 90455"/>
                <a:gd name="connsiteX105" fmla="*/ 318170 w 396869"/>
                <a:gd name="connsiteY105" fmla="*/ 36422 h 90455"/>
                <a:gd name="connsiteX106" fmla="*/ 327452 w 396869"/>
                <a:gd name="connsiteY106" fmla="*/ 34541 h 90455"/>
                <a:gd name="connsiteX107" fmla="*/ 337004 w 396869"/>
                <a:gd name="connsiteY107" fmla="*/ 36288 h 90455"/>
                <a:gd name="connsiteX108" fmla="*/ 344538 w 396869"/>
                <a:gd name="connsiteY108" fmla="*/ 41261 h 90455"/>
                <a:gd name="connsiteX109" fmla="*/ 349515 w 396869"/>
                <a:gd name="connsiteY109" fmla="*/ 48653 h 90455"/>
                <a:gd name="connsiteX110" fmla="*/ 349515 w 396869"/>
                <a:gd name="connsiteY110" fmla="*/ 67603 h 9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396869" h="90455">
                  <a:moveTo>
                    <a:pt x="396870" y="0"/>
                  </a:moveTo>
                  <a:lnTo>
                    <a:pt x="387856" y="0"/>
                  </a:lnTo>
                  <a:lnTo>
                    <a:pt x="387856" y="71500"/>
                  </a:lnTo>
                  <a:lnTo>
                    <a:pt x="356914" y="71500"/>
                  </a:lnTo>
                  <a:cubicBezTo>
                    <a:pt x="358853" y="67289"/>
                    <a:pt x="359818" y="62695"/>
                    <a:pt x="359740" y="58060"/>
                  </a:cubicBezTo>
                  <a:cubicBezTo>
                    <a:pt x="359789" y="53455"/>
                    <a:pt x="358920" y="48887"/>
                    <a:pt x="357183" y="44621"/>
                  </a:cubicBezTo>
                  <a:cubicBezTo>
                    <a:pt x="355540" y="40754"/>
                    <a:pt x="353164" y="37240"/>
                    <a:pt x="350188" y="34272"/>
                  </a:cubicBezTo>
                  <a:cubicBezTo>
                    <a:pt x="347246" y="31296"/>
                    <a:pt x="343719" y="28962"/>
                    <a:pt x="339829" y="27418"/>
                  </a:cubicBezTo>
                  <a:cubicBezTo>
                    <a:pt x="335579" y="25615"/>
                    <a:pt x="330991" y="24744"/>
                    <a:pt x="326376" y="24864"/>
                  </a:cubicBezTo>
                  <a:cubicBezTo>
                    <a:pt x="317807" y="24792"/>
                    <a:pt x="309586" y="28242"/>
                    <a:pt x="303640" y="34406"/>
                  </a:cubicBezTo>
                  <a:cubicBezTo>
                    <a:pt x="300691" y="37368"/>
                    <a:pt x="298358" y="40886"/>
                    <a:pt x="296779" y="44755"/>
                  </a:cubicBezTo>
                  <a:cubicBezTo>
                    <a:pt x="295081" y="49029"/>
                    <a:pt x="294258" y="53598"/>
                    <a:pt x="294358" y="58195"/>
                  </a:cubicBezTo>
                  <a:cubicBezTo>
                    <a:pt x="294152" y="60475"/>
                    <a:pt x="294152" y="62769"/>
                    <a:pt x="294358" y="65049"/>
                  </a:cubicBezTo>
                  <a:cubicBezTo>
                    <a:pt x="294888" y="67198"/>
                    <a:pt x="295562" y="69308"/>
                    <a:pt x="296376" y="71366"/>
                  </a:cubicBezTo>
                  <a:lnTo>
                    <a:pt x="268393" y="71366"/>
                  </a:lnTo>
                  <a:cubicBezTo>
                    <a:pt x="270332" y="67154"/>
                    <a:pt x="271297" y="62561"/>
                    <a:pt x="271219" y="57926"/>
                  </a:cubicBezTo>
                  <a:cubicBezTo>
                    <a:pt x="271338" y="53315"/>
                    <a:pt x="270467" y="48732"/>
                    <a:pt x="268662" y="44486"/>
                  </a:cubicBezTo>
                  <a:cubicBezTo>
                    <a:pt x="267116" y="40600"/>
                    <a:pt x="264780" y="37076"/>
                    <a:pt x="261801" y="34137"/>
                  </a:cubicBezTo>
                  <a:cubicBezTo>
                    <a:pt x="258836" y="31191"/>
                    <a:pt x="255315" y="28861"/>
                    <a:pt x="251443" y="27283"/>
                  </a:cubicBezTo>
                  <a:cubicBezTo>
                    <a:pt x="247189" y="25492"/>
                    <a:pt x="242604" y="24622"/>
                    <a:pt x="237990" y="24729"/>
                  </a:cubicBezTo>
                  <a:cubicBezTo>
                    <a:pt x="233640" y="24667"/>
                    <a:pt x="229328" y="25538"/>
                    <a:pt x="225344" y="27283"/>
                  </a:cubicBezTo>
                  <a:cubicBezTo>
                    <a:pt x="217602" y="30568"/>
                    <a:pt x="211498" y="36811"/>
                    <a:pt x="208393" y="44620"/>
                  </a:cubicBezTo>
                  <a:cubicBezTo>
                    <a:pt x="206581" y="48864"/>
                    <a:pt x="205709" y="53449"/>
                    <a:pt x="205837" y="58060"/>
                  </a:cubicBezTo>
                  <a:cubicBezTo>
                    <a:pt x="205832" y="60369"/>
                    <a:pt x="206103" y="62670"/>
                    <a:pt x="206644" y="64915"/>
                  </a:cubicBezTo>
                  <a:cubicBezTo>
                    <a:pt x="207066" y="67076"/>
                    <a:pt x="207697" y="69191"/>
                    <a:pt x="208527" y="71231"/>
                  </a:cubicBezTo>
                  <a:lnTo>
                    <a:pt x="180007" y="71232"/>
                  </a:lnTo>
                  <a:lnTo>
                    <a:pt x="180007" y="0"/>
                  </a:lnTo>
                  <a:lnTo>
                    <a:pt x="170993" y="0"/>
                  </a:lnTo>
                  <a:lnTo>
                    <a:pt x="170993" y="71500"/>
                  </a:lnTo>
                  <a:lnTo>
                    <a:pt x="142339" y="71500"/>
                  </a:lnTo>
                  <a:lnTo>
                    <a:pt x="142339" y="58060"/>
                  </a:lnTo>
                  <a:cubicBezTo>
                    <a:pt x="142315" y="54746"/>
                    <a:pt x="141863" y="51448"/>
                    <a:pt x="140993" y="48249"/>
                  </a:cubicBezTo>
                  <a:cubicBezTo>
                    <a:pt x="140136" y="45332"/>
                    <a:pt x="138668" y="42629"/>
                    <a:pt x="136688" y="40320"/>
                  </a:cubicBezTo>
                  <a:cubicBezTo>
                    <a:pt x="134492" y="37809"/>
                    <a:pt x="131786" y="35793"/>
                    <a:pt x="128751" y="34406"/>
                  </a:cubicBezTo>
                  <a:cubicBezTo>
                    <a:pt x="125187" y="33057"/>
                    <a:pt x="121394" y="32418"/>
                    <a:pt x="117585" y="32525"/>
                  </a:cubicBezTo>
                  <a:lnTo>
                    <a:pt x="77226" y="32525"/>
                  </a:lnTo>
                  <a:lnTo>
                    <a:pt x="94177" y="269"/>
                  </a:lnTo>
                  <a:lnTo>
                    <a:pt x="84356" y="269"/>
                  </a:lnTo>
                  <a:lnTo>
                    <a:pt x="67136" y="32390"/>
                  </a:lnTo>
                  <a:cubicBezTo>
                    <a:pt x="67327" y="34150"/>
                    <a:pt x="67780" y="35872"/>
                    <a:pt x="68481" y="37497"/>
                  </a:cubicBezTo>
                  <a:cubicBezTo>
                    <a:pt x="69172" y="38968"/>
                    <a:pt x="70079" y="40327"/>
                    <a:pt x="71172" y="41529"/>
                  </a:cubicBezTo>
                  <a:lnTo>
                    <a:pt x="117047" y="41529"/>
                  </a:lnTo>
                  <a:cubicBezTo>
                    <a:pt x="119582" y="41432"/>
                    <a:pt x="122108" y="41890"/>
                    <a:pt x="124446" y="42873"/>
                  </a:cubicBezTo>
                  <a:cubicBezTo>
                    <a:pt x="126370" y="43606"/>
                    <a:pt x="128081" y="44807"/>
                    <a:pt x="129424" y="46368"/>
                  </a:cubicBezTo>
                  <a:cubicBezTo>
                    <a:pt x="130707" y="47837"/>
                    <a:pt x="131628" y="49586"/>
                    <a:pt x="132114" y="51475"/>
                  </a:cubicBezTo>
                  <a:cubicBezTo>
                    <a:pt x="132334" y="53665"/>
                    <a:pt x="132334" y="55871"/>
                    <a:pt x="132114" y="58060"/>
                  </a:cubicBezTo>
                  <a:lnTo>
                    <a:pt x="132114" y="71500"/>
                  </a:lnTo>
                  <a:lnTo>
                    <a:pt x="48705" y="71500"/>
                  </a:lnTo>
                  <a:lnTo>
                    <a:pt x="48705" y="19622"/>
                  </a:lnTo>
                  <a:lnTo>
                    <a:pt x="37136" y="19622"/>
                  </a:lnTo>
                  <a:cubicBezTo>
                    <a:pt x="31931" y="19509"/>
                    <a:pt x="26745" y="20282"/>
                    <a:pt x="21799" y="21907"/>
                  </a:cubicBezTo>
                  <a:cubicBezTo>
                    <a:pt x="17528" y="23242"/>
                    <a:pt x="13554" y="25387"/>
                    <a:pt x="10095" y="28224"/>
                  </a:cubicBezTo>
                  <a:cubicBezTo>
                    <a:pt x="6993" y="30943"/>
                    <a:pt x="4436" y="34227"/>
                    <a:pt x="2562" y="37901"/>
                  </a:cubicBezTo>
                  <a:cubicBezTo>
                    <a:pt x="814" y="41738"/>
                    <a:pt x="-59" y="45915"/>
                    <a:pt x="6" y="50131"/>
                  </a:cubicBezTo>
                  <a:cubicBezTo>
                    <a:pt x="-85" y="54782"/>
                    <a:pt x="929" y="59388"/>
                    <a:pt x="2965" y="63571"/>
                  </a:cubicBezTo>
                  <a:cubicBezTo>
                    <a:pt x="4986" y="67264"/>
                    <a:pt x="7786" y="70474"/>
                    <a:pt x="11172" y="72979"/>
                  </a:cubicBezTo>
                  <a:cubicBezTo>
                    <a:pt x="14744" y="75528"/>
                    <a:pt x="18758" y="77396"/>
                    <a:pt x="23010" y="78489"/>
                  </a:cubicBezTo>
                  <a:cubicBezTo>
                    <a:pt x="27403" y="79636"/>
                    <a:pt x="31923" y="80223"/>
                    <a:pt x="36463" y="80236"/>
                  </a:cubicBezTo>
                  <a:lnTo>
                    <a:pt x="215119" y="80236"/>
                  </a:lnTo>
                  <a:cubicBezTo>
                    <a:pt x="218066" y="83375"/>
                    <a:pt x="221581" y="85929"/>
                    <a:pt x="225478" y="87763"/>
                  </a:cubicBezTo>
                  <a:cubicBezTo>
                    <a:pt x="229724" y="89591"/>
                    <a:pt x="234308" y="90507"/>
                    <a:pt x="238931" y="90451"/>
                  </a:cubicBezTo>
                  <a:cubicBezTo>
                    <a:pt x="243551" y="90469"/>
                    <a:pt x="248127" y="89554"/>
                    <a:pt x="252384" y="87763"/>
                  </a:cubicBezTo>
                  <a:cubicBezTo>
                    <a:pt x="256458" y="86031"/>
                    <a:pt x="260124" y="83467"/>
                    <a:pt x="263147" y="80236"/>
                  </a:cubicBezTo>
                  <a:lnTo>
                    <a:pt x="302699" y="80236"/>
                  </a:lnTo>
                  <a:cubicBezTo>
                    <a:pt x="305696" y="83377"/>
                    <a:pt x="309255" y="85929"/>
                    <a:pt x="313192" y="87763"/>
                  </a:cubicBezTo>
                  <a:cubicBezTo>
                    <a:pt x="317432" y="89611"/>
                    <a:pt x="322020" y="90528"/>
                    <a:pt x="326645" y="90451"/>
                  </a:cubicBezTo>
                  <a:cubicBezTo>
                    <a:pt x="331265" y="90469"/>
                    <a:pt x="335841" y="89554"/>
                    <a:pt x="340098" y="87763"/>
                  </a:cubicBezTo>
                  <a:cubicBezTo>
                    <a:pt x="344190" y="86064"/>
                    <a:pt x="347862" y="83495"/>
                    <a:pt x="350860" y="80236"/>
                  </a:cubicBezTo>
                  <a:lnTo>
                    <a:pt x="396735" y="80236"/>
                  </a:lnTo>
                  <a:close/>
                  <a:moveTo>
                    <a:pt x="42382" y="71500"/>
                  </a:moveTo>
                  <a:lnTo>
                    <a:pt x="33503" y="71500"/>
                  </a:lnTo>
                  <a:cubicBezTo>
                    <a:pt x="30301" y="71572"/>
                    <a:pt x="27112" y="71071"/>
                    <a:pt x="24086" y="70022"/>
                  </a:cubicBezTo>
                  <a:cubicBezTo>
                    <a:pt x="21228" y="69181"/>
                    <a:pt x="18572" y="67763"/>
                    <a:pt x="16284" y="65856"/>
                  </a:cubicBezTo>
                  <a:cubicBezTo>
                    <a:pt x="14029" y="64060"/>
                    <a:pt x="12231" y="61757"/>
                    <a:pt x="11037" y="59136"/>
                  </a:cubicBezTo>
                  <a:cubicBezTo>
                    <a:pt x="8441" y="53460"/>
                    <a:pt x="8441" y="46937"/>
                    <a:pt x="11037" y="41261"/>
                  </a:cubicBezTo>
                  <a:cubicBezTo>
                    <a:pt x="12417" y="38642"/>
                    <a:pt x="14290" y="36315"/>
                    <a:pt x="16553" y="34406"/>
                  </a:cubicBezTo>
                  <a:cubicBezTo>
                    <a:pt x="18870" y="32510"/>
                    <a:pt x="21514" y="31053"/>
                    <a:pt x="24355" y="30105"/>
                  </a:cubicBezTo>
                  <a:cubicBezTo>
                    <a:pt x="27241" y="29039"/>
                    <a:pt x="30293" y="28493"/>
                    <a:pt x="33369" y="28493"/>
                  </a:cubicBezTo>
                  <a:lnTo>
                    <a:pt x="42248" y="28493"/>
                  </a:lnTo>
                  <a:close/>
                  <a:moveTo>
                    <a:pt x="261398" y="67603"/>
                  </a:moveTo>
                  <a:cubicBezTo>
                    <a:pt x="260266" y="70383"/>
                    <a:pt x="258571" y="72900"/>
                    <a:pt x="256420" y="74995"/>
                  </a:cubicBezTo>
                  <a:cubicBezTo>
                    <a:pt x="254281" y="77124"/>
                    <a:pt x="251713" y="78773"/>
                    <a:pt x="248887" y="79833"/>
                  </a:cubicBezTo>
                  <a:cubicBezTo>
                    <a:pt x="245893" y="81029"/>
                    <a:pt x="242693" y="81623"/>
                    <a:pt x="239469" y="81580"/>
                  </a:cubicBezTo>
                  <a:cubicBezTo>
                    <a:pt x="236332" y="81639"/>
                    <a:pt x="233216" y="81044"/>
                    <a:pt x="230321" y="79833"/>
                  </a:cubicBezTo>
                  <a:cubicBezTo>
                    <a:pt x="227577" y="78574"/>
                    <a:pt x="225073" y="76845"/>
                    <a:pt x="222922" y="74726"/>
                  </a:cubicBezTo>
                  <a:cubicBezTo>
                    <a:pt x="220853" y="72540"/>
                    <a:pt x="219211" y="69987"/>
                    <a:pt x="218079" y="67200"/>
                  </a:cubicBezTo>
                  <a:cubicBezTo>
                    <a:pt x="216945" y="64331"/>
                    <a:pt x="216352" y="61278"/>
                    <a:pt x="216330" y="58195"/>
                  </a:cubicBezTo>
                  <a:cubicBezTo>
                    <a:pt x="216351" y="55067"/>
                    <a:pt x="216944" y="51970"/>
                    <a:pt x="218079" y="49056"/>
                  </a:cubicBezTo>
                  <a:cubicBezTo>
                    <a:pt x="219211" y="46268"/>
                    <a:pt x="220853" y="43716"/>
                    <a:pt x="222922" y="41529"/>
                  </a:cubicBezTo>
                  <a:cubicBezTo>
                    <a:pt x="224962" y="39341"/>
                    <a:pt x="227436" y="37602"/>
                    <a:pt x="230187" y="36422"/>
                  </a:cubicBezTo>
                  <a:cubicBezTo>
                    <a:pt x="233100" y="35105"/>
                    <a:pt x="236273" y="34462"/>
                    <a:pt x="239469" y="34541"/>
                  </a:cubicBezTo>
                  <a:cubicBezTo>
                    <a:pt x="242737" y="34498"/>
                    <a:pt x="245981" y="35091"/>
                    <a:pt x="249021" y="36288"/>
                  </a:cubicBezTo>
                  <a:cubicBezTo>
                    <a:pt x="251829" y="37447"/>
                    <a:pt x="254386" y="39136"/>
                    <a:pt x="256555" y="41261"/>
                  </a:cubicBezTo>
                  <a:cubicBezTo>
                    <a:pt x="258706" y="43355"/>
                    <a:pt x="260401" y="45872"/>
                    <a:pt x="261532" y="48653"/>
                  </a:cubicBezTo>
                  <a:cubicBezTo>
                    <a:pt x="262744" y="51686"/>
                    <a:pt x="263338" y="54930"/>
                    <a:pt x="263281" y="58195"/>
                  </a:cubicBezTo>
                  <a:cubicBezTo>
                    <a:pt x="263290" y="61295"/>
                    <a:pt x="262649" y="64363"/>
                    <a:pt x="261398" y="67200"/>
                  </a:cubicBezTo>
                  <a:close/>
                  <a:moveTo>
                    <a:pt x="348842" y="67603"/>
                  </a:moveTo>
                  <a:cubicBezTo>
                    <a:pt x="347665" y="70391"/>
                    <a:pt x="345924" y="72907"/>
                    <a:pt x="343730" y="74995"/>
                  </a:cubicBezTo>
                  <a:cubicBezTo>
                    <a:pt x="341613" y="77151"/>
                    <a:pt x="339039" y="78804"/>
                    <a:pt x="336197" y="79833"/>
                  </a:cubicBezTo>
                  <a:cubicBezTo>
                    <a:pt x="333207" y="81043"/>
                    <a:pt x="330004" y="81637"/>
                    <a:pt x="326779" y="81580"/>
                  </a:cubicBezTo>
                  <a:cubicBezTo>
                    <a:pt x="323643" y="81623"/>
                    <a:pt x="320531" y="81029"/>
                    <a:pt x="317631" y="79833"/>
                  </a:cubicBezTo>
                  <a:cubicBezTo>
                    <a:pt x="314907" y="78607"/>
                    <a:pt x="312442" y="76873"/>
                    <a:pt x="310367" y="74726"/>
                  </a:cubicBezTo>
                  <a:cubicBezTo>
                    <a:pt x="308451" y="72546"/>
                    <a:pt x="307029" y="69979"/>
                    <a:pt x="306197" y="67200"/>
                  </a:cubicBezTo>
                  <a:cubicBezTo>
                    <a:pt x="304999" y="64350"/>
                    <a:pt x="304404" y="61285"/>
                    <a:pt x="304448" y="58195"/>
                  </a:cubicBezTo>
                  <a:cubicBezTo>
                    <a:pt x="304404" y="55061"/>
                    <a:pt x="305000" y="51952"/>
                    <a:pt x="306197" y="49056"/>
                  </a:cubicBezTo>
                  <a:cubicBezTo>
                    <a:pt x="308325" y="43408"/>
                    <a:pt x="312641" y="38854"/>
                    <a:pt x="318170" y="36422"/>
                  </a:cubicBezTo>
                  <a:cubicBezTo>
                    <a:pt x="321083" y="35105"/>
                    <a:pt x="324256" y="34462"/>
                    <a:pt x="327452" y="34541"/>
                  </a:cubicBezTo>
                  <a:cubicBezTo>
                    <a:pt x="330721" y="34484"/>
                    <a:pt x="333968" y="35078"/>
                    <a:pt x="337004" y="36288"/>
                  </a:cubicBezTo>
                  <a:cubicBezTo>
                    <a:pt x="339811" y="37447"/>
                    <a:pt x="342369" y="39136"/>
                    <a:pt x="344538" y="41261"/>
                  </a:cubicBezTo>
                  <a:cubicBezTo>
                    <a:pt x="346689" y="43355"/>
                    <a:pt x="348384" y="45872"/>
                    <a:pt x="349515" y="48653"/>
                  </a:cubicBezTo>
                  <a:cubicBezTo>
                    <a:pt x="352019" y="54722"/>
                    <a:pt x="352019" y="61534"/>
                    <a:pt x="349515" y="67603"/>
                  </a:cubicBez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1854E7DE-8D11-5344-80BB-74C181821F5A}"/>
                </a:ext>
              </a:extLst>
            </p:cNvPr>
            <p:cNvSpPr/>
            <p:nvPr/>
          </p:nvSpPr>
          <p:spPr>
            <a:xfrm>
              <a:off x="799372" y="2209777"/>
              <a:ext cx="95387" cy="60895"/>
            </a:xfrm>
            <a:custGeom>
              <a:avLst/>
              <a:gdLst>
                <a:gd name="connsiteX0" fmla="*/ 22203 w 95387"/>
                <a:gd name="connsiteY0" fmla="*/ 59147 h 60895"/>
                <a:gd name="connsiteX1" fmla="*/ 36463 w 95387"/>
                <a:gd name="connsiteY1" fmla="*/ 60894 h 60895"/>
                <a:gd name="connsiteX2" fmla="*/ 95387 w 95387"/>
                <a:gd name="connsiteY2" fmla="*/ 60894 h 60895"/>
                <a:gd name="connsiteX3" fmla="*/ 95387 w 95387"/>
                <a:gd name="connsiteY3" fmla="*/ 11 h 60895"/>
                <a:gd name="connsiteX4" fmla="*/ 86374 w 95387"/>
                <a:gd name="connsiteY4" fmla="*/ 11 h 60895"/>
                <a:gd name="connsiteX5" fmla="*/ 86374 w 95387"/>
                <a:gd name="connsiteY5" fmla="*/ 51889 h 60895"/>
                <a:gd name="connsiteX6" fmla="*/ 50589 w 95387"/>
                <a:gd name="connsiteY6" fmla="*/ 51889 h 60895"/>
                <a:gd name="connsiteX7" fmla="*/ 50589 w 95387"/>
                <a:gd name="connsiteY7" fmla="*/ 11 h 60895"/>
                <a:gd name="connsiteX8" fmla="*/ 37136 w 95387"/>
                <a:gd name="connsiteY8" fmla="*/ 11 h 60895"/>
                <a:gd name="connsiteX9" fmla="*/ 21799 w 95387"/>
                <a:gd name="connsiteY9" fmla="*/ 2296 h 60895"/>
                <a:gd name="connsiteX10" fmla="*/ 10095 w 95387"/>
                <a:gd name="connsiteY10" fmla="*/ 8612 h 60895"/>
                <a:gd name="connsiteX11" fmla="*/ 2562 w 95387"/>
                <a:gd name="connsiteY11" fmla="*/ 18289 h 60895"/>
                <a:gd name="connsiteX12" fmla="*/ 6 w 95387"/>
                <a:gd name="connsiteY12" fmla="*/ 30520 h 60895"/>
                <a:gd name="connsiteX13" fmla="*/ 2965 w 95387"/>
                <a:gd name="connsiteY13" fmla="*/ 43959 h 60895"/>
                <a:gd name="connsiteX14" fmla="*/ 11172 w 95387"/>
                <a:gd name="connsiteY14" fmla="*/ 53367 h 60895"/>
                <a:gd name="connsiteX15" fmla="*/ 22203 w 95387"/>
                <a:gd name="connsiteY15" fmla="*/ 59146 h 60895"/>
                <a:gd name="connsiteX16" fmla="*/ 8750 w 95387"/>
                <a:gd name="connsiteY16" fmla="*/ 30520 h 60895"/>
                <a:gd name="connsiteX17" fmla="*/ 10768 w 95387"/>
                <a:gd name="connsiteY17" fmla="*/ 21649 h 60895"/>
                <a:gd name="connsiteX18" fmla="*/ 16284 w 95387"/>
                <a:gd name="connsiteY18" fmla="*/ 14795 h 60895"/>
                <a:gd name="connsiteX19" fmla="*/ 24086 w 95387"/>
                <a:gd name="connsiteY19" fmla="*/ 10494 h 60895"/>
                <a:gd name="connsiteX20" fmla="*/ 33100 w 95387"/>
                <a:gd name="connsiteY20" fmla="*/ 8881 h 60895"/>
                <a:gd name="connsiteX21" fmla="*/ 41979 w 95387"/>
                <a:gd name="connsiteY21" fmla="*/ 8881 h 60895"/>
                <a:gd name="connsiteX22" fmla="*/ 41979 w 95387"/>
                <a:gd name="connsiteY22" fmla="*/ 51889 h 60895"/>
                <a:gd name="connsiteX23" fmla="*/ 33100 w 95387"/>
                <a:gd name="connsiteY23" fmla="*/ 51889 h 60895"/>
                <a:gd name="connsiteX24" fmla="*/ 23683 w 95387"/>
                <a:gd name="connsiteY24" fmla="*/ 50411 h 60895"/>
                <a:gd name="connsiteX25" fmla="*/ 15880 w 95387"/>
                <a:gd name="connsiteY25" fmla="*/ 46244 h 60895"/>
                <a:gd name="connsiteX26" fmla="*/ 10633 w 95387"/>
                <a:gd name="connsiteY26" fmla="*/ 39524 h 60895"/>
                <a:gd name="connsiteX27" fmla="*/ 7808 w 95387"/>
                <a:gd name="connsiteY27" fmla="*/ 30520 h 6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5387" h="60895">
                  <a:moveTo>
                    <a:pt x="22203" y="59147"/>
                  </a:moveTo>
                  <a:cubicBezTo>
                    <a:pt x="26860" y="60346"/>
                    <a:pt x="31654" y="60933"/>
                    <a:pt x="36463" y="60894"/>
                  </a:cubicBezTo>
                  <a:lnTo>
                    <a:pt x="95387" y="60894"/>
                  </a:lnTo>
                  <a:lnTo>
                    <a:pt x="95387" y="11"/>
                  </a:lnTo>
                  <a:lnTo>
                    <a:pt x="86374" y="11"/>
                  </a:lnTo>
                  <a:lnTo>
                    <a:pt x="86374" y="51889"/>
                  </a:lnTo>
                  <a:lnTo>
                    <a:pt x="50589" y="51889"/>
                  </a:lnTo>
                  <a:lnTo>
                    <a:pt x="50589" y="11"/>
                  </a:lnTo>
                  <a:lnTo>
                    <a:pt x="37136" y="11"/>
                  </a:lnTo>
                  <a:cubicBezTo>
                    <a:pt x="31931" y="-103"/>
                    <a:pt x="26745" y="670"/>
                    <a:pt x="21799" y="2296"/>
                  </a:cubicBezTo>
                  <a:cubicBezTo>
                    <a:pt x="17528" y="3631"/>
                    <a:pt x="13554" y="5775"/>
                    <a:pt x="10095" y="8612"/>
                  </a:cubicBezTo>
                  <a:cubicBezTo>
                    <a:pt x="6955" y="11295"/>
                    <a:pt x="4392" y="14588"/>
                    <a:pt x="2562" y="18289"/>
                  </a:cubicBezTo>
                  <a:cubicBezTo>
                    <a:pt x="814" y="22127"/>
                    <a:pt x="-59" y="26304"/>
                    <a:pt x="6" y="30520"/>
                  </a:cubicBezTo>
                  <a:cubicBezTo>
                    <a:pt x="-85" y="35170"/>
                    <a:pt x="929" y="39776"/>
                    <a:pt x="2965" y="43959"/>
                  </a:cubicBezTo>
                  <a:cubicBezTo>
                    <a:pt x="4924" y="47695"/>
                    <a:pt x="7735" y="50918"/>
                    <a:pt x="11172" y="53367"/>
                  </a:cubicBezTo>
                  <a:cubicBezTo>
                    <a:pt x="14487" y="55916"/>
                    <a:pt x="18219" y="57872"/>
                    <a:pt x="22203" y="59146"/>
                  </a:cubicBezTo>
                  <a:close/>
                  <a:moveTo>
                    <a:pt x="8750" y="30520"/>
                  </a:moveTo>
                  <a:cubicBezTo>
                    <a:pt x="8713" y="27445"/>
                    <a:pt x="9404" y="24406"/>
                    <a:pt x="10768" y="21649"/>
                  </a:cubicBezTo>
                  <a:cubicBezTo>
                    <a:pt x="12104" y="19003"/>
                    <a:pt x="13984" y="16667"/>
                    <a:pt x="16284" y="14795"/>
                  </a:cubicBezTo>
                  <a:cubicBezTo>
                    <a:pt x="18601" y="12899"/>
                    <a:pt x="21245" y="11442"/>
                    <a:pt x="24086" y="10494"/>
                  </a:cubicBezTo>
                  <a:cubicBezTo>
                    <a:pt x="26972" y="9427"/>
                    <a:pt x="30024" y="8881"/>
                    <a:pt x="33100" y="8881"/>
                  </a:cubicBezTo>
                  <a:lnTo>
                    <a:pt x="41979" y="8881"/>
                  </a:lnTo>
                  <a:lnTo>
                    <a:pt x="41979" y="51889"/>
                  </a:lnTo>
                  <a:lnTo>
                    <a:pt x="33100" y="51889"/>
                  </a:lnTo>
                  <a:cubicBezTo>
                    <a:pt x="29898" y="51960"/>
                    <a:pt x="26709" y="51459"/>
                    <a:pt x="23683" y="50411"/>
                  </a:cubicBezTo>
                  <a:cubicBezTo>
                    <a:pt x="20812" y="49599"/>
                    <a:pt x="18150" y="48178"/>
                    <a:pt x="15880" y="46244"/>
                  </a:cubicBezTo>
                  <a:cubicBezTo>
                    <a:pt x="13626" y="44449"/>
                    <a:pt x="11828" y="42146"/>
                    <a:pt x="10633" y="39524"/>
                  </a:cubicBezTo>
                  <a:cubicBezTo>
                    <a:pt x="8973" y="36797"/>
                    <a:pt x="8003" y="33706"/>
                    <a:pt x="7808" y="30520"/>
                  </a:cubicBez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83" name="Freeform 482">
              <a:extLst>
                <a:ext uri="{FF2B5EF4-FFF2-40B4-BE49-F238E27FC236}">
                  <a16:creationId xmlns:a16="http://schemas.microsoft.com/office/drawing/2014/main" id="{744A15C2-1900-FB43-8E50-BD4D6EC76891}"/>
                </a:ext>
              </a:extLst>
            </p:cNvPr>
            <p:cNvSpPr/>
            <p:nvPr/>
          </p:nvSpPr>
          <p:spPr>
            <a:xfrm>
              <a:off x="1451849" y="2281288"/>
              <a:ext cx="9282" cy="9273"/>
            </a:xfrm>
            <a:custGeom>
              <a:avLst/>
              <a:gdLst>
                <a:gd name="connsiteX0" fmla="*/ 0 w 9282"/>
                <a:gd name="connsiteY0" fmla="*/ 0 h 9273"/>
                <a:gd name="connsiteX1" fmla="*/ 9283 w 9282"/>
                <a:gd name="connsiteY1" fmla="*/ 0 h 9273"/>
                <a:gd name="connsiteX2" fmla="*/ 9283 w 9282"/>
                <a:gd name="connsiteY2" fmla="*/ 9274 h 9273"/>
                <a:gd name="connsiteX3" fmla="*/ 0 w 9282"/>
                <a:gd name="connsiteY3" fmla="*/ 9274 h 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82" h="9273">
                  <a:moveTo>
                    <a:pt x="0" y="0"/>
                  </a:moveTo>
                  <a:lnTo>
                    <a:pt x="9283" y="0"/>
                  </a:lnTo>
                  <a:lnTo>
                    <a:pt x="9283" y="9274"/>
                  </a:lnTo>
                  <a:lnTo>
                    <a:pt x="0" y="9274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818DFEDD-936F-6A42-9CAE-BA99A72DE67C}"/>
                </a:ext>
              </a:extLst>
            </p:cNvPr>
            <p:cNvSpPr/>
            <p:nvPr/>
          </p:nvSpPr>
          <p:spPr>
            <a:xfrm>
              <a:off x="1435974" y="2281288"/>
              <a:ext cx="9282" cy="9273"/>
            </a:xfrm>
            <a:custGeom>
              <a:avLst/>
              <a:gdLst>
                <a:gd name="connsiteX0" fmla="*/ 0 w 9282"/>
                <a:gd name="connsiteY0" fmla="*/ 0 h 9273"/>
                <a:gd name="connsiteX1" fmla="*/ 9283 w 9282"/>
                <a:gd name="connsiteY1" fmla="*/ 0 h 9273"/>
                <a:gd name="connsiteX2" fmla="*/ 9283 w 9282"/>
                <a:gd name="connsiteY2" fmla="*/ 9274 h 9273"/>
                <a:gd name="connsiteX3" fmla="*/ 0 w 9282"/>
                <a:gd name="connsiteY3" fmla="*/ 9274 h 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82" h="9273">
                  <a:moveTo>
                    <a:pt x="0" y="0"/>
                  </a:moveTo>
                  <a:lnTo>
                    <a:pt x="9283" y="0"/>
                  </a:lnTo>
                  <a:lnTo>
                    <a:pt x="9283" y="9274"/>
                  </a:lnTo>
                  <a:lnTo>
                    <a:pt x="0" y="9274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85" name="Freeform 484">
              <a:extLst>
                <a:ext uri="{FF2B5EF4-FFF2-40B4-BE49-F238E27FC236}">
                  <a16:creationId xmlns:a16="http://schemas.microsoft.com/office/drawing/2014/main" id="{493C38E6-D856-9146-9E96-25D8F4D2ED76}"/>
                </a:ext>
              </a:extLst>
            </p:cNvPr>
            <p:cNvSpPr/>
            <p:nvPr/>
          </p:nvSpPr>
          <p:spPr>
            <a:xfrm>
              <a:off x="1505123" y="2190703"/>
              <a:ext cx="140449" cy="105913"/>
            </a:xfrm>
            <a:custGeom>
              <a:avLst/>
              <a:gdLst>
                <a:gd name="connsiteX0" fmla="*/ 23812 w 140449"/>
                <a:gd name="connsiteY0" fmla="*/ 91391 h 105913"/>
                <a:gd name="connsiteX1" fmla="*/ 24619 w 140449"/>
                <a:gd name="connsiteY1" fmla="*/ 81849 h 105913"/>
                <a:gd name="connsiteX2" fmla="*/ 24619 w 140449"/>
                <a:gd name="connsiteY2" fmla="*/ 80639 h 105913"/>
                <a:gd name="connsiteX3" fmla="*/ 140450 w 140449"/>
                <a:gd name="connsiteY3" fmla="*/ 80639 h 105913"/>
                <a:gd name="connsiteX4" fmla="*/ 140450 w 140449"/>
                <a:gd name="connsiteY4" fmla="*/ 0 h 105913"/>
                <a:gd name="connsiteX5" fmla="*/ 131436 w 140449"/>
                <a:gd name="connsiteY5" fmla="*/ 0 h 105913"/>
                <a:gd name="connsiteX6" fmla="*/ 131436 w 140449"/>
                <a:gd name="connsiteY6" fmla="*/ 71500 h 105913"/>
                <a:gd name="connsiteX7" fmla="*/ 93229 w 140449"/>
                <a:gd name="connsiteY7" fmla="*/ 71500 h 105913"/>
                <a:gd name="connsiteX8" fmla="*/ 108970 w 140449"/>
                <a:gd name="connsiteY8" fmla="*/ 33869 h 105913"/>
                <a:gd name="connsiteX9" fmla="*/ 101301 w 140449"/>
                <a:gd name="connsiteY9" fmla="*/ 28090 h 105913"/>
                <a:gd name="connsiteX10" fmla="*/ 92960 w 140449"/>
                <a:gd name="connsiteY10" fmla="*/ 23251 h 105913"/>
                <a:gd name="connsiteX11" fmla="*/ 84351 w 140449"/>
                <a:gd name="connsiteY11" fmla="*/ 19891 h 105913"/>
                <a:gd name="connsiteX12" fmla="*/ 75606 w 140449"/>
                <a:gd name="connsiteY12" fmla="*/ 18816 h 105913"/>
                <a:gd name="connsiteX13" fmla="*/ 66862 w 140449"/>
                <a:gd name="connsiteY13" fmla="*/ 19891 h 105913"/>
                <a:gd name="connsiteX14" fmla="*/ 58117 w 140449"/>
                <a:gd name="connsiteY14" fmla="*/ 23117 h 105913"/>
                <a:gd name="connsiteX15" fmla="*/ 49776 w 140449"/>
                <a:gd name="connsiteY15" fmla="*/ 27955 h 105913"/>
                <a:gd name="connsiteX16" fmla="*/ 42242 w 140449"/>
                <a:gd name="connsiteY16" fmla="*/ 33869 h 105913"/>
                <a:gd name="connsiteX17" fmla="*/ 58117 w 140449"/>
                <a:gd name="connsiteY17" fmla="*/ 71500 h 105913"/>
                <a:gd name="connsiteX18" fmla="*/ 24619 w 140449"/>
                <a:gd name="connsiteY18" fmla="*/ 71500 h 105913"/>
                <a:gd name="connsiteX19" fmla="*/ 24619 w 140449"/>
                <a:gd name="connsiteY19" fmla="*/ 19622 h 105913"/>
                <a:gd name="connsiteX20" fmla="*/ 15067 w 140449"/>
                <a:gd name="connsiteY20" fmla="*/ 19622 h 105913"/>
                <a:gd name="connsiteX21" fmla="*/ 15067 w 140449"/>
                <a:gd name="connsiteY21" fmla="*/ 82387 h 105913"/>
                <a:gd name="connsiteX22" fmla="*/ 15067 w 140449"/>
                <a:gd name="connsiteY22" fmla="*/ 88838 h 105913"/>
                <a:gd name="connsiteX23" fmla="*/ 13722 w 140449"/>
                <a:gd name="connsiteY23" fmla="*/ 93139 h 105913"/>
                <a:gd name="connsiteX24" fmla="*/ 11166 w 140449"/>
                <a:gd name="connsiteY24" fmla="*/ 95423 h 105913"/>
                <a:gd name="connsiteX25" fmla="*/ 6996 w 140449"/>
                <a:gd name="connsiteY25" fmla="*/ 96230 h 105913"/>
                <a:gd name="connsiteX26" fmla="*/ 4843 w 140449"/>
                <a:gd name="connsiteY26" fmla="*/ 96230 h 105913"/>
                <a:gd name="connsiteX27" fmla="*/ 2287 w 140449"/>
                <a:gd name="connsiteY27" fmla="*/ 96230 h 105913"/>
                <a:gd name="connsiteX28" fmla="*/ 0 w 140449"/>
                <a:gd name="connsiteY28" fmla="*/ 104831 h 105913"/>
                <a:gd name="connsiteX29" fmla="*/ 7265 w 140449"/>
                <a:gd name="connsiteY29" fmla="*/ 105907 h 105913"/>
                <a:gd name="connsiteX30" fmla="*/ 15471 w 140449"/>
                <a:gd name="connsiteY30" fmla="*/ 104294 h 105913"/>
                <a:gd name="connsiteX31" fmla="*/ 20718 w 140449"/>
                <a:gd name="connsiteY31" fmla="*/ 99724 h 105913"/>
                <a:gd name="connsiteX32" fmla="*/ 23812 w 140449"/>
                <a:gd name="connsiteY32" fmla="*/ 91392 h 105913"/>
                <a:gd name="connsiteX33" fmla="*/ 53543 w 140449"/>
                <a:gd name="connsiteY33" fmla="*/ 36557 h 105913"/>
                <a:gd name="connsiteX34" fmla="*/ 64171 w 140449"/>
                <a:gd name="connsiteY34" fmla="*/ 30105 h 105913"/>
                <a:gd name="connsiteX35" fmla="*/ 75606 w 140449"/>
                <a:gd name="connsiteY35" fmla="*/ 28090 h 105913"/>
                <a:gd name="connsiteX36" fmla="*/ 87714 w 140449"/>
                <a:gd name="connsiteY36" fmla="*/ 30509 h 105913"/>
                <a:gd name="connsiteX37" fmla="*/ 97804 w 140449"/>
                <a:gd name="connsiteY37" fmla="*/ 36557 h 105913"/>
                <a:gd name="connsiteX38" fmla="*/ 83678 w 140449"/>
                <a:gd name="connsiteY38" fmla="*/ 70963 h 105913"/>
                <a:gd name="connsiteX39" fmla="*/ 67669 w 140449"/>
                <a:gd name="connsiteY39" fmla="*/ 70963 h 10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40449" h="105913">
                  <a:moveTo>
                    <a:pt x="23812" y="91391"/>
                  </a:moveTo>
                  <a:cubicBezTo>
                    <a:pt x="24376" y="88242"/>
                    <a:pt x="24647" y="85048"/>
                    <a:pt x="24619" y="81849"/>
                  </a:cubicBezTo>
                  <a:lnTo>
                    <a:pt x="24619" y="80639"/>
                  </a:lnTo>
                  <a:lnTo>
                    <a:pt x="140450" y="80639"/>
                  </a:lnTo>
                  <a:lnTo>
                    <a:pt x="140450" y="0"/>
                  </a:lnTo>
                  <a:lnTo>
                    <a:pt x="131436" y="0"/>
                  </a:lnTo>
                  <a:lnTo>
                    <a:pt x="131436" y="71500"/>
                  </a:lnTo>
                  <a:lnTo>
                    <a:pt x="93229" y="71500"/>
                  </a:lnTo>
                  <a:lnTo>
                    <a:pt x="108970" y="33869"/>
                  </a:lnTo>
                  <a:cubicBezTo>
                    <a:pt x="106529" y="31794"/>
                    <a:pt x="103969" y="29864"/>
                    <a:pt x="101301" y="28090"/>
                  </a:cubicBezTo>
                  <a:cubicBezTo>
                    <a:pt x="98660" y="26249"/>
                    <a:pt x="95870" y="24631"/>
                    <a:pt x="92960" y="23251"/>
                  </a:cubicBezTo>
                  <a:cubicBezTo>
                    <a:pt x="90212" y="21843"/>
                    <a:pt x="87327" y="20717"/>
                    <a:pt x="84351" y="19891"/>
                  </a:cubicBezTo>
                  <a:cubicBezTo>
                    <a:pt x="81484" y="19215"/>
                    <a:pt x="78551" y="18855"/>
                    <a:pt x="75606" y="18816"/>
                  </a:cubicBezTo>
                  <a:cubicBezTo>
                    <a:pt x="72660" y="18842"/>
                    <a:pt x="69726" y="19203"/>
                    <a:pt x="66862" y="19891"/>
                  </a:cubicBezTo>
                  <a:cubicBezTo>
                    <a:pt x="63857" y="20706"/>
                    <a:pt x="60931" y="21785"/>
                    <a:pt x="58117" y="23117"/>
                  </a:cubicBezTo>
                  <a:cubicBezTo>
                    <a:pt x="55208" y="24497"/>
                    <a:pt x="52418" y="26115"/>
                    <a:pt x="49776" y="27955"/>
                  </a:cubicBezTo>
                  <a:cubicBezTo>
                    <a:pt x="47086" y="29837"/>
                    <a:pt x="44664" y="31853"/>
                    <a:pt x="42242" y="33869"/>
                  </a:cubicBezTo>
                  <a:lnTo>
                    <a:pt x="58117" y="71500"/>
                  </a:lnTo>
                  <a:lnTo>
                    <a:pt x="24619" y="71500"/>
                  </a:lnTo>
                  <a:lnTo>
                    <a:pt x="24619" y="19622"/>
                  </a:lnTo>
                  <a:lnTo>
                    <a:pt x="15067" y="19622"/>
                  </a:lnTo>
                  <a:lnTo>
                    <a:pt x="15067" y="82387"/>
                  </a:lnTo>
                  <a:cubicBezTo>
                    <a:pt x="15228" y="84534"/>
                    <a:pt x="15228" y="86690"/>
                    <a:pt x="15067" y="88838"/>
                  </a:cubicBezTo>
                  <a:cubicBezTo>
                    <a:pt x="14906" y="90346"/>
                    <a:pt x="14449" y="91807"/>
                    <a:pt x="13722" y="93139"/>
                  </a:cubicBezTo>
                  <a:cubicBezTo>
                    <a:pt x="13150" y="94165"/>
                    <a:pt x="12250" y="94969"/>
                    <a:pt x="11166" y="95423"/>
                  </a:cubicBezTo>
                  <a:cubicBezTo>
                    <a:pt x="9854" y="96002"/>
                    <a:pt x="8429" y="96277"/>
                    <a:pt x="6996" y="96230"/>
                  </a:cubicBezTo>
                  <a:lnTo>
                    <a:pt x="4843" y="96230"/>
                  </a:lnTo>
                  <a:lnTo>
                    <a:pt x="2287" y="96230"/>
                  </a:lnTo>
                  <a:lnTo>
                    <a:pt x="0" y="104831"/>
                  </a:lnTo>
                  <a:cubicBezTo>
                    <a:pt x="2361" y="105520"/>
                    <a:pt x="4805" y="105882"/>
                    <a:pt x="7265" y="105907"/>
                  </a:cubicBezTo>
                  <a:cubicBezTo>
                    <a:pt x="10086" y="105986"/>
                    <a:pt x="12890" y="105435"/>
                    <a:pt x="15471" y="104294"/>
                  </a:cubicBezTo>
                  <a:cubicBezTo>
                    <a:pt x="17591" y="103257"/>
                    <a:pt x="19400" y="101681"/>
                    <a:pt x="20718" y="99724"/>
                  </a:cubicBezTo>
                  <a:cubicBezTo>
                    <a:pt x="22396" y="97231"/>
                    <a:pt x="23456" y="94375"/>
                    <a:pt x="23812" y="91392"/>
                  </a:cubicBezTo>
                  <a:close/>
                  <a:moveTo>
                    <a:pt x="53543" y="36557"/>
                  </a:moveTo>
                  <a:cubicBezTo>
                    <a:pt x="56682" y="33803"/>
                    <a:pt x="60279" y="31620"/>
                    <a:pt x="64171" y="30105"/>
                  </a:cubicBezTo>
                  <a:cubicBezTo>
                    <a:pt x="67833" y="28763"/>
                    <a:pt x="71705" y="28080"/>
                    <a:pt x="75606" y="28090"/>
                  </a:cubicBezTo>
                  <a:cubicBezTo>
                    <a:pt x="79760" y="28114"/>
                    <a:pt x="83870" y="28935"/>
                    <a:pt x="87714" y="30509"/>
                  </a:cubicBezTo>
                  <a:cubicBezTo>
                    <a:pt x="91376" y="31978"/>
                    <a:pt x="94782" y="34020"/>
                    <a:pt x="97804" y="36557"/>
                  </a:cubicBezTo>
                  <a:lnTo>
                    <a:pt x="83678" y="70963"/>
                  </a:lnTo>
                  <a:lnTo>
                    <a:pt x="67669" y="70963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86" name="Freeform 485">
              <a:extLst>
                <a:ext uri="{FF2B5EF4-FFF2-40B4-BE49-F238E27FC236}">
                  <a16:creationId xmlns:a16="http://schemas.microsoft.com/office/drawing/2014/main" id="{7A89F892-1CDB-A544-8751-2653EE97AAEB}"/>
                </a:ext>
              </a:extLst>
            </p:cNvPr>
            <p:cNvSpPr/>
            <p:nvPr/>
          </p:nvSpPr>
          <p:spPr>
            <a:xfrm>
              <a:off x="824938" y="2190166"/>
              <a:ext cx="9282" cy="9273"/>
            </a:xfrm>
            <a:custGeom>
              <a:avLst/>
              <a:gdLst>
                <a:gd name="connsiteX0" fmla="*/ 0 w 9282"/>
                <a:gd name="connsiteY0" fmla="*/ 0 h 9273"/>
                <a:gd name="connsiteX1" fmla="*/ 9283 w 9282"/>
                <a:gd name="connsiteY1" fmla="*/ 0 h 9273"/>
                <a:gd name="connsiteX2" fmla="*/ 9283 w 9282"/>
                <a:gd name="connsiteY2" fmla="*/ 9274 h 9273"/>
                <a:gd name="connsiteX3" fmla="*/ 0 w 9282"/>
                <a:gd name="connsiteY3" fmla="*/ 9274 h 9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82" h="9273">
                  <a:moveTo>
                    <a:pt x="0" y="0"/>
                  </a:moveTo>
                  <a:lnTo>
                    <a:pt x="9283" y="0"/>
                  </a:lnTo>
                  <a:lnTo>
                    <a:pt x="9283" y="9274"/>
                  </a:lnTo>
                  <a:lnTo>
                    <a:pt x="0" y="9274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87" name="Freeform 486">
              <a:extLst>
                <a:ext uri="{FF2B5EF4-FFF2-40B4-BE49-F238E27FC236}">
                  <a16:creationId xmlns:a16="http://schemas.microsoft.com/office/drawing/2014/main" id="{EAE11809-9651-964F-A918-1C4D03541C54}"/>
                </a:ext>
              </a:extLst>
            </p:cNvPr>
            <p:cNvSpPr/>
            <p:nvPr/>
          </p:nvSpPr>
          <p:spPr>
            <a:xfrm>
              <a:off x="807449" y="2329672"/>
              <a:ext cx="57040" cy="64108"/>
            </a:xfrm>
            <a:custGeom>
              <a:avLst/>
              <a:gdLst>
                <a:gd name="connsiteX0" fmla="*/ 55830 w 57040"/>
                <a:gd name="connsiteY0" fmla="*/ 0 h 64108"/>
                <a:gd name="connsiteX1" fmla="*/ 41973 w 57040"/>
                <a:gd name="connsiteY1" fmla="*/ 0 h 64108"/>
                <a:gd name="connsiteX2" fmla="*/ 11301 w 57040"/>
                <a:gd name="connsiteY2" fmla="*/ 32256 h 64108"/>
                <a:gd name="connsiteX3" fmla="*/ 11301 w 57040"/>
                <a:gd name="connsiteY3" fmla="*/ 0 h 64108"/>
                <a:gd name="connsiteX4" fmla="*/ 0 w 57040"/>
                <a:gd name="connsiteY4" fmla="*/ 0 h 64108"/>
                <a:gd name="connsiteX5" fmla="*/ 0 w 57040"/>
                <a:gd name="connsiteY5" fmla="*/ 64108 h 64108"/>
                <a:gd name="connsiteX6" fmla="*/ 11301 w 57040"/>
                <a:gd name="connsiteY6" fmla="*/ 64108 h 64108"/>
                <a:gd name="connsiteX7" fmla="*/ 11301 w 57040"/>
                <a:gd name="connsiteY7" fmla="*/ 45561 h 64108"/>
                <a:gd name="connsiteX8" fmla="*/ 21390 w 57040"/>
                <a:gd name="connsiteY8" fmla="*/ 35347 h 64108"/>
                <a:gd name="connsiteX9" fmla="*/ 43319 w 57040"/>
                <a:gd name="connsiteY9" fmla="*/ 64108 h 64108"/>
                <a:gd name="connsiteX10" fmla="*/ 57041 w 57040"/>
                <a:gd name="connsiteY10" fmla="*/ 64108 h 64108"/>
                <a:gd name="connsiteX11" fmla="*/ 29059 w 57040"/>
                <a:gd name="connsiteY11" fmla="*/ 27552 h 64108"/>
                <a:gd name="connsiteX12" fmla="*/ 55830 w 57040"/>
                <a:gd name="connsiteY12" fmla="*/ 0 h 64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040" h="64108">
                  <a:moveTo>
                    <a:pt x="55830" y="0"/>
                  </a:moveTo>
                  <a:lnTo>
                    <a:pt x="41973" y="0"/>
                  </a:lnTo>
                  <a:lnTo>
                    <a:pt x="11301" y="32256"/>
                  </a:lnTo>
                  <a:lnTo>
                    <a:pt x="11301" y="0"/>
                  </a:lnTo>
                  <a:lnTo>
                    <a:pt x="0" y="0"/>
                  </a:lnTo>
                  <a:lnTo>
                    <a:pt x="0" y="64108"/>
                  </a:lnTo>
                  <a:lnTo>
                    <a:pt x="11301" y="64108"/>
                  </a:lnTo>
                  <a:lnTo>
                    <a:pt x="11301" y="45561"/>
                  </a:lnTo>
                  <a:lnTo>
                    <a:pt x="21390" y="35347"/>
                  </a:lnTo>
                  <a:lnTo>
                    <a:pt x="43319" y="64108"/>
                  </a:lnTo>
                  <a:lnTo>
                    <a:pt x="57041" y="64108"/>
                  </a:lnTo>
                  <a:lnTo>
                    <a:pt x="29059" y="27552"/>
                  </a:lnTo>
                  <a:lnTo>
                    <a:pt x="55830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88" name="Freeform 487">
              <a:extLst>
                <a:ext uri="{FF2B5EF4-FFF2-40B4-BE49-F238E27FC236}">
                  <a16:creationId xmlns:a16="http://schemas.microsoft.com/office/drawing/2014/main" id="{E81174FF-C651-4346-9ED9-542BC07E3098}"/>
                </a:ext>
              </a:extLst>
            </p:cNvPr>
            <p:cNvSpPr/>
            <p:nvPr/>
          </p:nvSpPr>
          <p:spPr>
            <a:xfrm>
              <a:off x="874714" y="2329672"/>
              <a:ext cx="11300" cy="64108"/>
            </a:xfrm>
            <a:custGeom>
              <a:avLst/>
              <a:gdLst>
                <a:gd name="connsiteX0" fmla="*/ 0 w 11300"/>
                <a:gd name="connsiteY0" fmla="*/ 0 h 64108"/>
                <a:gd name="connsiteX1" fmla="*/ 11300 w 11300"/>
                <a:gd name="connsiteY1" fmla="*/ 0 h 64108"/>
                <a:gd name="connsiteX2" fmla="*/ 11300 w 11300"/>
                <a:gd name="connsiteY2" fmla="*/ 64108 h 64108"/>
                <a:gd name="connsiteX3" fmla="*/ 0 w 11300"/>
                <a:gd name="connsiteY3" fmla="*/ 64108 h 64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00" h="64108">
                  <a:moveTo>
                    <a:pt x="0" y="0"/>
                  </a:moveTo>
                  <a:lnTo>
                    <a:pt x="11300" y="0"/>
                  </a:lnTo>
                  <a:lnTo>
                    <a:pt x="11300" y="64108"/>
                  </a:lnTo>
                  <a:lnTo>
                    <a:pt x="0" y="64108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89" name="Freeform 488">
              <a:extLst>
                <a:ext uri="{FF2B5EF4-FFF2-40B4-BE49-F238E27FC236}">
                  <a16:creationId xmlns:a16="http://schemas.microsoft.com/office/drawing/2014/main" id="{6547A1C7-DF38-8D46-BE4E-D2873260438B}"/>
                </a:ext>
              </a:extLst>
            </p:cNvPr>
            <p:cNvSpPr/>
            <p:nvPr/>
          </p:nvSpPr>
          <p:spPr>
            <a:xfrm>
              <a:off x="903504" y="2329672"/>
              <a:ext cx="55964" cy="64108"/>
            </a:xfrm>
            <a:custGeom>
              <a:avLst/>
              <a:gdLst>
                <a:gd name="connsiteX0" fmla="*/ 44933 w 55964"/>
                <a:gd name="connsiteY0" fmla="*/ 44352 h 64108"/>
                <a:gd name="connsiteX1" fmla="*/ 10493 w 55964"/>
                <a:gd name="connsiteY1" fmla="*/ 0 h 64108"/>
                <a:gd name="connsiteX2" fmla="*/ 0 w 55964"/>
                <a:gd name="connsiteY2" fmla="*/ 0 h 64108"/>
                <a:gd name="connsiteX3" fmla="*/ 0 w 55964"/>
                <a:gd name="connsiteY3" fmla="*/ 64108 h 64108"/>
                <a:gd name="connsiteX4" fmla="*/ 11031 w 55964"/>
                <a:gd name="connsiteY4" fmla="*/ 64108 h 64108"/>
                <a:gd name="connsiteX5" fmla="*/ 11031 w 55964"/>
                <a:gd name="connsiteY5" fmla="*/ 18547 h 64108"/>
                <a:gd name="connsiteX6" fmla="*/ 46547 w 55964"/>
                <a:gd name="connsiteY6" fmla="*/ 64108 h 64108"/>
                <a:gd name="connsiteX7" fmla="*/ 55965 w 55964"/>
                <a:gd name="connsiteY7" fmla="*/ 64108 h 64108"/>
                <a:gd name="connsiteX8" fmla="*/ 55965 w 55964"/>
                <a:gd name="connsiteY8" fmla="*/ 0 h 64108"/>
                <a:gd name="connsiteX9" fmla="*/ 44933 w 55964"/>
                <a:gd name="connsiteY9" fmla="*/ 0 h 64108"/>
                <a:gd name="connsiteX10" fmla="*/ 44933 w 55964"/>
                <a:gd name="connsiteY10" fmla="*/ 44352 h 64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964" h="64108">
                  <a:moveTo>
                    <a:pt x="44933" y="44352"/>
                  </a:moveTo>
                  <a:lnTo>
                    <a:pt x="10493" y="0"/>
                  </a:lnTo>
                  <a:lnTo>
                    <a:pt x="0" y="0"/>
                  </a:lnTo>
                  <a:lnTo>
                    <a:pt x="0" y="64108"/>
                  </a:lnTo>
                  <a:lnTo>
                    <a:pt x="11031" y="64108"/>
                  </a:lnTo>
                  <a:lnTo>
                    <a:pt x="11031" y="18547"/>
                  </a:lnTo>
                  <a:lnTo>
                    <a:pt x="46547" y="64108"/>
                  </a:lnTo>
                  <a:lnTo>
                    <a:pt x="55965" y="64108"/>
                  </a:lnTo>
                  <a:lnTo>
                    <a:pt x="55965" y="0"/>
                  </a:lnTo>
                  <a:lnTo>
                    <a:pt x="44933" y="0"/>
                  </a:lnTo>
                  <a:lnTo>
                    <a:pt x="44933" y="44352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90" name="Freeform 489">
              <a:extLst>
                <a:ext uri="{FF2B5EF4-FFF2-40B4-BE49-F238E27FC236}">
                  <a16:creationId xmlns:a16="http://schemas.microsoft.com/office/drawing/2014/main" id="{64D0D314-2EB4-6441-B4C3-A28FA2EEE6E9}"/>
                </a:ext>
              </a:extLst>
            </p:cNvPr>
            <p:cNvSpPr/>
            <p:nvPr/>
          </p:nvSpPr>
          <p:spPr>
            <a:xfrm>
              <a:off x="973440" y="2328153"/>
              <a:ext cx="60289" cy="66199"/>
            </a:xfrm>
            <a:custGeom>
              <a:avLst/>
              <a:gdLst>
                <a:gd name="connsiteX0" fmla="*/ 32845 w 60289"/>
                <a:gd name="connsiteY0" fmla="*/ 39688 h 66199"/>
                <a:gd name="connsiteX1" fmla="*/ 48989 w 60289"/>
                <a:gd name="connsiteY1" fmla="*/ 39688 h 66199"/>
                <a:gd name="connsiteX2" fmla="*/ 48989 w 60289"/>
                <a:gd name="connsiteY2" fmla="*/ 51650 h 66199"/>
                <a:gd name="connsiteX3" fmla="*/ 33383 w 60289"/>
                <a:gd name="connsiteY3" fmla="*/ 56488 h 66199"/>
                <a:gd name="connsiteX4" fmla="*/ 11543 w 60289"/>
                <a:gd name="connsiteY4" fmla="*/ 35578 h 66199"/>
                <a:gd name="connsiteX5" fmla="*/ 11589 w 60289"/>
                <a:gd name="connsiteY5" fmla="*/ 33640 h 66199"/>
                <a:gd name="connsiteX6" fmla="*/ 11589 w 60289"/>
                <a:gd name="connsiteY6" fmla="*/ 33640 h 66199"/>
                <a:gd name="connsiteX7" fmla="*/ 31571 w 60289"/>
                <a:gd name="connsiteY7" fmla="*/ 10447 h 66199"/>
                <a:gd name="connsiteX8" fmla="*/ 32845 w 60289"/>
                <a:gd name="connsiteY8" fmla="*/ 10389 h 66199"/>
                <a:gd name="connsiteX9" fmla="*/ 50872 w 60289"/>
                <a:gd name="connsiteY9" fmla="*/ 17243 h 66199"/>
                <a:gd name="connsiteX10" fmla="*/ 58002 w 60289"/>
                <a:gd name="connsiteY10" fmla="*/ 8776 h 66199"/>
                <a:gd name="connsiteX11" fmla="*/ 33249 w 60289"/>
                <a:gd name="connsiteY11" fmla="*/ 40 h 66199"/>
                <a:gd name="connsiteX12" fmla="*/ 20 w 60289"/>
                <a:gd name="connsiteY12" fmla="*/ 32426 h 66199"/>
                <a:gd name="connsiteX13" fmla="*/ 20 w 60289"/>
                <a:gd name="connsiteY13" fmla="*/ 33237 h 66199"/>
                <a:gd name="connsiteX14" fmla="*/ 20 w 60289"/>
                <a:gd name="connsiteY14" fmla="*/ 33237 h 66199"/>
                <a:gd name="connsiteX15" fmla="*/ 30772 w 60289"/>
                <a:gd name="connsiteY15" fmla="*/ 66181 h 66199"/>
                <a:gd name="connsiteX16" fmla="*/ 33383 w 60289"/>
                <a:gd name="connsiteY16" fmla="*/ 66165 h 66199"/>
                <a:gd name="connsiteX17" fmla="*/ 60289 w 60289"/>
                <a:gd name="connsiteY17" fmla="*/ 56219 h 66199"/>
                <a:gd name="connsiteX18" fmla="*/ 60289 w 60289"/>
                <a:gd name="connsiteY18" fmla="*/ 29339 h 66199"/>
                <a:gd name="connsiteX19" fmla="*/ 33383 w 60289"/>
                <a:gd name="connsiteY19" fmla="*/ 29339 h 66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0289" h="66199">
                  <a:moveTo>
                    <a:pt x="32845" y="39688"/>
                  </a:moveTo>
                  <a:lnTo>
                    <a:pt x="48989" y="39688"/>
                  </a:lnTo>
                  <a:lnTo>
                    <a:pt x="48989" y="51650"/>
                  </a:lnTo>
                  <a:cubicBezTo>
                    <a:pt x="44415" y="54840"/>
                    <a:pt x="38961" y="56530"/>
                    <a:pt x="33383" y="56488"/>
                  </a:cubicBezTo>
                  <a:cubicBezTo>
                    <a:pt x="21572" y="56739"/>
                    <a:pt x="11794" y="47377"/>
                    <a:pt x="11543" y="35578"/>
                  </a:cubicBezTo>
                  <a:cubicBezTo>
                    <a:pt x="11529" y="34932"/>
                    <a:pt x="11544" y="34285"/>
                    <a:pt x="11589" y="33640"/>
                  </a:cubicBezTo>
                  <a:lnTo>
                    <a:pt x="11589" y="33640"/>
                  </a:lnTo>
                  <a:cubicBezTo>
                    <a:pt x="10696" y="21723"/>
                    <a:pt x="19642" y="11339"/>
                    <a:pt x="31571" y="10447"/>
                  </a:cubicBezTo>
                  <a:cubicBezTo>
                    <a:pt x="31995" y="10415"/>
                    <a:pt x="32420" y="10396"/>
                    <a:pt x="32845" y="10389"/>
                  </a:cubicBezTo>
                  <a:cubicBezTo>
                    <a:pt x="39517" y="10249"/>
                    <a:pt x="45982" y="12707"/>
                    <a:pt x="50872" y="17243"/>
                  </a:cubicBezTo>
                  <a:lnTo>
                    <a:pt x="58002" y="8776"/>
                  </a:lnTo>
                  <a:cubicBezTo>
                    <a:pt x="51214" y="2739"/>
                    <a:pt x="42326" y="-398"/>
                    <a:pt x="33249" y="40"/>
                  </a:cubicBezTo>
                  <a:cubicBezTo>
                    <a:pt x="15121" y="-184"/>
                    <a:pt x="244" y="14316"/>
                    <a:pt x="20" y="32426"/>
                  </a:cubicBezTo>
                  <a:cubicBezTo>
                    <a:pt x="16" y="32696"/>
                    <a:pt x="16" y="32967"/>
                    <a:pt x="20" y="33237"/>
                  </a:cubicBezTo>
                  <a:lnTo>
                    <a:pt x="20" y="33237"/>
                  </a:lnTo>
                  <a:cubicBezTo>
                    <a:pt x="-594" y="50818"/>
                    <a:pt x="13174" y="65567"/>
                    <a:pt x="30772" y="66181"/>
                  </a:cubicBezTo>
                  <a:cubicBezTo>
                    <a:pt x="31643" y="66211"/>
                    <a:pt x="32514" y="66206"/>
                    <a:pt x="33383" y="66165"/>
                  </a:cubicBezTo>
                  <a:cubicBezTo>
                    <a:pt x="43253" y="66168"/>
                    <a:pt x="52798" y="62640"/>
                    <a:pt x="60289" y="56219"/>
                  </a:cubicBezTo>
                  <a:lnTo>
                    <a:pt x="60289" y="29339"/>
                  </a:lnTo>
                  <a:lnTo>
                    <a:pt x="33383" y="29339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91" name="Freeform 490">
              <a:extLst>
                <a:ext uri="{FF2B5EF4-FFF2-40B4-BE49-F238E27FC236}">
                  <a16:creationId xmlns:a16="http://schemas.microsoft.com/office/drawing/2014/main" id="{6BE8F571-EAAF-494B-B90A-C84FF36C2E02}"/>
                </a:ext>
              </a:extLst>
            </p:cNvPr>
            <p:cNvSpPr/>
            <p:nvPr/>
          </p:nvSpPr>
          <p:spPr>
            <a:xfrm>
              <a:off x="1049334" y="2329599"/>
              <a:ext cx="58117" cy="64245"/>
            </a:xfrm>
            <a:custGeom>
              <a:avLst/>
              <a:gdLst>
                <a:gd name="connsiteX0" fmla="*/ 23946 w 58117"/>
                <a:gd name="connsiteY0" fmla="*/ 72 h 64245"/>
                <a:gd name="connsiteX1" fmla="*/ 0 w 58117"/>
                <a:gd name="connsiteY1" fmla="*/ 72 h 64245"/>
                <a:gd name="connsiteX2" fmla="*/ 0 w 58117"/>
                <a:gd name="connsiteY2" fmla="*/ 64181 h 64245"/>
                <a:gd name="connsiteX3" fmla="*/ 23946 w 58117"/>
                <a:gd name="connsiteY3" fmla="*/ 64181 h 64245"/>
                <a:gd name="connsiteX4" fmla="*/ 58054 w 58117"/>
                <a:gd name="connsiteY4" fmla="*/ 34139 h 64245"/>
                <a:gd name="connsiteX5" fmla="*/ 58117 w 58117"/>
                <a:gd name="connsiteY5" fmla="*/ 32194 h 64245"/>
                <a:gd name="connsiteX6" fmla="*/ 58117 w 58117"/>
                <a:gd name="connsiteY6" fmla="*/ 32194 h 64245"/>
                <a:gd name="connsiteX7" fmla="*/ 26307 w 58117"/>
                <a:gd name="connsiteY7" fmla="*/ 1 h 64245"/>
                <a:gd name="connsiteX8" fmla="*/ 23946 w 58117"/>
                <a:gd name="connsiteY8" fmla="*/ 72 h 64245"/>
                <a:gd name="connsiteX9" fmla="*/ 46278 w 58117"/>
                <a:gd name="connsiteY9" fmla="*/ 32328 h 64245"/>
                <a:gd name="connsiteX10" fmla="*/ 26021 w 58117"/>
                <a:gd name="connsiteY10" fmla="*/ 53998 h 64245"/>
                <a:gd name="connsiteX11" fmla="*/ 23946 w 58117"/>
                <a:gd name="connsiteY11" fmla="*/ 53967 h 64245"/>
                <a:gd name="connsiteX12" fmla="*/ 11300 w 58117"/>
                <a:gd name="connsiteY12" fmla="*/ 53967 h 64245"/>
                <a:gd name="connsiteX13" fmla="*/ 11300 w 58117"/>
                <a:gd name="connsiteY13" fmla="*/ 10287 h 64245"/>
                <a:gd name="connsiteX14" fmla="*/ 23946 w 58117"/>
                <a:gd name="connsiteY14" fmla="*/ 10287 h 64245"/>
                <a:gd name="connsiteX15" fmla="*/ 46260 w 58117"/>
                <a:gd name="connsiteY15" fmla="*/ 30125 h 64245"/>
                <a:gd name="connsiteX16" fmla="*/ 46278 w 58117"/>
                <a:gd name="connsiteY16" fmla="*/ 32194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8117" h="64245">
                  <a:moveTo>
                    <a:pt x="23946" y="72"/>
                  </a:moveTo>
                  <a:lnTo>
                    <a:pt x="0" y="72"/>
                  </a:lnTo>
                  <a:lnTo>
                    <a:pt x="0" y="64181"/>
                  </a:lnTo>
                  <a:lnTo>
                    <a:pt x="23946" y="64181"/>
                  </a:lnTo>
                  <a:cubicBezTo>
                    <a:pt x="41669" y="65294"/>
                    <a:pt x="56939" y="51844"/>
                    <a:pt x="58054" y="34139"/>
                  </a:cubicBezTo>
                  <a:cubicBezTo>
                    <a:pt x="58094" y="33491"/>
                    <a:pt x="58116" y="32843"/>
                    <a:pt x="58117" y="32194"/>
                  </a:cubicBezTo>
                  <a:lnTo>
                    <a:pt x="58117" y="32194"/>
                  </a:lnTo>
                  <a:cubicBezTo>
                    <a:pt x="58231" y="14528"/>
                    <a:pt x="43989" y="115"/>
                    <a:pt x="26307" y="1"/>
                  </a:cubicBezTo>
                  <a:cubicBezTo>
                    <a:pt x="25519" y="-4"/>
                    <a:pt x="24732" y="20"/>
                    <a:pt x="23946" y="72"/>
                  </a:cubicBezTo>
                  <a:close/>
                  <a:moveTo>
                    <a:pt x="46278" y="32328"/>
                  </a:moveTo>
                  <a:cubicBezTo>
                    <a:pt x="46674" y="43901"/>
                    <a:pt x="37604" y="53603"/>
                    <a:pt x="26021" y="53998"/>
                  </a:cubicBezTo>
                  <a:cubicBezTo>
                    <a:pt x="25329" y="54022"/>
                    <a:pt x="24637" y="54011"/>
                    <a:pt x="23946" y="53967"/>
                  </a:cubicBezTo>
                  <a:lnTo>
                    <a:pt x="11300" y="53967"/>
                  </a:lnTo>
                  <a:lnTo>
                    <a:pt x="11300" y="10287"/>
                  </a:lnTo>
                  <a:lnTo>
                    <a:pt x="23946" y="10287"/>
                  </a:lnTo>
                  <a:cubicBezTo>
                    <a:pt x="35592" y="9610"/>
                    <a:pt x="45582" y="18492"/>
                    <a:pt x="46260" y="30125"/>
                  </a:cubicBezTo>
                  <a:cubicBezTo>
                    <a:pt x="46300" y="30814"/>
                    <a:pt x="46306" y="31505"/>
                    <a:pt x="46278" y="32194"/>
                  </a:cubicBez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92" name="Freeform 491">
              <a:extLst>
                <a:ext uri="{FF2B5EF4-FFF2-40B4-BE49-F238E27FC236}">
                  <a16:creationId xmlns:a16="http://schemas.microsoft.com/office/drawing/2014/main" id="{A78A029B-9865-8A49-BBD8-7D6E06808454}"/>
                </a:ext>
              </a:extLst>
            </p:cNvPr>
            <p:cNvSpPr/>
            <p:nvPr/>
          </p:nvSpPr>
          <p:spPr>
            <a:xfrm>
              <a:off x="1118077" y="2328583"/>
              <a:ext cx="67272" cy="66151"/>
            </a:xfrm>
            <a:custGeom>
              <a:avLst/>
              <a:gdLst>
                <a:gd name="connsiteX0" fmla="*/ 33770 w 67272"/>
                <a:gd name="connsiteY0" fmla="*/ 14 h 66151"/>
                <a:gd name="connsiteX1" fmla="*/ 11 w 67272"/>
                <a:gd name="connsiteY1" fmla="*/ 32124 h 66151"/>
                <a:gd name="connsiteX2" fmla="*/ 3 w 67272"/>
                <a:gd name="connsiteY2" fmla="*/ 33210 h 66151"/>
                <a:gd name="connsiteX3" fmla="*/ 3 w 67272"/>
                <a:gd name="connsiteY3" fmla="*/ 33210 h 66151"/>
                <a:gd name="connsiteX4" fmla="*/ 32139 w 67272"/>
                <a:gd name="connsiteY4" fmla="*/ 66149 h 66151"/>
                <a:gd name="connsiteX5" fmla="*/ 33501 w 67272"/>
                <a:gd name="connsiteY5" fmla="*/ 66138 h 66151"/>
                <a:gd name="connsiteX6" fmla="*/ 67256 w 67272"/>
                <a:gd name="connsiteY6" fmla="*/ 34300 h 66151"/>
                <a:gd name="connsiteX7" fmla="*/ 67268 w 67272"/>
                <a:gd name="connsiteY7" fmla="*/ 33076 h 66151"/>
                <a:gd name="connsiteX8" fmla="*/ 67268 w 67272"/>
                <a:gd name="connsiteY8" fmla="*/ 33076 h 66151"/>
                <a:gd name="connsiteX9" fmla="*/ 35268 w 67272"/>
                <a:gd name="connsiteY9" fmla="*/ 5 h 66151"/>
                <a:gd name="connsiteX10" fmla="*/ 33770 w 67272"/>
                <a:gd name="connsiteY10" fmla="*/ 14 h 66151"/>
                <a:gd name="connsiteX11" fmla="*/ 55429 w 67272"/>
                <a:gd name="connsiteY11" fmla="*/ 33345 h 66151"/>
                <a:gd name="connsiteX12" fmla="*/ 34732 w 67272"/>
                <a:gd name="connsiteY12" fmla="*/ 55903 h 66151"/>
                <a:gd name="connsiteX13" fmla="*/ 33770 w 67272"/>
                <a:gd name="connsiteY13" fmla="*/ 55924 h 66151"/>
                <a:gd name="connsiteX14" fmla="*/ 11967 w 67272"/>
                <a:gd name="connsiteY14" fmla="*/ 33626 h 66151"/>
                <a:gd name="connsiteX15" fmla="*/ 11976 w 67272"/>
                <a:gd name="connsiteY15" fmla="*/ 33210 h 66151"/>
                <a:gd name="connsiteX16" fmla="*/ 11976 w 67272"/>
                <a:gd name="connsiteY16" fmla="*/ 33210 h 66151"/>
                <a:gd name="connsiteX17" fmla="*/ 31961 w 67272"/>
                <a:gd name="connsiteY17" fmla="*/ 10019 h 66151"/>
                <a:gd name="connsiteX18" fmla="*/ 33501 w 67272"/>
                <a:gd name="connsiteY18" fmla="*/ 9959 h 66151"/>
                <a:gd name="connsiteX19" fmla="*/ 55444 w 67272"/>
                <a:gd name="connsiteY19" fmla="*/ 32120 h 66151"/>
                <a:gd name="connsiteX20" fmla="*/ 55429 w 67272"/>
                <a:gd name="connsiteY20" fmla="*/ 32807 h 6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272" h="66151">
                  <a:moveTo>
                    <a:pt x="33770" y="14"/>
                  </a:moveTo>
                  <a:cubicBezTo>
                    <a:pt x="15572" y="-432"/>
                    <a:pt x="458" y="13944"/>
                    <a:pt x="11" y="32124"/>
                  </a:cubicBezTo>
                  <a:cubicBezTo>
                    <a:pt x="3" y="32486"/>
                    <a:pt x="0" y="32848"/>
                    <a:pt x="3" y="33210"/>
                  </a:cubicBezTo>
                  <a:lnTo>
                    <a:pt x="3" y="33210"/>
                  </a:lnTo>
                  <a:cubicBezTo>
                    <a:pt x="-228" y="51172"/>
                    <a:pt x="14160" y="65919"/>
                    <a:pt x="32139" y="66149"/>
                  </a:cubicBezTo>
                  <a:cubicBezTo>
                    <a:pt x="32593" y="66155"/>
                    <a:pt x="33047" y="66151"/>
                    <a:pt x="33501" y="66138"/>
                  </a:cubicBezTo>
                  <a:cubicBezTo>
                    <a:pt x="51622" y="66658"/>
                    <a:pt x="66735" y="52404"/>
                    <a:pt x="67256" y="34300"/>
                  </a:cubicBezTo>
                  <a:cubicBezTo>
                    <a:pt x="67267" y="33892"/>
                    <a:pt x="67271" y="33484"/>
                    <a:pt x="67268" y="33076"/>
                  </a:cubicBezTo>
                  <a:lnTo>
                    <a:pt x="67268" y="33076"/>
                  </a:lnTo>
                  <a:cubicBezTo>
                    <a:pt x="67573" y="15116"/>
                    <a:pt x="53246" y="309"/>
                    <a:pt x="35268" y="5"/>
                  </a:cubicBezTo>
                  <a:cubicBezTo>
                    <a:pt x="34769" y="-4"/>
                    <a:pt x="34269" y="-1"/>
                    <a:pt x="33770" y="14"/>
                  </a:cubicBezTo>
                  <a:close/>
                  <a:moveTo>
                    <a:pt x="55429" y="33345"/>
                  </a:moveTo>
                  <a:cubicBezTo>
                    <a:pt x="55949" y="45284"/>
                    <a:pt x="46683" y="55384"/>
                    <a:pt x="34732" y="55903"/>
                  </a:cubicBezTo>
                  <a:cubicBezTo>
                    <a:pt x="34412" y="55917"/>
                    <a:pt x="34091" y="55924"/>
                    <a:pt x="33770" y="55924"/>
                  </a:cubicBezTo>
                  <a:cubicBezTo>
                    <a:pt x="21586" y="55781"/>
                    <a:pt x="11824" y="45798"/>
                    <a:pt x="11967" y="33626"/>
                  </a:cubicBezTo>
                  <a:cubicBezTo>
                    <a:pt x="11969" y="33487"/>
                    <a:pt x="11972" y="33349"/>
                    <a:pt x="11976" y="33210"/>
                  </a:cubicBezTo>
                  <a:lnTo>
                    <a:pt x="11976" y="33210"/>
                  </a:lnTo>
                  <a:cubicBezTo>
                    <a:pt x="11084" y="21293"/>
                    <a:pt x="20032" y="10910"/>
                    <a:pt x="31961" y="10019"/>
                  </a:cubicBezTo>
                  <a:cubicBezTo>
                    <a:pt x="32473" y="9981"/>
                    <a:pt x="32987" y="9961"/>
                    <a:pt x="33501" y="9959"/>
                  </a:cubicBezTo>
                  <a:cubicBezTo>
                    <a:pt x="45686" y="10025"/>
                    <a:pt x="55510" y="19947"/>
                    <a:pt x="55444" y="32120"/>
                  </a:cubicBezTo>
                  <a:cubicBezTo>
                    <a:pt x="55442" y="32349"/>
                    <a:pt x="55438" y="32578"/>
                    <a:pt x="55429" y="32807"/>
                  </a:cubicBez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93" name="Freeform 492">
              <a:extLst>
                <a:ext uri="{FF2B5EF4-FFF2-40B4-BE49-F238E27FC236}">
                  <a16:creationId xmlns:a16="http://schemas.microsoft.com/office/drawing/2014/main" id="{17E95E0F-CCFC-F843-AAEA-81FC7C7B2F22}"/>
                </a:ext>
              </a:extLst>
            </p:cNvPr>
            <p:cNvSpPr/>
            <p:nvPr/>
          </p:nvSpPr>
          <p:spPr>
            <a:xfrm>
              <a:off x="1199336" y="2329672"/>
              <a:ext cx="63229" cy="64108"/>
            </a:xfrm>
            <a:custGeom>
              <a:avLst/>
              <a:gdLst>
                <a:gd name="connsiteX0" fmla="*/ 31615 w 63229"/>
                <a:gd name="connsiteY0" fmla="*/ 30374 h 64108"/>
                <a:gd name="connsiteX1" fmla="*/ 12108 w 63229"/>
                <a:gd name="connsiteY1" fmla="*/ 0 h 64108"/>
                <a:gd name="connsiteX2" fmla="*/ 0 w 63229"/>
                <a:gd name="connsiteY2" fmla="*/ 0 h 64108"/>
                <a:gd name="connsiteX3" fmla="*/ 0 w 63229"/>
                <a:gd name="connsiteY3" fmla="*/ 64108 h 64108"/>
                <a:gd name="connsiteX4" fmla="*/ 11166 w 63229"/>
                <a:gd name="connsiteY4" fmla="*/ 64108 h 64108"/>
                <a:gd name="connsiteX5" fmla="*/ 11166 w 63229"/>
                <a:gd name="connsiteY5" fmla="*/ 18278 h 64108"/>
                <a:gd name="connsiteX6" fmla="*/ 31346 w 63229"/>
                <a:gd name="connsiteY6" fmla="*/ 48384 h 64108"/>
                <a:gd name="connsiteX7" fmla="*/ 31615 w 63229"/>
                <a:gd name="connsiteY7" fmla="*/ 48384 h 64108"/>
                <a:gd name="connsiteX8" fmla="*/ 51929 w 63229"/>
                <a:gd name="connsiteY8" fmla="*/ 18144 h 64108"/>
                <a:gd name="connsiteX9" fmla="*/ 51929 w 63229"/>
                <a:gd name="connsiteY9" fmla="*/ 64108 h 64108"/>
                <a:gd name="connsiteX10" fmla="*/ 63229 w 63229"/>
                <a:gd name="connsiteY10" fmla="*/ 64108 h 64108"/>
                <a:gd name="connsiteX11" fmla="*/ 63229 w 63229"/>
                <a:gd name="connsiteY11" fmla="*/ 0 h 64108"/>
                <a:gd name="connsiteX12" fmla="*/ 51256 w 63229"/>
                <a:gd name="connsiteY12" fmla="*/ 0 h 64108"/>
                <a:gd name="connsiteX13" fmla="*/ 31615 w 63229"/>
                <a:gd name="connsiteY13" fmla="*/ 30374 h 64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229" h="64108">
                  <a:moveTo>
                    <a:pt x="31615" y="30374"/>
                  </a:moveTo>
                  <a:lnTo>
                    <a:pt x="12108" y="0"/>
                  </a:lnTo>
                  <a:lnTo>
                    <a:pt x="0" y="0"/>
                  </a:lnTo>
                  <a:lnTo>
                    <a:pt x="0" y="64108"/>
                  </a:lnTo>
                  <a:lnTo>
                    <a:pt x="11166" y="64108"/>
                  </a:lnTo>
                  <a:lnTo>
                    <a:pt x="11166" y="18278"/>
                  </a:lnTo>
                  <a:lnTo>
                    <a:pt x="31346" y="48384"/>
                  </a:lnTo>
                  <a:lnTo>
                    <a:pt x="31615" y="48384"/>
                  </a:lnTo>
                  <a:lnTo>
                    <a:pt x="51929" y="18144"/>
                  </a:lnTo>
                  <a:lnTo>
                    <a:pt x="51929" y="64108"/>
                  </a:lnTo>
                  <a:lnTo>
                    <a:pt x="63229" y="64108"/>
                  </a:lnTo>
                  <a:lnTo>
                    <a:pt x="63229" y="0"/>
                  </a:lnTo>
                  <a:lnTo>
                    <a:pt x="51256" y="0"/>
                  </a:lnTo>
                  <a:lnTo>
                    <a:pt x="31615" y="30374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94" name="Freeform 493">
              <a:extLst>
                <a:ext uri="{FF2B5EF4-FFF2-40B4-BE49-F238E27FC236}">
                  <a16:creationId xmlns:a16="http://schemas.microsoft.com/office/drawing/2014/main" id="{C4F458B1-9DE6-894E-9FE5-120D5E7908DC}"/>
                </a:ext>
              </a:extLst>
            </p:cNvPr>
            <p:cNvSpPr/>
            <p:nvPr/>
          </p:nvSpPr>
          <p:spPr>
            <a:xfrm>
              <a:off x="1303864" y="2328583"/>
              <a:ext cx="67273" cy="66810"/>
            </a:xfrm>
            <a:custGeom>
              <a:avLst/>
              <a:gdLst>
                <a:gd name="connsiteX0" fmla="*/ 33768 w 67273"/>
                <a:gd name="connsiteY0" fmla="*/ 14 h 66810"/>
                <a:gd name="connsiteX1" fmla="*/ 10 w 67273"/>
                <a:gd name="connsiteY1" fmla="*/ 32124 h 66810"/>
                <a:gd name="connsiteX2" fmla="*/ 1 w 67273"/>
                <a:gd name="connsiteY2" fmla="*/ 33210 h 66810"/>
                <a:gd name="connsiteX3" fmla="*/ 1 w 67273"/>
                <a:gd name="connsiteY3" fmla="*/ 33210 h 66810"/>
                <a:gd name="connsiteX4" fmla="*/ 33634 w 67273"/>
                <a:gd name="connsiteY4" fmla="*/ 66810 h 66810"/>
                <a:gd name="connsiteX5" fmla="*/ 67266 w 67273"/>
                <a:gd name="connsiteY5" fmla="*/ 33210 h 66810"/>
                <a:gd name="connsiteX6" fmla="*/ 67266 w 67273"/>
                <a:gd name="connsiteY6" fmla="*/ 33210 h 66810"/>
                <a:gd name="connsiteX7" fmla="*/ 35404 w 67273"/>
                <a:gd name="connsiteY7" fmla="*/ 7 h 66810"/>
                <a:gd name="connsiteX8" fmla="*/ 33768 w 67273"/>
                <a:gd name="connsiteY8" fmla="*/ 14 h 66810"/>
                <a:gd name="connsiteX9" fmla="*/ 55428 w 67273"/>
                <a:gd name="connsiteY9" fmla="*/ 33345 h 66810"/>
                <a:gd name="connsiteX10" fmla="*/ 34731 w 67273"/>
                <a:gd name="connsiteY10" fmla="*/ 55904 h 66810"/>
                <a:gd name="connsiteX11" fmla="*/ 33768 w 67273"/>
                <a:gd name="connsiteY11" fmla="*/ 55924 h 66810"/>
                <a:gd name="connsiteX12" fmla="*/ 11830 w 67273"/>
                <a:gd name="connsiteY12" fmla="*/ 33759 h 66810"/>
                <a:gd name="connsiteX13" fmla="*/ 11840 w 67273"/>
                <a:gd name="connsiteY13" fmla="*/ 33211 h 66810"/>
                <a:gd name="connsiteX14" fmla="*/ 11840 w 67273"/>
                <a:gd name="connsiteY14" fmla="*/ 33210 h 66810"/>
                <a:gd name="connsiteX15" fmla="*/ 33634 w 67273"/>
                <a:gd name="connsiteY15" fmla="*/ 11438 h 66810"/>
                <a:gd name="connsiteX16" fmla="*/ 55428 w 67273"/>
                <a:gd name="connsiteY16" fmla="*/ 33210 h 66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7273" h="66810">
                  <a:moveTo>
                    <a:pt x="33768" y="14"/>
                  </a:moveTo>
                  <a:cubicBezTo>
                    <a:pt x="15571" y="-432"/>
                    <a:pt x="456" y="13944"/>
                    <a:pt x="10" y="32124"/>
                  </a:cubicBezTo>
                  <a:cubicBezTo>
                    <a:pt x="1" y="32486"/>
                    <a:pt x="-2" y="32848"/>
                    <a:pt x="1" y="33210"/>
                  </a:cubicBezTo>
                  <a:lnTo>
                    <a:pt x="1" y="33210"/>
                  </a:lnTo>
                  <a:cubicBezTo>
                    <a:pt x="1" y="51767"/>
                    <a:pt x="15059" y="66810"/>
                    <a:pt x="33634" y="66810"/>
                  </a:cubicBezTo>
                  <a:cubicBezTo>
                    <a:pt x="52209" y="66810"/>
                    <a:pt x="67266" y="51767"/>
                    <a:pt x="67266" y="33210"/>
                  </a:cubicBezTo>
                  <a:lnTo>
                    <a:pt x="67266" y="33210"/>
                  </a:lnTo>
                  <a:cubicBezTo>
                    <a:pt x="67645" y="15252"/>
                    <a:pt x="53380" y="386"/>
                    <a:pt x="35404" y="7"/>
                  </a:cubicBezTo>
                  <a:cubicBezTo>
                    <a:pt x="34859" y="-4"/>
                    <a:pt x="34313" y="-2"/>
                    <a:pt x="33768" y="14"/>
                  </a:cubicBezTo>
                  <a:close/>
                  <a:moveTo>
                    <a:pt x="55428" y="33345"/>
                  </a:moveTo>
                  <a:cubicBezTo>
                    <a:pt x="55948" y="45284"/>
                    <a:pt x="46681" y="55384"/>
                    <a:pt x="34731" y="55904"/>
                  </a:cubicBezTo>
                  <a:cubicBezTo>
                    <a:pt x="34410" y="55917"/>
                    <a:pt x="34089" y="55924"/>
                    <a:pt x="33768" y="55924"/>
                  </a:cubicBezTo>
                  <a:cubicBezTo>
                    <a:pt x="21583" y="55856"/>
                    <a:pt x="11761" y="45932"/>
                    <a:pt x="11830" y="33759"/>
                  </a:cubicBezTo>
                  <a:cubicBezTo>
                    <a:pt x="11831" y="33576"/>
                    <a:pt x="11834" y="33393"/>
                    <a:pt x="11840" y="33211"/>
                  </a:cubicBezTo>
                  <a:lnTo>
                    <a:pt x="11840" y="33210"/>
                  </a:lnTo>
                  <a:cubicBezTo>
                    <a:pt x="11840" y="21186"/>
                    <a:pt x="21597" y="11438"/>
                    <a:pt x="33634" y="11438"/>
                  </a:cubicBezTo>
                  <a:cubicBezTo>
                    <a:pt x="45670" y="11438"/>
                    <a:pt x="55428" y="21186"/>
                    <a:pt x="55428" y="33210"/>
                  </a:cubicBez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95" name="Freeform 494">
              <a:extLst>
                <a:ext uri="{FF2B5EF4-FFF2-40B4-BE49-F238E27FC236}">
                  <a16:creationId xmlns:a16="http://schemas.microsoft.com/office/drawing/2014/main" id="{1C0ED1AA-37C4-9B4C-9FCB-E32C5C601AE3}"/>
                </a:ext>
              </a:extLst>
            </p:cNvPr>
            <p:cNvSpPr/>
            <p:nvPr/>
          </p:nvSpPr>
          <p:spPr>
            <a:xfrm>
              <a:off x="1385256" y="2329672"/>
              <a:ext cx="47892" cy="64108"/>
            </a:xfrm>
            <a:custGeom>
              <a:avLst/>
              <a:gdLst>
                <a:gd name="connsiteX0" fmla="*/ 0 w 47892"/>
                <a:gd name="connsiteY0" fmla="*/ 64108 h 64108"/>
                <a:gd name="connsiteX1" fmla="*/ 11300 w 47892"/>
                <a:gd name="connsiteY1" fmla="*/ 64108 h 64108"/>
                <a:gd name="connsiteX2" fmla="*/ 11300 w 47892"/>
                <a:gd name="connsiteY2" fmla="*/ 38035 h 64108"/>
                <a:gd name="connsiteX3" fmla="*/ 43722 w 47892"/>
                <a:gd name="connsiteY3" fmla="*/ 38035 h 64108"/>
                <a:gd name="connsiteX4" fmla="*/ 43722 w 47892"/>
                <a:gd name="connsiteY4" fmla="*/ 27821 h 64108"/>
                <a:gd name="connsiteX5" fmla="*/ 11300 w 47892"/>
                <a:gd name="connsiteY5" fmla="*/ 27821 h 64108"/>
                <a:gd name="connsiteX6" fmla="*/ 11300 w 47892"/>
                <a:gd name="connsiteY6" fmla="*/ 10214 h 64108"/>
                <a:gd name="connsiteX7" fmla="*/ 47893 w 47892"/>
                <a:gd name="connsiteY7" fmla="*/ 10214 h 64108"/>
                <a:gd name="connsiteX8" fmla="*/ 47893 w 47892"/>
                <a:gd name="connsiteY8" fmla="*/ 0 h 64108"/>
                <a:gd name="connsiteX9" fmla="*/ 0 w 47892"/>
                <a:gd name="connsiteY9" fmla="*/ 0 h 64108"/>
                <a:gd name="connsiteX10" fmla="*/ 0 w 47892"/>
                <a:gd name="connsiteY10" fmla="*/ 64108 h 64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7892" h="64108">
                  <a:moveTo>
                    <a:pt x="0" y="64108"/>
                  </a:moveTo>
                  <a:lnTo>
                    <a:pt x="11300" y="64108"/>
                  </a:lnTo>
                  <a:lnTo>
                    <a:pt x="11300" y="38035"/>
                  </a:lnTo>
                  <a:lnTo>
                    <a:pt x="43722" y="38035"/>
                  </a:lnTo>
                  <a:lnTo>
                    <a:pt x="43722" y="27821"/>
                  </a:lnTo>
                  <a:lnTo>
                    <a:pt x="11300" y="27821"/>
                  </a:lnTo>
                  <a:lnTo>
                    <a:pt x="11300" y="10214"/>
                  </a:lnTo>
                  <a:lnTo>
                    <a:pt x="47893" y="10214"/>
                  </a:lnTo>
                  <a:lnTo>
                    <a:pt x="47893" y="0"/>
                  </a:lnTo>
                  <a:lnTo>
                    <a:pt x="0" y="0"/>
                  </a:lnTo>
                  <a:lnTo>
                    <a:pt x="0" y="64108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96" name="Freeform 495">
              <a:extLst>
                <a:ext uri="{FF2B5EF4-FFF2-40B4-BE49-F238E27FC236}">
                  <a16:creationId xmlns:a16="http://schemas.microsoft.com/office/drawing/2014/main" id="{8B3C811F-88F2-C343-A135-022EA4119ACC}"/>
                </a:ext>
              </a:extLst>
            </p:cNvPr>
            <p:cNvSpPr/>
            <p:nvPr/>
          </p:nvSpPr>
          <p:spPr>
            <a:xfrm>
              <a:off x="1468800" y="2328728"/>
              <a:ext cx="49910" cy="65726"/>
            </a:xfrm>
            <a:custGeom>
              <a:avLst/>
              <a:gdLst>
                <a:gd name="connsiteX0" fmla="*/ 29058 w 49910"/>
                <a:gd name="connsiteY0" fmla="*/ 27824 h 65726"/>
                <a:gd name="connsiteX1" fmla="*/ 13857 w 49910"/>
                <a:gd name="connsiteY1" fmla="*/ 17744 h 65726"/>
                <a:gd name="connsiteX2" fmla="*/ 13857 w 49910"/>
                <a:gd name="connsiteY2" fmla="*/ 17744 h 65726"/>
                <a:gd name="connsiteX3" fmla="*/ 24350 w 49910"/>
                <a:gd name="connsiteY3" fmla="*/ 10217 h 65726"/>
                <a:gd name="connsiteX4" fmla="*/ 41839 w 49910"/>
                <a:gd name="connsiteY4" fmla="*/ 16803 h 65726"/>
                <a:gd name="connsiteX5" fmla="*/ 47893 w 49910"/>
                <a:gd name="connsiteY5" fmla="*/ 8201 h 65726"/>
                <a:gd name="connsiteX6" fmla="*/ 24485 w 49910"/>
                <a:gd name="connsiteY6" fmla="*/ 137 h 65726"/>
                <a:gd name="connsiteX7" fmla="*/ 2675 w 49910"/>
                <a:gd name="connsiteY7" fmla="*/ 17323 h 65726"/>
                <a:gd name="connsiteX8" fmla="*/ 2556 w 49910"/>
                <a:gd name="connsiteY8" fmla="*/ 18819 h 65726"/>
                <a:gd name="connsiteX9" fmla="*/ 2556 w 49910"/>
                <a:gd name="connsiteY9" fmla="*/ 18819 h 65726"/>
                <a:gd name="connsiteX10" fmla="*/ 23946 w 49910"/>
                <a:gd name="connsiteY10" fmla="*/ 37903 h 65726"/>
                <a:gd name="connsiteX11" fmla="*/ 38476 w 49910"/>
                <a:gd name="connsiteY11" fmla="*/ 47715 h 65726"/>
                <a:gd name="connsiteX12" fmla="*/ 38476 w 49910"/>
                <a:gd name="connsiteY12" fmla="*/ 47715 h 65726"/>
                <a:gd name="connsiteX13" fmla="*/ 27041 w 49910"/>
                <a:gd name="connsiteY13" fmla="*/ 55779 h 65726"/>
                <a:gd name="connsiteX14" fmla="*/ 6727 w 49910"/>
                <a:gd name="connsiteY14" fmla="*/ 47446 h 65726"/>
                <a:gd name="connsiteX15" fmla="*/ 0 w 49910"/>
                <a:gd name="connsiteY15" fmla="*/ 55510 h 65726"/>
                <a:gd name="connsiteX16" fmla="*/ 26906 w 49910"/>
                <a:gd name="connsiteY16" fmla="*/ 65724 h 65726"/>
                <a:gd name="connsiteX17" fmla="*/ 49911 w 49910"/>
                <a:gd name="connsiteY17" fmla="*/ 46640 h 65726"/>
                <a:gd name="connsiteX18" fmla="*/ 49911 w 49910"/>
                <a:gd name="connsiteY18" fmla="*/ 46640 h 65726"/>
                <a:gd name="connsiteX19" fmla="*/ 29058 w 49910"/>
                <a:gd name="connsiteY19" fmla="*/ 27824 h 6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910" h="65726">
                  <a:moveTo>
                    <a:pt x="29058" y="27824"/>
                  </a:moveTo>
                  <a:cubicBezTo>
                    <a:pt x="16816" y="25001"/>
                    <a:pt x="13857" y="22716"/>
                    <a:pt x="13857" y="17744"/>
                  </a:cubicBezTo>
                  <a:lnTo>
                    <a:pt x="13857" y="17744"/>
                  </a:lnTo>
                  <a:cubicBezTo>
                    <a:pt x="13857" y="13577"/>
                    <a:pt x="17758" y="10217"/>
                    <a:pt x="24350" y="10217"/>
                  </a:cubicBezTo>
                  <a:cubicBezTo>
                    <a:pt x="30735" y="10487"/>
                    <a:pt x="36865" y="12795"/>
                    <a:pt x="41839" y="16803"/>
                  </a:cubicBezTo>
                  <a:lnTo>
                    <a:pt x="47893" y="8201"/>
                  </a:lnTo>
                  <a:cubicBezTo>
                    <a:pt x="41299" y="2816"/>
                    <a:pt x="32999" y="-43"/>
                    <a:pt x="24485" y="137"/>
                  </a:cubicBezTo>
                  <a:cubicBezTo>
                    <a:pt x="13712" y="-1134"/>
                    <a:pt x="3947" y="6561"/>
                    <a:pt x="2675" y="17323"/>
                  </a:cubicBezTo>
                  <a:cubicBezTo>
                    <a:pt x="2616" y="17820"/>
                    <a:pt x="2577" y="18319"/>
                    <a:pt x="2556" y="18819"/>
                  </a:cubicBezTo>
                  <a:lnTo>
                    <a:pt x="2556" y="18819"/>
                  </a:lnTo>
                  <a:cubicBezTo>
                    <a:pt x="2556" y="30646"/>
                    <a:pt x="10224" y="34678"/>
                    <a:pt x="23946" y="37903"/>
                  </a:cubicBezTo>
                  <a:cubicBezTo>
                    <a:pt x="37669" y="41129"/>
                    <a:pt x="38476" y="43145"/>
                    <a:pt x="38476" y="47715"/>
                  </a:cubicBezTo>
                  <a:lnTo>
                    <a:pt x="38476" y="47715"/>
                  </a:lnTo>
                  <a:cubicBezTo>
                    <a:pt x="38476" y="52553"/>
                    <a:pt x="34036" y="55779"/>
                    <a:pt x="27041" y="55779"/>
                  </a:cubicBezTo>
                  <a:cubicBezTo>
                    <a:pt x="19461" y="55652"/>
                    <a:pt x="12208" y="52677"/>
                    <a:pt x="6727" y="47446"/>
                  </a:cubicBezTo>
                  <a:lnTo>
                    <a:pt x="0" y="55510"/>
                  </a:lnTo>
                  <a:cubicBezTo>
                    <a:pt x="7359" y="62181"/>
                    <a:pt x="16969" y="65829"/>
                    <a:pt x="26906" y="65724"/>
                  </a:cubicBezTo>
                  <a:cubicBezTo>
                    <a:pt x="40359" y="65724"/>
                    <a:pt x="49911" y="58601"/>
                    <a:pt x="49911" y="46640"/>
                  </a:cubicBezTo>
                  <a:lnTo>
                    <a:pt x="49911" y="46640"/>
                  </a:lnTo>
                  <a:cubicBezTo>
                    <a:pt x="49776" y="36694"/>
                    <a:pt x="42646" y="31183"/>
                    <a:pt x="29058" y="27824"/>
                  </a:cubicBez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97" name="Freeform 496">
              <a:extLst>
                <a:ext uri="{FF2B5EF4-FFF2-40B4-BE49-F238E27FC236}">
                  <a16:creationId xmlns:a16="http://schemas.microsoft.com/office/drawing/2014/main" id="{20A7F9C1-A316-DE4B-95E4-E64F0A68B980}"/>
                </a:ext>
              </a:extLst>
            </p:cNvPr>
            <p:cNvSpPr/>
            <p:nvPr/>
          </p:nvSpPr>
          <p:spPr>
            <a:xfrm>
              <a:off x="1524899" y="2329269"/>
              <a:ext cx="67668" cy="64511"/>
            </a:xfrm>
            <a:custGeom>
              <a:avLst/>
              <a:gdLst>
                <a:gd name="connsiteX0" fmla="*/ 28251 w 67668"/>
                <a:gd name="connsiteY0" fmla="*/ 0 h 64511"/>
                <a:gd name="connsiteX1" fmla="*/ 0 w 67668"/>
                <a:gd name="connsiteY1" fmla="*/ 64512 h 64511"/>
                <a:gd name="connsiteX2" fmla="*/ 11570 w 67668"/>
                <a:gd name="connsiteY2" fmla="*/ 64512 h 64511"/>
                <a:gd name="connsiteX3" fmla="*/ 18162 w 67668"/>
                <a:gd name="connsiteY3" fmla="*/ 49056 h 64511"/>
                <a:gd name="connsiteX4" fmla="*/ 49104 w 67668"/>
                <a:gd name="connsiteY4" fmla="*/ 49056 h 64511"/>
                <a:gd name="connsiteX5" fmla="*/ 55696 w 67668"/>
                <a:gd name="connsiteY5" fmla="*/ 64512 h 64511"/>
                <a:gd name="connsiteX6" fmla="*/ 67669 w 67668"/>
                <a:gd name="connsiteY6" fmla="*/ 64512 h 64511"/>
                <a:gd name="connsiteX7" fmla="*/ 39283 w 67668"/>
                <a:gd name="connsiteY7" fmla="*/ 0 h 64511"/>
                <a:gd name="connsiteX8" fmla="*/ 22332 w 67668"/>
                <a:gd name="connsiteY8" fmla="*/ 39110 h 64511"/>
                <a:gd name="connsiteX9" fmla="*/ 33364 w 67668"/>
                <a:gd name="connsiteY9" fmla="*/ 13440 h 64511"/>
                <a:gd name="connsiteX10" fmla="*/ 44530 w 67668"/>
                <a:gd name="connsiteY10" fmla="*/ 39110 h 64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668" h="64511">
                  <a:moveTo>
                    <a:pt x="28251" y="0"/>
                  </a:moveTo>
                  <a:lnTo>
                    <a:pt x="0" y="64512"/>
                  </a:lnTo>
                  <a:lnTo>
                    <a:pt x="11570" y="64512"/>
                  </a:lnTo>
                  <a:lnTo>
                    <a:pt x="18162" y="49056"/>
                  </a:lnTo>
                  <a:lnTo>
                    <a:pt x="49104" y="49056"/>
                  </a:lnTo>
                  <a:lnTo>
                    <a:pt x="55696" y="64512"/>
                  </a:lnTo>
                  <a:lnTo>
                    <a:pt x="67669" y="64512"/>
                  </a:lnTo>
                  <a:lnTo>
                    <a:pt x="39283" y="0"/>
                  </a:lnTo>
                  <a:close/>
                  <a:moveTo>
                    <a:pt x="22332" y="39110"/>
                  </a:moveTo>
                  <a:lnTo>
                    <a:pt x="33364" y="13440"/>
                  </a:lnTo>
                  <a:lnTo>
                    <a:pt x="44530" y="3911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98" name="Freeform 497">
              <a:extLst>
                <a:ext uri="{FF2B5EF4-FFF2-40B4-BE49-F238E27FC236}">
                  <a16:creationId xmlns:a16="http://schemas.microsoft.com/office/drawing/2014/main" id="{E27CC464-4718-A641-A061-8DB4625A423E}"/>
                </a:ext>
              </a:extLst>
            </p:cNvPr>
            <p:cNvSpPr/>
            <p:nvPr/>
          </p:nvSpPr>
          <p:spPr>
            <a:xfrm>
              <a:off x="1598456" y="2329672"/>
              <a:ext cx="54188" cy="65236"/>
            </a:xfrm>
            <a:custGeom>
              <a:avLst/>
              <a:gdLst>
                <a:gd name="connsiteX0" fmla="*/ 43888 w 54188"/>
                <a:gd name="connsiteY0" fmla="*/ 36960 h 65236"/>
                <a:gd name="connsiteX1" fmla="*/ 27744 w 54188"/>
                <a:gd name="connsiteY1" fmla="*/ 54835 h 65236"/>
                <a:gd name="connsiteX2" fmla="*/ 11466 w 54188"/>
                <a:gd name="connsiteY2" fmla="*/ 36422 h 65236"/>
                <a:gd name="connsiteX3" fmla="*/ 11466 w 54188"/>
                <a:gd name="connsiteY3" fmla="*/ 0 h 65236"/>
                <a:gd name="connsiteX4" fmla="*/ 166 w 54188"/>
                <a:gd name="connsiteY4" fmla="*/ 0 h 65236"/>
                <a:gd name="connsiteX5" fmla="*/ 166 w 54188"/>
                <a:gd name="connsiteY5" fmla="*/ 36960 h 65236"/>
                <a:gd name="connsiteX6" fmla="*/ 22550 w 54188"/>
                <a:gd name="connsiteY6" fmla="*/ 65073 h 65236"/>
                <a:gd name="connsiteX7" fmla="*/ 27072 w 54188"/>
                <a:gd name="connsiteY7" fmla="*/ 65183 h 65236"/>
                <a:gd name="connsiteX8" fmla="*/ 54141 w 54188"/>
                <a:gd name="connsiteY8" fmla="*/ 41250 h 65236"/>
                <a:gd name="connsiteX9" fmla="*/ 53978 w 54188"/>
                <a:gd name="connsiteY9" fmla="*/ 36422 h 65236"/>
                <a:gd name="connsiteX10" fmla="*/ 53978 w 54188"/>
                <a:gd name="connsiteY10" fmla="*/ 0 h 65236"/>
                <a:gd name="connsiteX11" fmla="*/ 42677 w 54188"/>
                <a:gd name="connsiteY11" fmla="*/ 0 h 65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188" h="65236">
                  <a:moveTo>
                    <a:pt x="43888" y="36960"/>
                  </a:moveTo>
                  <a:cubicBezTo>
                    <a:pt x="43888" y="48787"/>
                    <a:pt x="37834" y="54835"/>
                    <a:pt x="27744" y="54835"/>
                  </a:cubicBezTo>
                  <a:cubicBezTo>
                    <a:pt x="17655" y="54835"/>
                    <a:pt x="11466" y="48384"/>
                    <a:pt x="11466" y="36422"/>
                  </a:cubicBezTo>
                  <a:lnTo>
                    <a:pt x="11466" y="0"/>
                  </a:lnTo>
                  <a:lnTo>
                    <a:pt x="166" y="0"/>
                  </a:lnTo>
                  <a:lnTo>
                    <a:pt x="166" y="36960"/>
                  </a:lnTo>
                  <a:cubicBezTo>
                    <a:pt x="-1424" y="50898"/>
                    <a:pt x="8598" y="63485"/>
                    <a:pt x="22550" y="65073"/>
                  </a:cubicBezTo>
                  <a:cubicBezTo>
                    <a:pt x="24051" y="65244"/>
                    <a:pt x="25564" y="65281"/>
                    <a:pt x="27072" y="65183"/>
                  </a:cubicBezTo>
                  <a:cubicBezTo>
                    <a:pt x="41162" y="66042"/>
                    <a:pt x="53282" y="55326"/>
                    <a:pt x="54141" y="41250"/>
                  </a:cubicBezTo>
                  <a:cubicBezTo>
                    <a:pt x="54240" y="39639"/>
                    <a:pt x="54185" y="38022"/>
                    <a:pt x="53978" y="36422"/>
                  </a:cubicBezTo>
                  <a:lnTo>
                    <a:pt x="53978" y="0"/>
                  </a:lnTo>
                  <a:lnTo>
                    <a:pt x="42677" y="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99" name="Freeform 498">
              <a:extLst>
                <a:ext uri="{FF2B5EF4-FFF2-40B4-BE49-F238E27FC236}">
                  <a16:creationId xmlns:a16="http://schemas.microsoft.com/office/drawing/2014/main" id="{FA6BBCAA-5941-CE43-86F0-6FCCD90778F5}"/>
                </a:ext>
              </a:extLst>
            </p:cNvPr>
            <p:cNvSpPr/>
            <p:nvPr/>
          </p:nvSpPr>
          <p:spPr>
            <a:xfrm>
              <a:off x="1670191" y="2329599"/>
              <a:ext cx="58252" cy="64245"/>
            </a:xfrm>
            <a:custGeom>
              <a:avLst/>
              <a:gdLst>
                <a:gd name="connsiteX0" fmla="*/ 24081 w 58252"/>
                <a:gd name="connsiteY0" fmla="*/ 72 h 64245"/>
                <a:gd name="connsiteX1" fmla="*/ 0 w 58252"/>
                <a:gd name="connsiteY1" fmla="*/ 72 h 64245"/>
                <a:gd name="connsiteX2" fmla="*/ 0 w 58252"/>
                <a:gd name="connsiteY2" fmla="*/ 64181 h 64245"/>
                <a:gd name="connsiteX3" fmla="*/ 24081 w 58252"/>
                <a:gd name="connsiteY3" fmla="*/ 64181 h 64245"/>
                <a:gd name="connsiteX4" fmla="*/ 58188 w 58252"/>
                <a:gd name="connsiteY4" fmla="*/ 34139 h 64245"/>
                <a:gd name="connsiteX5" fmla="*/ 58252 w 58252"/>
                <a:gd name="connsiteY5" fmla="*/ 32194 h 64245"/>
                <a:gd name="connsiteX6" fmla="*/ 58252 w 58252"/>
                <a:gd name="connsiteY6" fmla="*/ 32194 h 64245"/>
                <a:gd name="connsiteX7" fmla="*/ 26441 w 58252"/>
                <a:gd name="connsiteY7" fmla="*/ 1 h 64245"/>
                <a:gd name="connsiteX8" fmla="*/ 24081 w 58252"/>
                <a:gd name="connsiteY8" fmla="*/ 72 h 64245"/>
                <a:gd name="connsiteX9" fmla="*/ 46278 w 58252"/>
                <a:gd name="connsiteY9" fmla="*/ 32328 h 64245"/>
                <a:gd name="connsiteX10" fmla="*/ 26295 w 58252"/>
                <a:gd name="connsiteY10" fmla="*/ 53994 h 64245"/>
                <a:gd name="connsiteX11" fmla="*/ 24081 w 58252"/>
                <a:gd name="connsiteY11" fmla="*/ 53967 h 64245"/>
                <a:gd name="connsiteX12" fmla="*/ 10628 w 58252"/>
                <a:gd name="connsiteY12" fmla="*/ 53967 h 64245"/>
                <a:gd name="connsiteX13" fmla="*/ 10628 w 58252"/>
                <a:gd name="connsiteY13" fmla="*/ 10287 h 64245"/>
                <a:gd name="connsiteX14" fmla="*/ 24081 w 58252"/>
                <a:gd name="connsiteY14" fmla="*/ 10287 h 64245"/>
                <a:gd name="connsiteX15" fmla="*/ 46265 w 58252"/>
                <a:gd name="connsiteY15" fmla="*/ 29985 h 64245"/>
                <a:gd name="connsiteX16" fmla="*/ 46278 w 58252"/>
                <a:gd name="connsiteY16" fmla="*/ 32194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8252" h="64245">
                  <a:moveTo>
                    <a:pt x="24081" y="72"/>
                  </a:moveTo>
                  <a:lnTo>
                    <a:pt x="0" y="72"/>
                  </a:lnTo>
                  <a:lnTo>
                    <a:pt x="0" y="64181"/>
                  </a:lnTo>
                  <a:lnTo>
                    <a:pt x="24081" y="64181"/>
                  </a:lnTo>
                  <a:cubicBezTo>
                    <a:pt x="41803" y="65294"/>
                    <a:pt x="57074" y="51844"/>
                    <a:pt x="58188" y="34139"/>
                  </a:cubicBezTo>
                  <a:cubicBezTo>
                    <a:pt x="58229" y="33491"/>
                    <a:pt x="58250" y="32843"/>
                    <a:pt x="58252" y="32194"/>
                  </a:cubicBezTo>
                  <a:lnTo>
                    <a:pt x="58252" y="32194"/>
                  </a:lnTo>
                  <a:cubicBezTo>
                    <a:pt x="58366" y="14528"/>
                    <a:pt x="44124" y="115"/>
                    <a:pt x="26441" y="1"/>
                  </a:cubicBezTo>
                  <a:cubicBezTo>
                    <a:pt x="25654" y="-4"/>
                    <a:pt x="24866" y="20"/>
                    <a:pt x="24081" y="72"/>
                  </a:cubicBezTo>
                  <a:close/>
                  <a:moveTo>
                    <a:pt x="46278" y="32328"/>
                  </a:moveTo>
                  <a:cubicBezTo>
                    <a:pt x="46749" y="43824"/>
                    <a:pt x="37802" y="53524"/>
                    <a:pt x="26295" y="53994"/>
                  </a:cubicBezTo>
                  <a:cubicBezTo>
                    <a:pt x="25557" y="54024"/>
                    <a:pt x="24818" y="54015"/>
                    <a:pt x="24081" y="53967"/>
                  </a:cubicBezTo>
                  <a:lnTo>
                    <a:pt x="10628" y="53967"/>
                  </a:lnTo>
                  <a:lnTo>
                    <a:pt x="10628" y="10287"/>
                  </a:lnTo>
                  <a:lnTo>
                    <a:pt x="24081" y="10287"/>
                  </a:lnTo>
                  <a:cubicBezTo>
                    <a:pt x="35652" y="9606"/>
                    <a:pt x="45584" y="18425"/>
                    <a:pt x="46265" y="29985"/>
                  </a:cubicBezTo>
                  <a:cubicBezTo>
                    <a:pt x="46308" y="30720"/>
                    <a:pt x="46313" y="31458"/>
                    <a:pt x="46278" y="32194"/>
                  </a:cubicBez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00" name="Freeform 499">
              <a:extLst>
                <a:ext uri="{FF2B5EF4-FFF2-40B4-BE49-F238E27FC236}">
                  <a16:creationId xmlns:a16="http://schemas.microsoft.com/office/drawing/2014/main" id="{65D06973-AB5F-C74B-AFAE-131ACF8350A8}"/>
                </a:ext>
              </a:extLst>
            </p:cNvPr>
            <p:cNvSpPr/>
            <p:nvPr/>
          </p:nvSpPr>
          <p:spPr>
            <a:xfrm>
              <a:off x="1742703" y="2329672"/>
              <a:ext cx="11300" cy="64108"/>
            </a:xfrm>
            <a:custGeom>
              <a:avLst/>
              <a:gdLst>
                <a:gd name="connsiteX0" fmla="*/ 0 w 11300"/>
                <a:gd name="connsiteY0" fmla="*/ 0 h 64108"/>
                <a:gd name="connsiteX1" fmla="*/ 11300 w 11300"/>
                <a:gd name="connsiteY1" fmla="*/ 0 h 64108"/>
                <a:gd name="connsiteX2" fmla="*/ 11300 w 11300"/>
                <a:gd name="connsiteY2" fmla="*/ 64108 h 64108"/>
                <a:gd name="connsiteX3" fmla="*/ 0 w 11300"/>
                <a:gd name="connsiteY3" fmla="*/ 64108 h 64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00" h="64108">
                  <a:moveTo>
                    <a:pt x="0" y="0"/>
                  </a:moveTo>
                  <a:lnTo>
                    <a:pt x="11300" y="0"/>
                  </a:lnTo>
                  <a:lnTo>
                    <a:pt x="11300" y="64108"/>
                  </a:lnTo>
                  <a:lnTo>
                    <a:pt x="0" y="64108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01" name="Freeform 500">
              <a:extLst>
                <a:ext uri="{FF2B5EF4-FFF2-40B4-BE49-F238E27FC236}">
                  <a16:creationId xmlns:a16="http://schemas.microsoft.com/office/drawing/2014/main" id="{7458E314-6217-BB4C-8A79-888FDB27EA23}"/>
                </a:ext>
              </a:extLst>
            </p:cNvPr>
            <p:cNvSpPr/>
            <p:nvPr/>
          </p:nvSpPr>
          <p:spPr>
            <a:xfrm>
              <a:off x="1793287" y="2329269"/>
              <a:ext cx="66996" cy="64511"/>
            </a:xfrm>
            <a:custGeom>
              <a:avLst/>
              <a:gdLst>
                <a:gd name="connsiteX0" fmla="*/ 28251 w 66996"/>
                <a:gd name="connsiteY0" fmla="*/ 0 h 64511"/>
                <a:gd name="connsiteX1" fmla="*/ 0 w 66996"/>
                <a:gd name="connsiteY1" fmla="*/ 64512 h 64511"/>
                <a:gd name="connsiteX2" fmla="*/ 11570 w 66996"/>
                <a:gd name="connsiteY2" fmla="*/ 64512 h 64511"/>
                <a:gd name="connsiteX3" fmla="*/ 18161 w 66996"/>
                <a:gd name="connsiteY3" fmla="*/ 49056 h 64511"/>
                <a:gd name="connsiteX4" fmla="*/ 48565 w 66996"/>
                <a:gd name="connsiteY4" fmla="*/ 49056 h 64511"/>
                <a:gd name="connsiteX5" fmla="*/ 55157 w 66996"/>
                <a:gd name="connsiteY5" fmla="*/ 64512 h 64511"/>
                <a:gd name="connsiteX6" fmla="*/ 66996 w 66996"/>
                <a:gd name="connsiteY6" fmla="*/ 64512 h 64511"/>
                <a:gd name="connsiteX7" fmla="*/ 38745 w 66996"/>
                <a:gd name="connsiteY7" fmla="*/ 0 h 64511"/>
                <a:gd name="connsiteX8" fmla="*/ 22332 w 66996"/>
                <a:gd name="connsiteY8" fmla="*/ 39110 h 64511"/>
                <a:gd name="connsiteX9" fmla="*/ 33363 w 66996"/>
                <a:gd name="connsiteY9" fmla="*/ 13440 h 64511"/>
                <a:gd name="connsiteX10" fmla="*/ 44395 w 66996"/>
                <a:gd name="connsiteY10" fmla="*/ 39110 h 64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996" h="64511">
                  <a:moveTo>
                    <a:pt x="28251" y="0"/>
                  </a:moveTo>
                  <a:lnTo>
                    <a:pt x="0" y="64512"/>
                  </a:lnTo>
                  <a:lnTo>
                    <a:pt x="11570" y="64512"/>
                  </a:lnTo>
                  <a:lnTo>
                    <a:pt x="18161" y="49056"/>
                  </a:lnTo>
                  <a:lnTo>
                    <a:pt x="48565" y="49056"/>
                  </a:lnTo>
                  <a:lnTo>
                    <a:pt x="55157" y="64512"/>
                  </a:lnTo>
                  <a:lnTo>
                    <a:pt x="66996" y="64512"/>
                  </a:lnTo>
                  <a:lnTo>
                    <a:pt x="38745" y="0"/>
                  </a:lnTo>
                  <a:close/>
                  <a:moveTo>
                    <a:pt x="22332" y="39110"/>
                  </a:moveTo>
                  <a:lnTo>
                    <a:pt x="33363" y="13440"/>
                  </a:lnTo>
                  <a:lnTo>
                    <a:pt x="44395" y="3911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02" name="Freeform 501">
              <a:extLst>
                <a:ext uri="{FF2B5EF4-FFF2-40B4-BE49-F238E27FC236}">
                  <a16:creationId xmlns:a16="http://schemas.microsoft.com/office/drawing/2014/main" id="{7A1C58EC-98F1-9343-BDD3-71D4F3C3E280}"/>
                </a:ext>
              </a:extLst>
            </p:cNvPr>
            <p:cNvSpPr/>
            <p:nvPr/>
          </p:nvSpPr>
          <p:spPr>
            <a:xfrm>
              <a:off x="1871180" y="2330175"/>
              <a:ext cx="55022" cy="64142"/>
            </a:xfrm>
            <a:custGeom>
              <a:avLst/>
              <a:gdLst>
                <a:gd name="connsiteX0" fmla="*/ 52601 w 55022"/>
                <a:gd name="connsiteY0" fmla="*/ 19925 h 64142"/>
                <a:gd name="connsiteX1" fmla="*/ 52601 w 55022"/>
                <a:gd name="connsiteY1" fmla="*/ 19925 h 64142"/>
                <a:gd name="connsiteX2" fmla="*/ 47220 w 55022"/>
                <a:gd name="connsiteY2" fmla="*/ 6486 h 64142"/>
                <a:gd name="connsiteX3" fmla="*/ 28655 w 55022"/>
                <a:gd name="connsiteY3" fmla="*/ 34 h 64142"/>
                <a:gd name="connsiteX4" fmla="*/ 0 w 55022"/>
                <a:gd name="connsiteY4" fmla="*/ 34 h 64142"/>
                <a:gd name="connsiteX5" fmla="*/ 0 w 55022"/>
                <a:gd name="connsiteY5" fmla="*/ 64143 h 64142"/>
                <a:gd name="connsiteX6" fmla="*/ 11300 w 55022"/>
                <a:gd name="connsiteY6" fmla="*/ 64143 h 64142"/>
                <a:gd name="connsiteX7" fmla="*/ 11300 w 55022"/>
                <a:gd name="connsiteY7" fmla="*/ 41833 h 64142"/>
                <a:gd name="connsiteX8" fmla="*/ 25695 w 55022"/>
                <a:gd name="connsiteY8" fmla="*/ 41833 h 64142"/>
                <a:gd name="connsiteX9" fmla="*/ 41570 w 55022"/>
                <a:gd name="connsiteY9" fmla="*/ 64143 h 64142"/>
                <a:gd name="connsiteX10" fmla="*/ 55023 w 55022"/>
                <a:gd name="connsiteY10" fmla="*/ 64143 h 64142"/>
                <a:gd name="connsiteX11" fmla="*/ 37534 w 55022"/>
                <a:gd name="connsiteY11" fmla="*/ 39951 h 64142"/>
                <a:gd name="connsiteX12" fmla="*/ 52601 w 55022"/>
                <a:gd name="connsiteY12" fmla="*/ 19925 h 64142"/>
                <a:gd name="connsiteX13" fmla="*/ 11300 w 55022"/>
                <a:gd name="connsiteY13" fmla="*/ 31349 h 64142"/>
                <a:gd name="connsiteX14" fmla="*/ 11300 w 55022"/>
                <a:gd name="connsiteY14" fmla="*/ 9711 h 64142"/>
                <a:gd name="connsiteX15" fmla="*/ 27713 w 55022"/>
                <a:gd name="connsiteY15" fmla="*/ 9711 h 64142"/>
                <a:gd name="connsiteX16" fmla="*/ 41166 w 55022"/>
                <a:gd name="connsiteY16" fmla="*/ 20329 h 64142"/>
                <a:gd name="connsiteX17" fmla="*/ 41166 w 55022"/>
                <a:gd name="connsiteY17" fmla="*/ 20329 h 64142"/>
                <a:gd name="connsiteX18" fmla="*/ 27713 w 55022"/>
                <a:gd name="connsiteY18" fmla="*/ 31081 h 64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022" h="64142">
                  <a:moveTo>
                    <a:pt x="52601" y="19925"/>
                  </a:moveTo>
                  <a:lnTo>
                    <a:pt x="52601" y="19925"/>
                  </a:lnTo>
                  <a:cubicBezTo>
                    <a:pt x="52601" y="14921"/>
                    <a:pt x="50675" y="10109"/>
                    <a:pt x="47220" y="6486"/>
                  </a:cubicBezTo>
                  <a:cubicBezTo>
                    <a:pt x="42110" y="2000"/>
                    <a:pt x="35448" y="-314"/>
                    <a:pt x="28655" y="34"/>
                  </a:cubicBezTo>
                  <a:lnTo>
                    <a:pt x="0" y="34"/>
                  </a:lnTo>
                  <a:lnTo>
                    <a:pt x="0" y="64143"/>
                  </a:lnTo>
                  <a:lnTo>
                    <a:pt x="11300" y="64143"/>
                  </a:lnTo>
                  <a:lnTo>
                    <a:pt x="11300" y="41833"/>
                  </a:lnTo>
                  <a:lnTo>
                    <a:pt x="25695" y="41833"/>
                  </a:lnTo>
                  <a:lnTo>
                    <a:pt x="41570" y="64143"/>
                  </a:lnTo>
                  <a:lnTo>
                    <a:pt x="55023" y="64143"/>
                  </a:lnTo>
                  <a:lnTo>
                    <a:pt x="37534" y="39951"/>
                  </a:lnTo>
                  <a:cubicBezTo>
                    <a:pt x="46723" y="37764"/>
                    <a:pt x="53053" y="29352"/>
                    <a:pt x="52601" y="19925"/>
                  </a:cubicBezTo>
                  <a:close/>
                  <a:moveTo>
                    <a:pt x="11300" y="31349"/>
                  </a:moveTo>
                  <a:lnTo>
                    <a:pt x="11300" y="9711"/>
                  </a:lnTo>
                  <a:lnTo>
                    <a:pt x="27713" y="9711"/>
                  </a:lnTo>
                  <a:cubicBezTo>
                    <a:pt x="36054" y="9711"/>
                    <a:pt x="41166" y="13474"/>
                    <a:pt x="41166" y="20329"/>
                  </a:cubicBezTo>
                  <a:lnTo>
                    <a:pt x="41166" y="20329"/>
                  </a:lnTo>
                  <a:cubicBezTo>
                    <a:pt x="41166" y="26780"/>
                    <a:pt x="36054" y="31081"/>
                    <a:pt x="27713" y="31081"/>
                  </a:cubicBez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03" name="Freeform 502">
              <a:extLst>
                <a:ext uri="{FF2B5EF4-FFF2-40B4-BE49-F238E27FC236}">
                  <a16:creationId xmlns:a16="http://schemas.microsoft.com/office/drawing/2014/main" id="{D8FB60EB-1AC8-4144-A833-FED287C6F092}"/>
                </a:ext>
              </a:extLst>
            </p:cNvPr>
            <p:cNvSpPr/>
            <p:nvPr/>
          </p:nvSpPr>
          <p:spPr>
            <a:xfrm>
              <a:off x="1933871" y="2329269"/>
              <a:ext cx="67130" cy="64511"/>
            </a:xfrm>
            <a:custGeom>
              <a:avLst/>
              <a:gdLst>
                <a:gd name="connsiteX0" fmla="*/ 28386 w 67130"/>
                <a:gd name="connsiteY0" fmla="*/ 0 h 64511"/>
                <a:gd name="connsiteX1" fmla="*/ 0 w 67130"/>
                <a:gd name="connsiteY1" fmla="*/ 64512 h 64511"/>
                <a:gd name="connsiteX2" fmla="*/ 11704 w 67130"/>
                <a:gd name="connsiteY2" fmla="*/ 64512 h 64511"/>
                <a:gd name="connsiteX3" fmla="*/ 18296 w 67130"/>
                <a:gd name="connsiteY3" fmla="*/ 49056 h 64511"/>
                <a:gd name="connsiteX4" fmla="*/ 48700 w 67130"/>
                <a:gd name="connsiteY4" fmla="*/ 49056 h 64511"/>
                <a:gd name="connsiteX5" fmla="*/ 55157 w 67130"/>
                <a:gd name="connsiteY5" fmla="*/ 64512 h 64511"/>
                <a:gd name="connsiteX6" fmla="*/ 67131 w 67130"/>
                <a:gd name="connsiteY6" fmla="*/ 64512 h 64511"/>
                <a:gd name="connsiteX7" fmla="*/ 38879 w 67130"/>
                <a:gd name="connsiteY7" fmla="*/ 0 h 64511"/>
                <a:gd name="connsiteX8" fmla="*/ 22332 w 67130"/>
                <a:gd name="connsiteY8" fmla="*/ 39110 h 64511"/>
                <a:gd name="connsiteX9" fmla="*/ 33363 w 67130"/>
                <a:gd name="connsiteY9" fmla="*/ 13440 h 64511"/>
                <a:gd name="connsiteX10" fmla="*/ 44529 w 67130"/>
                <a:gd name="connsiteY10" fmla="*/ 39110 h 64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130" h="64511">
                  <a:moveTo>
                    <a:pt x="28386" y="0"/>
                  </a:moveTo>
                  <a:lnTo>
                    <a:pt x="0" y="64512"/>
                  </a:lnTo>
                  <a:lnTo>
                    <a:pt x="11704" y="64512"/>
                  </a:lnTo>
                  <a:lnTo>
                    <a:pt x="18296" y="49056"/>
                  </a:lnTo>
                  <a:lnTo>
                    <a:pt x="48700" y="49056"/>
                  </a:lnTo>
                  <a:lnTo>
                    <a:pt x="55157" y="64512"/>
                  </a:lnTo>
                  <a:lnTo>
                    <a:pt x="67131" y="64512"/>
                  </a:lnTo>
                  <a:lnTo>
                    <a:pt x="38879" y="0"/>
                  </a:lnTo>
                  <a:close/>
                  <a:moveTo>
                    <a:pt x="22332" y="39110"/>
                  </a:moveTo>
                  <a:lnTo>
                    <a:pt x="33363" y="13440"/>
                  </a:lnTo>
                  <a:lnTo>
                    <a:pt x="44529" y="3911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04" name="Freeform 503">
              <a:extLst>
                <a:ext uri="{FF2B5EF4-FFF2-40B4-BE49-F238E27FC236}">
                  <a16:creationId xmlns:a16="http://schemas.microsoft.com/office/drawing/2014/main" id="{3F403DDB-6F5D-C141-9E9F-02E565DC314A}"/>
                </a:ext>
              </a:extLst>
            </p:cNvPr>
            <p:cNvSpPr/>
            <p:nvPr/>
          </p:nvSpPr>
          <p:spPr>
            <a:xfrm>
              <a:off x="2011629" y="2329889"/>
              <a:ext cx="53687" cy="64160"/>
            </a:xfrm>
            <a:custGeom>
              <a:avLst/>
              <a:gdLst>
                <a:gd name="connsiteX0" fmla="*/ 40897 w 53687"/>
                <a:gd name="connsiteY0" fmla="*/ 30560 h 64160"/>
                <a:gd name="connsiteX1" fmla="*/ 50045 w 53687"/>
                <a:gd name="connsiteY1" fmla="*/ 16314 h 64160"/>
                <a:gd name="connsiteX2" fmla="*/ 50045 w 53687"/>
                <a:gd name="connsiteY2" fmla="*/ 16314 h 64160"/>
                <a:gd name="connsiteX3" fmla="*/ 45740 w 53687"/>
                <a:gd name="connsiteY3" fmla="*/ 5697 h 64160"/>
                <a:gd name="connsiteX4" fmla="*/ 28924 w 53687"/>
                <a:gd name="connsiteY4" fmla="*/ 52 h 64160"/>
                <a:gd name="connsiteX5" fmla="*/ 0 w 53687"/>
                <a:gd name="connsiteY5" fmla="*/ 52 h 64160"/>
                <a:gd name="connsiteX6" fmla="*/ 0 w 53687"/>
                <a:gd name="connsiteY6" fmla="*/ 64160 h 64160"/>
                <a:gd name="connsiteX7" fmla="*/ 29866 w 53687"/>
                <a:gd name="connsiteY7" fmla="*/ 64160 h 64160"/>
                <a:gd name="connsiteX8" fmla="*/ 53678 w 53687"/>
                <a:gd name="connsiteY8" fmla="*/ 46554 h 64160"/>
                <a:gd name="connsiteX9" fmla="*/ 53678 w 53687"/>
                <a:gd name="connsiteY9" fmla="*/ 46554 h 64160"/>
                <a:gd name="connsiteX10" fmla="*/ 40897 w 53687"/>
                <a:gd name="connsiteY10" fmla="*/ 30560 h 64160"/>
                <a:gd name="connsiteX11" fmla="*/ 11166 w 53687"/>
                <a:gd name="connsiteY11" fmla="*/ 9729 h 64160"/>
                <a:gd name="connsiteX12" fmla="*/ 27444 w 53687"/>
                <a:gd name="connsiteY12" fmla="*/ 9729 h 64160"/>
                <a:gd name="connsiteX13" fmla="*/ 38745 w 53687"/>
                <a:gd name="connsiteY13" fmla="*/ 17927 h 64160"/>
                <a:gd name="connsiteX14" fmla="*/ 38745 w 53687"/>
                <a:gd name="connsiteY14" fmla="*/ 17927 h 64160"/>
                <a:gd name="connsiteX15" fmla="*/ 26637 w 53687"/>
                <a:gd name="connsiteY15" fmla="*/ 26663 h 64160"/>
                <a:gd name="connsiteX16" fmla="*/ 11166 w 53687"/>
                <a:gd name="connsiteY16" fmla="*/ 26663 h 64160"/>
                <a:gd name="connsiteX17" fmla="*/ 42377 w 53687"/>
                <a:gd name="connsiteY17" fmla="*/ 45076 h 64160"/>
                <a:gd name="connsiteX18" fmla="*/ 29866 w 53687"/>
                <a:gd name="connsiteY18" fmla="*/ 53946 h 64160"/>
                <a:gd name="connsiteX19" fmla="*/ 11166 w 53687"/>
                <a:gd name="connsiteY19" fmla="*/ 53946 h 64160"/>
                <a:gd name="connsiteX20" fmla="*/ 11166 w 53687"/>
                <a:gd name="connsiteY20" fmla="*/ 36339 h 64160"/>
                <a:gd name="connsiteX21" fmla="*/ 29059 w 53687"/>
                <a:gd name="connsiteY21" fmla="*/ 36339 h 64160"/>
                <a:gd name="connsiteX22" fmla="*/ 42512 w 53687"/>
                <a:gd name="connsiteY22" fmla="*/ 44941 h 64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3687" h="64160">
                  <a:moveTo>
                    <a:pt x="40897" y="30560"/>
                  </a:moveTo>
                  <a:cubicBezTo>
                    <a:pt x="46534" y="28078"/>
                    <a:pt x="50137" y="22467"/>
                    <a:pt x="50045" y="16314"/>
                  </a:cubicBezTo>
                  <a:lnTo>
                    <a:pt x="50045" y="16314"/>
                  </a:lnTo>
                  <a:cubicBezTo>
                    <a:pt x="50144" y="12332"/>
                    <a:pt x="48585" y="8487"/>
                    <a:pt x="45740" y="5697"/>
                  </a:cubicBezTo>
                  <a:cubicBezTo>
                    <a:pt x="41101" y="1671"/>
                    <a:pt x="35056" y="-358"/>
                    <a:pt x="28924" y="52"/>
                  </a:cubicBezTo>
                  <a:lnTo>
                    <a:pt x="0" y="52"/>
                  </a:lnTo>
                  <a:lnTo>
                    <a:pt x="0" y="64160"/>
                  </a:lnTo>
                  <a:lnTo>
                    <a:pt x="29866" y="64160"/>
                  </a:lnTo>
                  <a:cubicBezTo>
                    <a:pt x="44126" y="64160"/>
                    <a:pt x="53678" y="58112"/>
                    <a:pt x="53678" y="46554"/>
                  </a:cubicBezTo>
                  <a:lnTo>
                    <a:pt x="53678" y="46554"/>
                  </a:lnTo>
                  <a:cubicBezTo>
                    <a:pt x="53948" y="38804"/>
                    <a:pt x="48522" y="32014"/>
                    <a:pt x="40897" y="30560"/>
                  </a:cubicBezTo>
                  <a:close/>
                  <a:moveTo>
                    <a:pt x="11166" y="9729"/>
                  </a:moveTo>
                  <a:lnTo>
                    <a:pt x="27444" y="9729"/>
                  </a:lnTo>
                  <a:cubicBezTo>
                    <a:pt x="34709" y="9729"/>
                    <a:pt x="38745" y="12954"/>
                    <a:pt x="38745" y="17927"/>
                  </a:cubicBezTo>
                  <a:lnTo>
                    <a:pt x="38745" y="17927"/>
                  </a:lnTo>
                  <a:cubicBezTo>
                    <a:pt x="38745" y="23840"/>
                    <a:pt x="33902" y="26663"/>
                    <a:pt x="26637" y="26663"/>
                  </a:cubicBezTo>
                  <a:lnTo>
                    <a:pt x="11166" y="26663"/>
                  </a:lnTo>
                  <a:close/>
                  <a:moveTo>
                    <a:pt x="42377" y="45076"/>
                  </a:moveTo>
                  <a:cubicBezTo>
                    <a:pt x="42377" y="50855"/>
                    <a:pt x="37669" y="53946"/>
                    <a:pt x="29866" y="53946"/>
                  </a:cubicBezTo>
                  <a:lnTo>
                    <a:pt x="11166" y="53946"/>
                  </a:lnTo>
                  <a:lnTo>
                    <a:pt x="11166" y="36339"/>
                  </a:lnTo>
                  <a:lnTo>
                    <a:pt x="29059" y="36339"/>
                  </a:lnTo>
                  <a:cubicBezTo>
                    <a:pt x="38072" y="36339"/>
                    <a:pt x="42512" y="39565"/>
                    <a:pt x="42512" y="44941"/>
                  </a:cubicBez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05" name="Freeform 504">
              <a:extLst>
                <a:ext uri="{FF2B5EF4-FFF2-40B4-BE49-F238E27FC236}">
                  <a16:creationId xmlns:a16="http://schemas.microsoft.com/office/drawing/2014/main" id="{067DD9A6-2D92-E84E-B7B6-5B9C06FFE47B}"/>
                </a:ext>
              </a:extLst>
            </p:cNvPr>
            <p:cNvSpPr/>
            <p:nvPr/>
          </p:nvSpPr>
          <p:spPr>
            <a:xfrm>
              <a:off x="2079298" y="2329672"/>
              <a:ext cx="11300" cy="64108"/>
            </a:xfrm>
            <a:custGeom>
              <a:avLst/>
              <a:gdLst>
                <a:gd name="connsiteX0" fmla="*/ 0 w 11300"/>
                <a:gd name="connsiteY0" fmla="*/ 0 h 64108"/>
                <a:gd name="connsiteX1" fmla="*/ 11300 w 11300"/>
                <a:gd name="connsiteY1" fmla="*/ 0 h 64108"/>
                <a:gd name="connsiteX2" fmla="*/ 11300 w 11300"/>
                <a:gd name="connsiteY2" fmla="*/ 64108 h 64108"/>
                <a:gd name="connsiteX3" fmla="*/ 0 w 11300"/>
                <a:gd name="connsiteY3" fmla="*/ 64108 h 64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00" h="64108">
                  <a:moveTo>
                    <a:pt x="0" y="0"/>
                  </a:moveTo>
                  <a:lnTo>
                    <a:pt x="11300" y="0"/>
                  </a:lnTo>
                  <a:lnTo>
                    <a:pt x="11300" y="64108"/>
                  </a:lnTo>
                  <a:lnTo>
                    <a:pt x="0" y="64108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06" name="Freeform 505">
              <a:extLst>
                <a:ext uri="{FF2B5EF4-FFF2-40B4-BE49-F238E27FC236}">
                  <a16:creationId xmlns:a16="http://schemas.microsoft.com/office/drawing/2014/main" id="{1C0A5B22-ABD9-4D49-9244-131874286362}"/>
                </a:ext>
              </a:extLst>
            </p:cNvPr>
            <p:cNvSpPr/>
            <p:nvPr/>
          </p:nvSpPr>
          <p:spPr>
            <a:xfrm>
              <a:off x="2101361" y="2329269"/>
              <a:ext cx="67130" cy="64511"/>
            </a:xfrm>
            <a:custGeom>
              <a:avLst/>
              <a:gdLst>
                <a:gd name="connsiteX0" fmla="*/ 38745 w 67130"/>
                <a:gd name="connsiteY0" fmla="*/ 0 h 64511"/>
                <a:gd name="connsiteX1" fmla="*/ 28251 w 67130"/>
                <a:gd name="connsiteY1" fmla="*/ 0 h 64511"/>
                <a:gd name="connsiteX2" fmla="*/ 0 w 67130"/>
                <a:gd name="connsiteY2" fmla="*/ 64512 h 64511"/>
                <a:gd name="connsiteX3" fmla="*/ 11570 w 67130"/>
                <a:gd name="connsiteY3" fmla="*/ 64512 h 64511"/>
                <a:gd name="connsiteX4" fmla="*/ 18162 w 67130"/>
                <a:gd name="connsiteY4" fmla="*/ 49056 h 64511"/>
                <a:gd name="connsiteX5" fmla="*/ 48565 w 67130"/>
                <a:gd name="connsiteY5" fmla="*/ 49056 h 64511"/>
                <a:gd name="connsiteX6" fmla="*/ 55157 w 67130"/>
                <a:gd name="connsiteY6" fmla="*/ 64512 h 64511"/>
                <a:gd name="connsiteX7" fmla="*/ 67131 w 67130"/>
                <a:gd name="connsiteY7" fmla="*/ 64512 h 64511"/>
                <a:gd name="connsiteX8" fmla="*/ 22332 w 67130"/>
                <a:gd name="connsiteY8" fmla="*/ 39110 h 64511"/>
                <a:gd name="connsiteX9" fmla="*/ 33363 w 67130"/>
                <a:gd name="connsiteY9" fmla="*/ 13440 h 64511"/>
                <a:gd name="connsiteX10" fmla="*/ 44529 w 67130"/>
                <a:gd name="connsiteY10" fmla="*/ 39110 h 64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130" h="64511">
                  <a:moveTo>
                    <a:pt x="38745" y="0"/>
                  </a:moveTo>
                  <a:lnTo>
                    <a:pt x="28251" y="0"/>
                  </a:lnTo>
                  <a:lnTo>
                    <a:pt x="0" y="64512"/>
                  </a:lnTo>
                  <a:lnTo>
                    <a:pt x="11570" y="64512"/>
                  </a:lnTo>
                  <a:lnTo>
                    <a:pt x="18162" y="49056"/>
                  </a:lnTo>
                  <a:lnTo>
                    <a:pt x="48565" y="49056"/>
                  </a:lnTo>
                  <a:lnTo>
                    <a:pt x="55157" y="64512"/>
                  </a:lnTo>
                  <a:lnTo>
                    <a:pt x="67131" y="64512"/>
                  </a:lnTo>
                  <a:close/>
                  <a:moveTo>
                    <a:pt x="22332" y="39110"/>
                  </a:moveTo>
                  <a:lnTo>
                    <a:pt x="33363" y="13440"/>
                  </a:lnTo>
                  <a:lnTo>
                    <a:pt x="44529" y="39110"/>
                  </a:lnTo>
                  <a:close/>
                </a:path>
              </a:pathLst>
            </a:custGeom>
            <a:solidFill>
              <a:srgbClr val="F6F6F6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07" name="Freeform 506">
              <a:extLst>
                <a:ext uri="{FF2B5EF4-FFF2-40B4-BE49-F238E27FC236}">
                  <a16:creationId xmlns:a16="http://schemas.microsoft.com/office/drawing/2014/main" id="{E8968603-EF84-5D41-8C0A-E304C6F0785B}"/>
                </a:ext>
              </a:extLst>
            </p:cNvPr>
            <p:cNvSpPr/>
            <p:nvPr/>
          </p:nvSpPr>
          <p:spPr>
            <a:xfrm>
              <a:off x="2528494" y="1626227"/>
              <a:ext cx="699557" cy="501308"/>
            </a:xfrm>
            <a:custGeom>
              <a:avLst/>
              <a:gdLst>
                <a:gd name="connsiteX0" fmla="*/ 665118 w 699557"/>
                <a:gd name="connsiteY0" fmla="*/ 129695 h 501308"/>
                <a:gd name="connsiteX1" fmla="*/ 665118 w 699557"/>
                <a:gd name="connsiteY1" fmla="*/ 67872 h 501308"/>
                <a:gd name="connsiteX2" fmla="*/ 644534 w 699557"/>
                <a:gd name="connsiteY2" fmla="*/ 67872 h 501308"/>
                <a:gd name="connsiteX3" fmla="*/ 644534 w 699557"/>
                <a:gd name="connsiteY3" fmla="*/ 36019 h 501308"/>
                <a:gd name="connsiteX4" fmla="*/ 620588 w 699557"/>
                <a:gd name="connsiteY4" fmla="*/ 36019 h 501308"/>
                <a:gd name="connsiteX5" fmla="*/ 620588 w 699557"/>
                <a:gd name="connsiteY5" fmla="*/ 22579 h 501308"/>
                <a:gd name="connsiteX6" fmla="*/ 571081 w 699557"/>
                <a:gd name="connsiteY6" fmla="*/ 22579 h 501308"/>
                <a:gd name="connsiteX7" fmla="*/ 571081 w 699557"/>
                <a:gd name="connsiteY7" fmla="*/ 38573 h 501308"/>
                <a:gd name="connsiteX8" fmla="*/ 565162 w 699557"/>
                <a:gd name="connsiteY8" fmla="*/ 45427 h 501308"/>
                <a:gd name="connsiteX9" fmla="*/ 565162 w 699557"/>
                <a:gd name="connsiteY9" fmla="*/ 96364 h 501308"/>
                <a:gd name="connsiteX10" fmla="*/ 555744 w 699557"/>
                <a:gd name="connsiteY10" fmla="*/ 96364 h 501308"/>
                <a:gd name="connsiteX11" fmla="*/ 555744 w 699557"/>
                <a:gd name="connsiteY11" fmla="*/ 60211 h 501308"/>
                <a:gd name="connsiteX12" fmla="*/ 542291 w 699557"/>
                <a:gd name="connsiteY12" fmla="*/ 45024 h 501308"/>
                <a:gd name="connsiteX13" fmla="*/ 531529 w 699557"/>
                <a:gd name="connsiteY13" fmla="*/ 45024 h 501308"/>
                <a:gd name="connsiteX14" fmla="*/ 531529 w 699557"/>
                <a:gd name="connsiteY14" fmla="*/ 30509 h 501308"/>
                <a:gd name="connsiteX15" fmla="*/ 492515 w 699557"/>
                <a:gd name="connsiteY15" fmla="*/ 30509 h 501308"/>
                <a:gd name="connsiteX16" fmla="*/ 492515 w 699557"/>
                <a:gd name="connsiteY16" fmla="*/ 124588 h 501308"/>
                <a:gd name="connsiteX17" fmla="*/ 482425 w 699557"/>
                <a:gd name="connsiteY17" fmla="*/ 124588 h 501308"/>
                <a:gd name="connsiteX18" fmla="*/ 482425 w 699557"/>
                <a:gd name="connsiteY18" fmla="*/ 89779 h 501308"/>
                <a:gd name="connsiteX19" fmla="*/ 435205 w 699557"/>
                <a:gd name="connsiteY19" fmla="*/ 89779 h 501308"/>
                <a:gd name="connsiteX20" fmla="*/ 435205 w 699557"/>
                <a:gd name="connsiteY20" fmla="*/ 124588 h 501308"/>
                <a:gd name="connsiteX21" fmla="*/ 374129 w 699557"/>
                <a:gd name="connsiteY21" fmla="*/ 124588 h 501308"/>
                <a:gd name="connsiteX22" fmla="*/ 374129 w 699557"/>
                <a:gd name="connsiteY22" fmla="*/ 134399 h 501308"/>
                <a:gd name="connsiteX23" fmla="*/ 445295 w 699557"/>
                <a:gd name="connsiteY23" fmla="*/ 134399 h 501308"/>
                <a:gd name="connsiteX24" fmla="*/ 445295 w 699557"/>
                <a:gd name="connsiteY24" fmla="*/ 99724 h 501308"/>
                <a:gd name="connsiteX25" fmla="*/ 472201 w 699557"/>
                <a:gd name="connsiteY25" fmla="*/ 99724 h 501308"/>
                <a:gd name="connsiteX26" fmla="*/ 472201 w 699557"/>
                <a:gd name="connsiteY26" fmla="*/ 134399 h 501308"/>
                <a:gd name="connsiteX27" fmla="*/ 502471 w 699557"/>
                <a:gd name="connsiteY27" fmla="*/ 134399 h 501308"/>
                <a:gd name="connsiteX28" fmla="*/ 502471 w 699557"/>
                <a:gd name="connsiteY28" fmla="*/ 40320 h 501308"/>
                <a:gd name="connsiteX29" fmla="*/ 521170 w 699557"/>
                <a:gd name="connsiteY29" fmla="*/ 40320 h 501308"/>
                <a:gd name="connsiteX30" fmla="*/ 521170 w 699557"/>
                <a:gd name="connsiteY30" fmla="*/ 54835 h 501308"/>
                <a:gd name="connsiteX31" fmla="*/ 538794 w 699557"/>
                <a:gd name="connsiteY31" fmla="*/ 54835 h 501308"/>
                <a:gd name="connsiteX32" fmla="*/ 546193 w 699557"/>
                <a:gd name="connsiteY32" fmla="*/ 63571 h 501308"/>
                <a:gd name="connsiteX33" fmla="*/ 546193 w 699557"/>
                <a:gd name="connsiteY33" fmla="*/ 106175 h 501308"/>
                <a:gd name="connsiteX34" fmla="*/ 575924 w 699557"/>
                <a:gd name="connsiteY34" fmla="*/ 106175 h 501308"/>
                <a:gd name="connsiteX35" fmla="*/ 575924 w 699557"/>
                <a:gd name="connsiteY35" fmla="*/ 48787 h 501308"/>
                <a:gd name="connsiteX36" fmla="*/ 581843 w 699557"/>
                <a:gd name="connsiteY36" fmla="*/ 41933 h 501308"/>
                <a:gd name="connsiteX37" fmla="*/ 581843 w 699557"/>
                <a:gd name="connsiteY37" fmla="*/ 32390 h 501308"/>
                <a:gd name="connsiteX38" fmla="*/ 611171 w 699557"/>
                <a:gd name="connsiteY38" fmla="*/ 32390 h 501308"/>
                <a:gd name="connsiteX39" fmla="*/ 611171 w 699557"/>
                <a:gd name="connsiteY39" fmla="*/ 45830 h 501308"/>
                <a:gd name="connsiteX40" fmla="*/ 635117 w 699557"/>
                <a:gd name="connsiteY40" fmla="*/ 45830 h 501308"/>
                <a:gd name="connsiteX41" fmla="*/ 635117 w 699557"/>
                <a:gd name="connsiteY41" fmla="*/ 77548 h 501308"/>
                <a:gd name="connsiteX42" fmla="*/ 655566 w 699557"/>
                <a:gd name="connsiteY42" fmla="*/ 77548 h 501308"/>
                <a:gd name="connsiteX43" fmla="*/ 655566 w 699557"/>
                <a:gd name="connsiteY43" fmla="*/ 139372 h 501308"/>
                <a:gd name="connsiteX44" fmla="*/ 690409 w 699557"/>
                <a:gd name="connsiteY44" fmla="*/ 139372 h 501308"/>
                <a:gd name="connsiteX45" fmla="*/ 350586 w 699557"/>
                <a:gd name="connsiteY45" fmla="*/ 490019 h 501308"/>
                <a:gd name="connsiteX46" fmla="*/ 10897 w 699557"/>
                <a:gd name="connsiteY46" fmla="*/ 138162 h 501308"/>
                <a:gd name="connsiteX47" fmla="*/ 12915 w 699557"/>
                <a:gd name="connsiteY47" fmla="*/ 97843 h 501308"/>
                <a:gd name="connsiteX48" fmla="*/ 67938 w 699557"/>
                <a:gd name="connsiteY48" fmla="*/ 97843 h 501308"/>
                <a:gd name="connsiteX49" fmla="*/ 67938 w 699557"/>
                <a:gd name="connsiteY49" fmla="*/ 21773 h 501308"/>
                <a:gd name="connsiteX50" fmla="*/ 73992 w 699557"/>
                <a:gd name="connsiteY50" fmla="*/ 21773 h 501308"/>
                <a:gd name="connsiteX51" fmla="*/ 73992 w 699557"/>
                <a:gd name="connsiteY51" fmla="*/ 9677 h 501308"/>
                <a:gd name="connsiteX52" fmla="*/ 84351 w 699557"/>
                <a:gd name="connsiteY52" fmla="*/ 9677 h 501308"/>
                <a:gd name="connsiteX53" fmla="*/ 91884 w 699557"/>
                <a:gd name="connsiteY53" fmla="*/ 23117 h 501308"/>
                <a:gd name="connsiteX54" fmla="*/ 101167 w 699557"/>
                <a:gd name="connsiteY54" fmla="*/ 23117 h 501308"/>
                <a:gd name="connsiteX55" fmla="*/ 101167 w 699557"/>
                <a:gd name="connsiteY55" fmla="*/ 120959 h 501308"/>
                <a:gd name="connsiteX56" fmla="*/ 111929 w 699557"/>
                <a:gd name="connsiteY56" fmla="*/ 120959 h 501308"/>
                <a:gd name="connsiteX57" fmla="*/ 111929 w 699557"/>
                <a:gd name="connsiteY57" fmla="*/ 134399 h 501308"/>
                <a:gd name="connsiteX58" fmla="*/ 136145 w 699557"/>
                <a:gd name="connsiteY58" fmla="*/ 134399 h 501308"/>
                <a:gd name="connsiteX59" fmla="*/ 136145 w 699557"/>
                <a:gd name="connsiteY59" fmla="*/ 56448 h 501308"/>
                <a:gd name="connsiteX60" fmla="*/ 159956 w 699557"/>
                <a:gd name="connsiteY60" fmla="*/ 56448 h 501308"/>
                <a:gd name="connsiteX61" fmla="*/ 159956 w 699557"/>
                <a:gd name="connsiteY61" fmla="*/ 76473 h 501308"/>
                <a:gd name="connsiteX62" fmla="*/ 174755 w 699557"/>
                <a:gd name="connsiteY62" fmla="*/ 76473 h 501308"/>
                <a:gd name="connsiteX63" fmla="*/ 174755 w 699557"/>
                <a:gd name="connsiteY63" fmla="*/ 113970 h 501308"/>
                <a:gd name="connsiteX64" fmla="*/ 205697 w 699557"/>
                <a:gd name="connsiteY64" fmla="*/ 113970 h 501308"/>
                <a:gd name="connsiteX65" fmla="*/ 205697 w 699557"/>
                <a:gd name="connsiteY65" fmla="*/ 126470 h 501308"/>
                <a:gd name="connsiteX66" fmla="*/ 219150 w 699557"/>
                <a:gd name="connsiteY66" fmla="*/ 126470 h 501308"/>
                <a:gd name="connsiteX67" fmla="*/ 219150 w 699557"/>
                <a:gd name="connsiteY67" fmla="*/ 77683 h 501308"/>
                <a:gd name="connsiteX68" fmla="*/ 237177 w 699557"/>
                <a:gd name="connsiteY68" fmla="*/ 77683 h 501308"/>
                <a:gd name="connsiteX69" fmla="*/ 243769 w 699557"/>
                <a:gd name="connsiteY69" fmla="*/ 86284 h 501308"/>
                <a:gd name="connsiteX70" fmla="*/ 243769 w 699557"/>
                <a:gd name="connsiteY70" fmla="*/ 134399 h 501308"/>
                <a:gd name="connsiteX71" fmla="*/ 321393 w 699557"/>
                <a:gd name="connsiteY71" fmla="*/ 134399 h 501308"/>
                <a:gd name="connsiteX72" fmla="*/ 321393 w 699557"/>
                <a:gd name="connsiteY72" fmla="*/ 123916 h 501308"/>
                <a:gd name="connsiteX73" fmla="*/ 254128 w 699557"/>
                <a:gd name="connsiteY73" fmla="*/ 123916 h 501308"/>
                <a:gd name="connsiteX74" fmla="*/ 254128 w 699557"/>
                <a:gd name="connsiteY74" fmla="*/ 82655 h 501308"/>
                <a:gd name="connsiteX75" fmla="*/ 242289 w 699557"/>
                <a:gd name="connsiteY75" fmla="*/ 67065 h 501308"/>
                <a:gd name="connsiteX76" fmla="*/ 209329 w 699557"/>
                <a:gd name="connsiteY76" fmla="*/ 67065 h 501308"/>
                <a:gd name="connsiteX77" fmla="*/ 209329 w 699557"/>
                <a:gd name="connsiteY77" fmla="*/ 103487 h 501308"/>
                <a:gd name="connsiteX78" fmla="*/ 184845 w 699557"/>
                <a:gd name="connsiteY78" fmla="*/ 103487 h 501308"/>
                <a:gd name="connsiteX79" fmla="*/ 184845 w 699557"/>
                <a:gd name="connsiteY79" fmla="*/ 65990 h 501308"/>
                <a:gd name="connsiteX80" fmla="*/ 170181 w 699557"/>
                <a:gd name="connsiteY80" fmla="*/ 65990 h 501308"/>
                <a:gd name="connsiteX81" fmla="*/ 170181 w 699557"/>
                <a:gd name="connsiteY81" fmla="*/ 45964 h 501308"/>
                <a:gd name="connsiteX82" fmla="*/ 125786 w 699557"/>
                <a:gd name="connsiteY82" fmla="*/ 45964 h 501308"/>
                <a:gd name="connsiteX83" fmla="*/ 125786 w 699557"/>
                <a:gd name="connsiteY83" fmla="*/ 123916 h 501308"/>
                <a:gd name="connsiteX84" fmla="*/ 121750 w 699557"/>
                <a:gd name="connsiteY84" fmla="*/ 123916 h 501308"/>
                <a:gd name="connsiteX85" fmla="*/ 121750 w 699557"/>
                <a:gd name="connsiteY85" fmla="*/ 110476 h 501308"/>
                <a:gd name="connsiteX86" fmla="*/ 110853 w 699557"/>
                <a:gd name="connsiteY86" fmla="*/ 110476 h 501308"/>
                <a:gd name="connsiteX87" fmla="*/ 110853 w 699557"/>
                <a:gd name="connsiteY87" fmla="*/ 13440 h 501308"/>
                <a:gd name="connsiteX88" fmla="*/ 97400 w 699557"/>
                <a:gd name="connsiteY88" fmla="*/ 13440 h 501308"/>
                <a:gd name="connsiteX89" fmla="*/ 89866 w 699557"/>
                <a:gd name="connsiteY89" fmla="*/ 0 h 501308"/>
                <a:gd name="connsiteX90" fmla="*/ 63633 w 699557"/>
                <a:gd name="connsiteY90" fmla="*/ 0 h 501308"/>
                <a:gd name="connsiteX91" fmla="*/ 63633 w 699557"/>
                <a:gd name="connsiteY91" fmla="*/ 12230 h 501308"/>
                <a:gd name="connsiteX92" fmla="*/ 57579 w 699557"/>
                <a:gd name="connsiteY92" fmla="*/ 12230 h 501308"/>
                <a:gd name="connsiteX93" fmla="*/ 57579 w 699557"/>
                <a:gd name="connsiteY93" fmla="*/ 88300 h 501308"/>
                <a:gd name="connsiteX94" fmla="*/ 2691 w 699557"/>
                <a:gd name="connsiteY94" fmla="*/ 88300 h 501308"/>
                <a:gd name="connsiteX95" fmla="*/ 0 w 699557"/>
                <a:gd name="connsiteY95" fmla="*/ 138431 h 501308"/>
                <a:gd name="connsiteX96" fmla="*/ 349779 w 699557"/>
                <a:gd name="connsiteY96" fmla="*/ 501309 h 501308"/>
                <a:gd name="connsiteX97" fmla="*/ 699557 w 699557"/>
                <a:gd name="connsiteY97" fmla="*/ 138431 h 501308"/>
                <a:gd name="connsiteX98" fmla="*/ 699557 w 699557"/>
                <a:gd name="connsiteY98" fmla="*/ 129158 h 501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699557" h="501308">
                  <a:moveTo>
                    <a:pt x="665118" y="129695"/>
                  </a:moveTo>
                  <a:lnTo>
                    <a:pt x="665118" y="67872"/>
                  </a:lnTo>
                  <a:lnTo>
                    <a:pt x="644534" y="67872"/>
                  </a:lnTo>
                  <a:lnTo>
                    <a:pt x="644534" y="36019"/>
                  </a:lnTo>
                  <a:lnTo>
                    <a:pt x="620588" y="36019"/>
                  </a:lnTo>
                  <a:lnTo>
                    <a:pt x="620588" y="22579"/>
                  </a:lnTo>
                  <a:lnTo>
                    <a:pt x="571081" y="22579"/>
                  </a:lnTo>
                  <a:lnTo>
                    <a:pt x="571081" y="38573"/>
                  </a:lnTo>
                  <a:lnTo>
                    <a:pt x="565162" y="45427"/>
                  </a:lnTo>
                  <a:lnTo>
                    <a:pt x="565162" y="96364"/>
                  </a:lnTo>
                  <a:lnTo>
                    <a:pt x="555744" y="96364"/>
                  </a:lnTo>
                  <a:lnTo>
                    <a:pt x="555744" y="60211"/>
                  </a:lnTo>
                  <a:lnTo>
                    <a:pt x="542291" y="45024"/>
                  </a:lnTo>
                  <a:lnTo>
                    <a:pt x="531529" y="45024"/>
                  </a:lnTo>
                  <a:lnTo>
                    <a:pt x="531529" y="30509"/>
                  </a:lnTo>
                  <a:lnTo>
                    <a:pt x="492515" y="30509"/>
                  </a:lnTo>
                  <a:lnTo>
                    <a:pt x="492515" y="124588"/>
                  </a:lnTo>
                  <a:lnTo>
                    <a:pt x="482425" y="124588"/>
                  </a:lnTo>
                  <a:lnTo>
                    <a:pt x="482425" y="89779"/>
                  </a:lnTo>
                  <a:lnTo>
                    <a:pt x="435205" y="89779"/>
                  </a:lnTo>
                  <a:lnTo>
                    <a:pt x="435205" y="124588"/>
                  </a:lnTo>
                  <a:lnTo>
                    <a:pt x="374129" y="124588"/>
                  </a:lnTo>
                  <a:lnTo>
                    <a:pt x="374129" y="134399"/>
                  </a:lnTo>
                  <a:lnTo>
                    <a:pt x="445295" y="134399"/>
                  </a:lnTo>
                  <a:lnTo>
                    <a:pt x="445295" y="99724"/>
                  </a:lnTo>
                  <a:lnTo>
                    <a:pt x="472201" y="99724"/>
                  </a:lnTo>
                  <a:lnTo>
                    <a:pt x="472201" y="134399"/>
                  </a:lnTo>
                  <a:lnTo>
                    <a:pt x="502471" y="134399"/>
                  </a:lnTo>
                  <a:lnTo>
                    <a:pt x="502471" y="40320"/>
                  </a:lnTo>
                  <a:lnTo>
                    <a:pt x="521170" y="40320"/>
                  </a:lnTo>
                  <a:lnTo>
                    <a:pt x="521170" y="54835"/>
                  </a:lnTo>
                  <a:lnTo>
                    <a:pt x="538794" y="54835"/>
                  </a:lnTo>
                  <a:lnTo>
                    <a:pt x="546193" y="63571"/>
                  </a:lnTo>
                  <a:lnTo>
                    <a:pt x="546193" y="106175"/>
                  </a:lnTo>
                  <a:lnTo>
                    <a:pt x="575924" y="106175"/>
                  </a:lnTo>
                  <a:lnTo>
                    <a:pt x="575924" y="48787"/>
                  </a:lnTo>
                  <a:lnTo>
                    <a:pt x="581843" y="41933"/>
                  </a:lnTo>
                  <a:lnTo>
                    <a:pt x="581843" y="32390"/>
                  </a:lnTo>
                  <a:lnTo>
                    <a:pt x="611171" y="32390"/>
                  </a:lnTo>
                  <a:lnTo>
                    <a:pt x="611171" y="45830"/>
                  </a:lnTo>
                  <a:lnTo>
                    <a:pt x="635117" y="45830"/>
                  </a:lnTo>
                  <a:lnTo>
                    <a:pt x="635117" y="77548"/>
                  </a:lnTo>
                  <a:lnTo>
                    <a:pt x="655566" y="77548"/>
                  </a:lnTo>
                  <a:lnTo>
                    <a:pt x="655566" y="139372"/>
                  </a:lnTo>
                  <a:lnTo>
                    <a:pt x="690409" y="139372"/>
                  </a:lnTo>
                  <a:cubicBezTo>
                    <a:pt x="689737" y="332772"/>
                    <a:pt x="537448" y="490019"/>
                    <a:pt x="350586" y="490019"/>
                  </a:cubicBezTo>
                  <a:cubicBezTo>
                    <a:pt x="163723" y="490019"/>
                    <a:pt x="10897" y="331966"/>
                    <a:pt x="10897" y="138162"/>
                  </a:cubicBezTo>
                  <a:lnTo>
                    <a:pt x="12915" y="97843"/>
                  </a:lnTo>
                  <a:lnTo>
                    <a:pt x="67938" y="97843"/>
                  </a:lnTo>
                  <a:lnTo>
                    <a:pt x="67938" y="21773"/>
                  </a:lnTo>
                  <a:lnTo>
                    <a:pt x="73992" y="21773"/>
                  </a:lnTo>
                  <a:lnTo>
                    <a:pt x="73992" y="9677"/>
                  </a:lnTo>
                  <a:lnTo>
                    <a:pt x="84351" y="9677"/>
                  </a:lnTo>
                  <a:lnTo>
                    <a:pt x="91884" y="23117"/>
                  </a:lnTo>
                  <a:lnTo>
                    <a:pt x="101167" y="23117"/>
                  </a:lnTo>
                  <a:lnTo>
                    <a:pt x="101167" y="120959"/>
                  </a:lnTo>
                  <a:lnTo>
                    <a:pt x="111929" y="120959"/>
                  </a:lnTo>
                  <a:lnTo>
                    <a:pt x="111929" y="134399"/>
                  </a:lnTo>
                  <a:lnTo>
                    <a:pt x="136145" y="134399"/>
                  </a:lnTo>
                  <a:lnTo>
                    <a:pt x="136145" y="56448"/>
                  </a:lnTo>
                  <a:lnTo>
                    <a:pt x="159956" y="56448"/>
                  </a:lnTo>
                  <a:lnTo>
                    <a:pt x="159956" y="76473"/>
                  </a:lnTo>
                  <a:lnTo>
                    <a:pt x="174755" y="76473"/>
                  </a:lnTo>
                  <a:lnTo>
                    <a:pt x="174755" y="113970"/>
                  </a:lnTo>
                  <a:lnTo>
                    <a:pt x="205697" y="113970"/>
                  </a:lnTo>
                  <a:lnTo>
                    <a:pt x="205697" y="126470"/>
                  </a:lnTo>
                  <a:lnTo>
                    <a:pt x="219150" y="126470"/>
                  </a:lnTo>
                  <a:lnTo>
                    <a:pt x="219150" y="77683"/>
                  </a:lnTo>
                  <a:lnTo>
                    <a:pt x="237177" y="77683"/>
                  </a:lnTo>
                  <a:lnTo>
                    <a:pt x="243769" y="86284"/>
                  </a:lnTo>
                  <a:lnTo>
                    <a:pt x="243769" y="134399"/>
                  </a:lnTo>
                  <a:lnTo>
                    <a:pt x="321393" y="134399"/>
                  </a:lnTo>
                  <a:lnTo>
                    <a:pt x="321393" y="123916"/>
                  </a:lnTo>
                  <a:lnTo>
                    <a:pt x="254128" y="123916"/>
                  </a:lnTo>
                  <a:lnTo>
                    <a:pt x="254128" y="82655"/>
                  </a:lnTo>
                  <a:lnTo>
                    <a:pt x="242289" y="67065"/>
                  </a:lnTo>
                  <a:lnTo>
                    <a:pt x="209329" y="67065"/>
                  </a:lnTo>
                  <a:lnTo>
                    <a:pt x="209329" y="103487"/>
                  </a:lnTo>
                  <a:lnTo>
                    <a:pt x="184845" y="103487"/>
                  </a:lnTo>
                  <a:lnTo>
                    <a:pt x="184845" y="65990"/>
                  </a:lnTo>
                  <a:lnTo>
                    <a:pt x="170181" y="65990"/>
                  </a:lnTo>
                  <a:lnTo>
                    <a:pt x="170181" y="45964"/>
                  </a:lnTo>
                  <a:lnTo>
                    <a:pt x="125786" y="45964"/>
                  </a:lnTo>
                  <a:lnTo>
                    <a:pt x="125786" y="123916"/>
                  </a:lnTo>
                  <a:lnTo>
                    <a:pt x="121750" y="123916"/>
                  </a:lnTo>
                  <a:lnTo>
                    <a:pt x="121750" y="110476"/>
                  </a:lnTo>
                  <a:lnTo>
                    <a:pt x="110853" y="110476"/>
                  </a:lnTo>
                  <a:lnTo>
                    <a:pt x="110853" y="13440"/>
                  </a:lnTo>
                  <a:lnTo>
                    <a:pt x="97400" y="13440"/>
                  </a:lnTo>
                  <a:lnTo>
                    <a:pt x="89866" y="0"/>
                  </a:lnTo>
                  <a:lnTo>
                    <a:pt x="63633" y="0"/>
                  </a:lnTo>
                  <a:lnTo>
                    <a:pt x="63633" y="12230"/>
                  </a:lnTo>
                  <a:lnTo>
                    <a:pt x="57579" y="12230"/>
                  </a:lnTo>
                  <a:lnTo>
                    <a:pt x="57579" y="88300"/>
                  </a:lnTo>
                  <a:lnTo>
                    <a:pt x="2691" y="88300"/>
                  </a:lnTo>
                  <a:lnTo>
                    <a:pt x="0" y="138431"/>
                  </a:lnTo>
                  <a:cubicBezTo>
                    <a:pt x="0" y="338282"/>
                    <a:pt x="156997" y="501309"/>
                    <a:pt x="349779" y="501309"/>
                  </a:cubicBezTo>
                  <a:cubicBezTo>
                    <a:pt x="542561" y="501309"/>
                    <a:pt x="699557" y="338820"/>
                    <a:pt x="699557" y="138431"/>
                  </a:cubicBezTo>
                  <a:lnTo>
                    <a:pt x="699557" y="129158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08" name="Freeform 507">
              <a:extLst>
                <a:ext uri="{FF2B5EF4-FFF2-40B4-BE49-F238E27FC236}">
                  <a16:creationId xmlns:a16="http://schemas.microsoft.com/office/drawing/2014/main" id="{31B13111-ADD3-5A4A-939E-5FBE9AA5C99E}"/>
                </a:ext>
              </a:extLst>
            </p:cNvPr>
            <p:cNvSpPr/>
            <p:nvPr/>
          </p:nvSpPr>
          <p:spPr>
            <a:xfrm>
              <a:off x="2570872" y="1800668"/>
              <a:ext cx="616013" cy="222573"/>
            </a:xfrm>
            <a:custGeom>
              <a:avLst/>
              <a:gdLst>
                <a:gd name="connsiteX0" fmla="*/ 616014 w 616013"/>
                <a:gd name="connsiteY0" fmla="*/ 12239 h 222573"/>
                <a:gd name="connsiteX1" fmla="*/ 585207 w 616013"/>
                <a:gd name="connsiteY1" fmla="*/ 6192 h 222573"/>
                <a:gd name="connsiteX2" fmla="*/ 521977 w 616013"/>
                <a:gd name="connsiteY2" fmla="*/ 9 h 222573"/>
                <a:gd name="connsiteX3" fmla="*/ 308747 w 616013"/>
                <a:gd name="connsiteY3" fmla="*/ 79708 h 222573"/>
                <a:gd name="connsiteX4" fmla="*/ 193454 w 616013"/>
                <a:gd name="connsiteY4" fmla="*/ 15734 h 222573"/>
                <a:gd name="connsiteX5" fmla="*/ 29866 w 616013"/>
                <a:gd name="connsiteY5" fmla="*/ 6191 h 222573"/>
                <a:gd name="connsiteX6" fmla="*/ 0 w 616013"/>
                <a:gd name="connsiteY6" fmla="*/ 12239 h 222573"/>
                <a:gd name="connsiteX7" fmla="*/ 30404 w 616013"/>
                <a:gd name="connsiteY7" fmla="*/ 13180 h 222573"/>
                <a:gd name="connsiteX8" fmla="*/ 283052 w 616013"/>
                <a:gd name="connsiteY8" fmla="*/ 105781 h 222573"/>
                <a:gd name="connsiteX9" fmla="*/ 233948 w 616013"/>
                <a:gd name="connsiteY9" fmla="*/ 152955 h 222573"/>
                <a:gd name="connsiteX10" fmla="*/ 231257 w 616013"/>
                <a:gd name="connsiteY10" fmla="*/ 145429 h 222573"/>
                <a:gd name="connsiteX11" fmla="*/ 223724 w 616013"/>
                <a:gd name="connsiteY11" fmla="*/ 129032 h 222573"/>
                <a:gd name="connsiteX12" fmla="*/ 205562 w 616013"/>
                <a:gd name="connsiteY12" fmla="*/ 117474 h 222573"/>
                <a:gd name="connsiteX13" fmla="*/ 205562 w 616013"/>
                <a:gd name="connsiteY13" fmla="*/ 117474 h 222573"/>
                <a:gd name="connsiteX14" fmla="*/ 199778 w 616013"/>
                <a:gd name="connsiteY14" fmla="*/ 116802 h 222573"/>
                <a:gd name="connsiteX15" fmla="*/ 176638 w 616013"/>
                <a:gd name="connsiteY15" fmla="*/ 136559 h 222573"/>
                <a:gd name="connsiteX16" fmla="*/ 190764 w 616013"/>
                <a:gd name="connsiteY16" fmla="*/ 163438 h 222573"/>
                <a:gd name="connsiteX17" fmla="*/ 197221 w 616013"/>
                <a:gd name="connsiteY17" fmla="*/ 164514 h 222573"/>
                <a:gd name="connsiteX18" fmla="*/ 213096 w 616013"/>
                <a:gd name="connsiteY18" fmla="*/ 160213 h 222573"/>
                <a:gd name="connsiteX19" fmla="*/ 214710 w 616013"/>
                <a:gd name="connsiteY19" fmla="*/ 160213 h 222573"/>
                <a:gd name="connsiteX20" fmla="*/ 216459 w 616013"/>
                <a:gd name="connsiteY20" fmla="*/ 163438 h 222573"/>
                <a:gd name="connsiteX21" fmla="*/ 216459 w 616013"/>
                <a:gd name="connsiteY21" fmla="*/ 167202 h 222573"/>
                <a:gd name="connsiteX22" fmla="*/ 194262 w 616013"/>
                <a:gd name="connsiteY22" fmla="*/ 183733 h 222573"/>
                <a:gd name="connsiteX23" fmla="*/ 163858 w 616013"/>
                <a:gd name="connsiteY23" fmla="*/ 178222 h 222573"/>
                <a:gd name="connsiteX24" fmla="*/ 156190 w 616013"/>
                <a:gd name="connsiteY24" fmla="*/ 211150 h 222573"/>
                <a:gd name="connsiteX25" fmla="*/ 171930 w 616013"/>
                <a:gd name="connsiteY25" fmla="*/ 222574 h 222573"/>
                <a:gd name="connsiteX26" fmla="*/ 178253 w 616013"/>
                <a:gd name="connsiteY26" fmla="*/ 222574 h 222573"/>
                <a:gd name="connsiteX27" fmla="*/ 235562 w 616013"/>
                <a:gd name="connsiteY27" fmla="*/ 196769 h 222573"/>
                <a:gd name="connsiteX28" fmla="*/ 271213 w 616013"/>
                <a:gd name="connsiteY28" fmla="*/ 220961 h 222573"/>
                <a:gd name="connsiteX29" fmla="*/ 303769 w 616013"/>
                <a:gd name="connsiteY29" fmla="*/ 200264 h 222573"/>
                <a:gd name="connsiteX30" fmla="*/ 290316 w 616013"/>
                <a:gd name="connsiteY30" fmla="*/ 173384 h 222573"/>
                <a:gd name="connsiteX31" fmla="*/ 268253 w 616013"/>
                <a:gd name="connsiteY31" fmla="*/ 174728 h 222573"/>
                <a:gd name="connsiteX32" fmla="*/ 260989 w 616013"/>
                <a:gd name="connsiteY32" fmla="*/ 185883 h 222573"/>
                <a:gd name="connsiteX33" fmla="*/ 259912 w 616013"/>
                <a:gd name="connsiteY33" fmla="*/ 189378 h 222573"/>
                <a:gd name="connsiteX34" fmla="*/ 253993 w 616013"/>
                <a:gd name="connsiteY34" fmla="*/ 185346 h 222573"/>
                <a:gd name="connsiteX35" fmla="*/ 291527 w 616013"/>
                <a:gd name="connsiteY35" fmla="*/ 146235 h 222573"/>
                <a:gd name="connsiteX36" fmla="*/ 308612 w 616013"/>
                <a:gd name="connsiteY36" fmla="*/ 131317 h 222573"/>
                <a:gd name="connsiteX37" fmla="*/ 325563 w 616013"/>
                <a:gd name="connsiteY37" fmla="*/ 145698 h 222573"/>
                <a:gd name="connsiteX38" fmla="*/ 362559 w 616013"/>
                <a:gd name="connsiteY38" fmla="*/ 186018 h 222573"/>
                <a:gd name="connsiteX39" fmla="*/ 357447 w 616013"/>
                <a:gd name="connsiteY39" fmla="*/ 190050 h 222573"/>
                <a:gd name="connsiteX40" fmla="*/ 357447 w 616013"/>
                <a:gd name="connsiteY40" fmla="*/ 190049 h 222573"/>
                <a:gd name="connsiteX41" fmla="*/ 356101 w 616013"/>
                <a:gd name="connsiteY41" fmla="*/ 182657 h 222573"/>
                <a:gd name="connsiteX42" fmla="*/ 340765 w 616013"/>
                <a:gd name="connsiteY42" fmla="*/ 172712 h 222573"/>
                <a:gd name="connsiteX43" fmla="*/ 335922 w 616013"/>
                <a:gd name="connsiteY43" fmla="*/ 172040 h 222573"/>
                <a:gd name="connsiteX44" fmla="*/ 313186 w 616013"/>
                <a:gd name="connsiteY44" fmla="*/ 191528 h 222573"/>
                <a:gd name="connsiteX45" fmla="*/ 316415 w 616013"/>
                <a:gd name="connsiteY45" fmla="*/ 209403 h 222573"/>
                <a:gd name="connsiteX46" fmla="*/ 340227 w 616013"/>
                <a:gd name="connsiteY46" fmla="*/ 221902 h 222573"/>
                <a:gd name="connsiteX47" fmla="*/ 381259 w 616013"/>
                <a:gd name="connsiteY47" fmla="*/ 197441 h 222573"/>
                <a:gd name="connsiteX48" fmla="*/ 435071 w 616013"/>
                <a:gd name="connsiteY48" fmla="*/ 222305 h 222573"/>
                <a:gd name="connsiteX49" fmla="*/ 452560 w 616013"/>
                <a:gd name="connsiteY49" fmla="*/ 218676 h 222573"/>
                <a:gd name="connsiteX50" fmla="*/ 463591 w 616013"/>
                <a:gd name="connsiteY50" fmla="*/ 205236 h 222573"/>
                <a:gd name="connsiteX51" fmla="*/ 460497 w 616013"/>
                <a:gd name="connsiteY51" fmla="*/ 186689 h 222573"/>
                <a:gd name="connsiteX52" fmla="*/ 427723 w 616013"/>
                <a:gd name="connsiteY52" fmla="*/ 179832 h 222573"/>
                <a:gd name="connsiteX53" fmla="*/ 422560 w 616013"/>
                <a:gd name="connsiteY53" fmla="*/ 184404 h 222573"/>
                <a:gd name="connsiteX54" fmla="*/ 400497 w 616013"/>
                <a:gd name="connsiteY54" fmla="*/ 167604 h 222573"/>
                <a:gd name="connsiteX55" fmla="*/ 401304 w 616013"/>
                <a:gd name="connsiteY55" fmla="*/ 161423 h 222573"/>
                <a:gd name="connsiteX56" fmla="*/ 417178 w 616013"/>
                <a:gd name="connsiteY56" fmla="*/ 165992 h 222573"/>
                <a:gd name="connsiteX57" fmla="*/ 440048 w 616013"/>
                <a:gd name="connsiteY57" fmla="*/ 147445 h 222573"/>
                <a:gd name="connsiteX58" fmla="*/ 436685 w 616013"/>
                <a:gd name="connsiteY58" fmla="*/ 129301 h 222573"/>
                <a:gd name="connsiteX59" fmla="*/ 421618 w 616013"/>
                <a:gd name="connsiteY59" fmla="*/ 118683 h 222573"/>
                <a:gd name="connsiteX60" fmla="*/ 392425 w 616013"/>
                <a:gd name="connsiteY60" fmla="*/ 130779 h 222573"/>
                <a:gd name="connsiteX61" fmla="*/ 385025 w 616013"/>
                <a:gd name="connsiteY61" fmla="*/ 146907 h 222573"/>
                <a:gd name="connsiteX62" fmla="*/ 382335 w 616013"/>
                <a:gd name="connsiteY62" fmla="*/ 154433 h 222573"/>
                <a:gd name="connsiteX63" fmla="*/ 333231 w 616013"/>
                <a:gd name="connsiteY63" fmla="*/ 107260 h 222573"/>
                <a:gd name="connsiteX64" fmla="*/ 585879 w 616013"/>
                <a:gd name="connsiteY64" fmla="*/ 14659 h 222573"/>
                <a:gd name="connsiteX65" fmla="*/ 324756 w 616013"/>
                <a:gd name="connsiteY65" fmla="*/ 103362 h 222573"/>
                <a:gd name="connsiteX66" fmla="*/ 322200 w 616013"/>
                <a:gd name="connsiteY66" fmla="*/ 105916 h 222573"/>
                <a:gd name="connsiteX67" fmla="*/ 382604 w 616013"/>
                <a:gd name="connsiteY67" fmla="*/ 163976 h 222573"/>
                <a:gd name="connsiteX68" fmla="*/ 384891 w 616013"/>
                <a:gd name="connsiteY68" fmla="*/ 160616 h 222573"/>
                <a:gd name="connsiteX69" fmla="*/ 390272 w 616013"/>
                <a:gd name="connsiteY69" fmla="*/ 147176 h 222573"/>
                <a:gd name="connsiteX70" fmla="*/ 396461 w 616013"/>
                <a:gd name="connsiteY70" fmla="*/ 133736 h 222573"/>
                <a:gd name="connsiteX71" fmla="*/ 416371 w 616013"/>
                <a:gd name="connsiteY71" fmla="*/ 123925 h 222573"/>
                <a:gd name="connsiteX72" fmla="*/ 419062 w 616013"/>
                <a:gd name="connsiteY72" fmla="*/ 123925 h 222573"/>
                <a:gd name="connsiteX73" fmla="*/ 429959 w 616013"/>
                <a:gd name="connsiteY73" fmla="*/ 131586 h 222573"/>
                <a:gd name="connsiteX74" fmla="*/ 425324 w 616013"/>
                <a:gd name="connsiteY74" fmla="*/ 154501 h 222573"/>
                <a:gd name="connsiteX75" fmla="*/ 416506 w 616013"/>
                <a:gd name="connsiteY75" fmla="*/ 157256 h 222573"/>
                <a:gd name="connsiteX76" fmla="*/ 402380 w 616013"/>
                <a:gd name="connsiteY76" fmla="*/ 152552 h 222573"/>
                <a:gd name="connsiteX77" fmla="*/ 400362 w 616013"/>
                <a:gd name="connsiteY77" fmla="*/ 152552 h 222573"/>
                <a:gd name="connsiteX78" fmla="*/ 394577 w 616013"/>
                <a:gd name="connsiteY78" fmla="*/ 156987 h 222573"/>
                <a:gd name="connsiteX79" fmla="*/ 394577 w 616013"/>
                <a:gd name="connsiteY79" fmla="*/ 170427 h 222573"/>
                <a:gd name="connsiteX80" fmla="*/ 422425 w 616013"/>
                <a:gd name="connsiteY80" fmla="*/ 190856 h 222573"/>
                <a:gd name="connsiteX81" fmla="*/ 424981 w 616013"/>
                <a:gd name="connsiteY81" fmla="*/ 191931 h 222573"/>
                <a:gd name="connsiteX82" fmla="*/ 426461 w 616013"/>
                <a:gd name="connsiteY82" fmla="*/ 189512 h 222573"/>
                <a:gd name="connsiteX83" fmla="*/ 450165 w 616013"/>
                <a:gd name="connsiteY83" fmla="*/ 184835 h 222573"/>
                <a:gd name="connsiteX84" fmla="*/ 454847 w 616013"/>
                <a:gd name="connsiteY84" fmla="*/ 189512 h 222573"/>
                <a:gd name="connsiteX85" fmla="*/ 456865 w 616013"/>
                <a:gd name="connsiteY85" fmla="*/ 202280 h 222573"/>
                <a:gd name="connsiteX86" fmla="*/ 449735 w 616013"/>
                <a:gd name="connsiteY86" fmla="*/ 211419 h 222573"/>
                <a:gd name="connsiteX87" fmla="*/ 434936 w 616013"/>
                <a:gd name="connsiteY87" fmla="*/ 214376 h 222573"/>
                <a:gd name="connsiteX88" fmla="*/ 382604 w 616013"/>
                <a:gd name="connsiteY88" fmla="*/ 188840 h 222573"/>
                <a:gd name="connsiteX89" fmla="*/ 379644 w 616013"/>
                <a:gd name="connsiteY89" fmla="*/ 186421 h 222573"/>
                <a:gd name="connsiteX90" fmla="*/ 377626 w 616013"/>
                <a:gd name="connsiteY90" fmla="*/ 189646 h 222573"/>
                <a:gd name="connsiteX91" fmla="*/ 340227 w 616013"/>
                <a:gd name="connsiteY91" fmla="*/ 214107 h 222573"/>
                <a:gd name="connsiteX92" fmla="*/ 321931 w 616013"/>
                <a:gd name="connsiteY92" fmla="*/ 204564 h 222573"/>
                <a:gd name="connsiteX93" fmla="*/ 319778 w 616013"/>
                <a:gd name="connsiteY93" fmla="*/ 192469 h 222573"/>
                <a:gd name="connsiteX94" fmla="*/ 339151 w 616013"/>
                <a:gd name="connsiteY94" fmla="*/ 179029 h 222573"/>
                <a:gd name="connsiteX95" fmla="*/ 350182 w 616013"/>
                <a:gd name="connsiteY95" fmla="*/ 185614 h 222573"/>
                <a:gd name="connsiteX96" fmla="*/ 350182 w 616013"/>
                <a:gd name="connsiteY96" fmla="*/ 189377 h 222573"/>
                <a:gd name="connsiteX97" fmla="*/ 351662 w 616013"/>
                <a:gd name="connsiteY97" fmla="*/ 195425 h 222573"/>
                <a:gd name="connsiteX98" fmla="*/ 356909 w 616013"/>
                <a:gd name="connsiteY98" fmla="*/ 196635 h 222573"/>
                <a:gd name="connsiteX99" fmla="*/ 368747 w 616013"/>
                <a:gd name="connsiteY99" fmla="*/ 187496 h 222573"/>
                <a:gd name="connsiteX100" fmla="*/ 368747 w 616013"/>
                <a:gd name="connsiteY100" fmla="*/ 183195 h 222573"/>
                <a:gd name="connsiteX101" fmla="*/ 329599 w 616013"/>
                <a:gd name="connsiteY101" fmla="*/ 140590 h 222573"/>
                <a:gd name="connsiteX102" fmla="*/ 310630 w 616013"/>
                <a:gd name="connsiteY102" fmla="*/ 124328 h 222573"/>
                <a:gd name="connsiteX103" fmla="*/ 308074 w 616013"/>
                <a:gd name="connsiteY103" fmla="*/ 121237 h 222573"/>
                <a:gd name="connsiteX104" fmla="*/ 305787 w 616013"/>
                <a:gd name="connsiteY104" fmla="*/ 123522 h 222573"/>
                <a:gd name="connsiteX105" fmla="*/ 286684 w 616013"/>
                <a:gd name="connsiteY105" fmla="*/ 140322 h 222573"/>
                <a:gd name="connsiteX106" fmla="*/ 247805 w 616013"/>
                <a:gd name="connsiteY106" fmla="*/ 180641 h 222573"/>
                <a:gd name="connsiteX107" fmla="*/ 247805 w 616013"/>
                <a:gd name="connsiteY107" fmla="*/ 187899 h 222573"/>
                <a:gd name="connsiteX108" fmla="*/ 260047 w 616013"/>
                <a:gd name="connsiteY108" fmla="*/ 195560 h 222573"/>
                <a:gd name="connsiteX109" fmla="*/ 267312 w 616013"/>
                <a:gd name="connsiteY109" fmla="*/ 186824 h 222573"/>
                <a:gd name="connsiteX110" fmla="*/ 270406 w 616013"/>
                <a:gd name="connsiteY110" fmla="*/ 180373 h 222573"/>
                <a:gd name="connsiteX111" fmla="*/ 287222 w 616013"/>
                <a:gd name="connsiteY111" fmla="*/ 179029 h 222573"/>
                <a:gd name="connsiteX112" fmla="*/ 297177 w 616013"/>
                <a:gd name="connsiteY112" fmla="*/ 198248 h 222573"/>
                <a:gd name="connsiteX113" fmla="*/ 275249 w 616013"/>
                <a:gd name="connsiteY113" fmla="*/ 213166 h 222573"/>
                <a:gd name="connsiteX114" fmla="*/ 272424 w 616013"/>
                <a:gd name="connsiteY114" fmla="*/ 213166 h 222573"/>
                <a:gd name="connsiteX115" fmla="*/ 239329 w 616013"/>
                <a:gd name="connsiteY115" fmla="*/ 189109 h 222573"/>
                <a:gd name="connsiteX116" fmla="*/ 237446 w 616013"/>
                <a:gd name="connsiteY116" fmla="*/ 185614 h 222573"/>
                <a:gd name="connsiteX117" fmla="*/ 234352 w 616013"/>
                <a:gd name="connsiteY117" fmla="*/ 188168 h 222573"/>
                <a:gd name="connsiteX118" fmla="*/ 178387 w 616013"/>
                <a:gd name="connsiteY118" fmla="*/ 215048 h 222573"/>
                <a:gd name="connsiteX119" fmla="*/ 173275 w 616013"/>
                <a:gd name="connsiteY119" fmla="*/ 215048 h 222573"/>
                <a:gd name="connsiteX120" fmla="*/ 162378 w 616013"/>
                <a:gd name="connsiteY120" fmla="*/ 207252 h 222573"/>
                <a:gd name="connsiteX121" fmla="*/ 167625 w 616013"/>
                <a:gd name="connsiteY121" fmla="*/ 183598 h 222573"/>
                <a:gd name="connsiteX122" fmla="*/ 175965 w 616013"/>
                <a:gd name="connsiteY122" fmla="*/ 181314 h 222573"/>
                <a:gd name="connsiteX123" fmla="*/ 190629 w 616013"/>
                <a:gd name="connsiteY123" fmla="*/ 189378 h 222573"/>
                <a:gd name="connsiteX124" fmla="*/ 192109 w 616013"/>
                <a:gd name="connsiteY124" fmla="*/ 191528 h 222573"/>
                <a:gd name="connsiteX125" fmla="*/ 194531 w 616013"/>
                <a:gd name="connsiteY125" fmla="*/ 190587 h 222573"/>
                <a:gd name="connsiteX126" fmla="*/ 222378 w 616013"/>
                <a:gd name="connsiteY126" fmla="*/ 170427 h 222573"/>
                <a:gd name="connsiteX127" fmla="*/ 222378 w 616013"/>
                <a:gd name="connsiteY127" fmla="*/ 157794 h 222573"/>
                <a:gd name="connsiteX128" fmla="*/ 215383 w 616013"/>
                <a:gd name="connsiteY128" fmla="*/ 152552 h 222573"/>
                <a:gd name="connsiteX129" fmla="*/ 213365 w 616013"/>
                <a:gd name="connsiteY129" fmla="*/ 152552 h 222573"/>
                <a:gd name="connsiteX130" fmla="*/ 211212 w 616013"/>
                <a:gd name="connsiteY130" fmla="*/ 153493 h 222573"/>
                <a:gd name="connsiteX131" fmla="*/ 197759 w 616013"/>
                <a:gd name="connsiteY131" fmla="*/ 157256 h 222573"/>
                <a:gd name="connsiteX132" fmla="*/ 193858 w 616013"/>
                <a:gd name="connsiteY132" fmla="*/ 157256 h 222573"/>
                <a:gd name="connsiteX133" fmla="*/ 183903 w 616013"/>
                <a:gd name="connsiteY133" fmla="*/ 138171 h 222573"/>
                <a:gd name="connsiteX134" fmla="*/ 203101 w 616013"/>
                <a:gd name="connsiteY134" fmla="*/ 124474 h 222573"/>
                <a:gd name="connsiteX135" fmla="*/ 204351 w 616013"/>
                <a:gd name="connsiteY135" fmla="*/ 124731 h 222573"/>
                <a:gd name="connsiteX136" fmla="*/ 219822 w 616013"/>
                <a:gd name="connsiteY136" fmla="*/ 134408 h 222573"/>
                <a:gd name="connsiteX137" fmla="*/ 225876 w 616013"/>
                <a:gd name="connsiteY137" fmla="*/ 147848 h 222573"/>
                <a:gd name="connsiteX138" fmla="*/ 231257 w 616013"/>
                <a:gd name="connsiteY138" fmla="*/ 161288 h 222573"/>
                <a:gd name="connsiteX139" fmla="*/ 233545 w 616013"/>
                <a:gd name="connsiteY139" fmla="*/ 164648 h 222573"/>
                <a:gd name="connsiteX140" fmla="*/ 293948 w 616013"/>
                <a:gd name="connsiteY140" fmla="*/ 106588 h 222573"/>
                <a:gd name="connsiteX141" fmla="*/ 291392 w 616013"/>
                <a:gd name="connsiteY141" fmla="*/ 104034 h 222573"/>
                <a:gd name="connsiteX142" fmla="*/ 66189 w 616013"/>
                <a:gd name="connsiteY142" fmla="*/ 8879 h 222573"/>
                <a:gd name="connsiteX143" fmla="*/ 192647 w 616013"/>
                <a:gd name="connsiteY143" fmla="*/ 23126 h 222573"/>
                <a:gd name="connsiteX144" fmla="*/ 307940 w 616013"/>
                <a:gd name="connsiteY144" fmla="*/ 87637 h 222573"/>
                <a:gd name="connsiteX145" fmla="*/ 310092 w 616013"/>
                <a:gd name="connsiteY145" fmla="*/ 89250 h 222573"/>
                <a:gd name="connsiteX146" fmla="*/ 312245 w 616013"/>
                <a:gd name="connsiteY146" fmla="*/ 87503 h 222573"/>
                <a:gd name="connsiteX147" fmla="*/ 523053 w 616013"/>
                <a:gd name="connsiteY147" fmla="*/ 7804 h 222573"/>
                <a:gd name="connsiteX148" fmla="*/ 550767 w 616013"/>
                <a:gd name="connsiteY148" fmla="*/ 9014 h 222573"/>
                <a:gd name="connsiteX149" fmla="*/ 324756 w 616013"/>
                <a:gd name="connsiteY149" fmla="*/ 103362 h 222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616013" h="222573">
                  <a:moveTo>
                    <a:pt x="616014" y="12239"/>
                  </a:moveTo>
                  <a:lnTo>
                    <a:pt x="585207" y="6192"/>
                  </a:lnTo>
                  <a:cubicBezTo>
                    <a:pt x="564377" y="2112"/>
                    <a:pt x="543203" y="42"/>
                    <a:pt x="521977" y="9"/>
                  </a:cubicBezTo>
                  <a:cubicBezTo>
                    <a:pt x="443498" y="-583"/>
                    <a:pt x="367564" y="27798"/>
                    <a:pt x="308747" y="79708"/>
                  </a:cubicBezTo>
                  <a:cubicBezTo>
                    <a:pt x="274414" y="51726"/>
                    <a:pt x="235376" y="30065"/>
                    <a:pt x="193454" y="15734"/>
                  </a:cubicBezTo>
                  <a:cubicBezTo>
                    <a:pt x="140565" y="-973"/>
                    <a:pt x="84342" y="-4252"/>
                    <a:pt x="29866" y="6191"/>
                  </a:cubicBezTo>
                  <a:lnTo>
                    <a:pt x="0" y="12239"/>
                  </a:lnTo>
                  <a:lnTo>
                    <a:pt x="30404" y="13180"/>
                  </a:lnTo>
                  <a:cubicBezTo>
                    <a:pt x="104530" y="15331"/>
                    <a:pt x="208253" y="33206"/>
                    <a:pt x="283052" y="105781"/>
                  </a:cubicBezTo>
                  <a:lnTo>
                    <a:pt x="233948" y="152955"/>
                  </a:lnTo>
                  <a:cubicBezTo>
                    <a:pt x="232872" y="150671"/>
                    <a:pt x="232199" y="148117"/>
                    <a:pt x="231257" y="145429"/>
                  </a:cubicBezTo>
                  <a:cubicBezTo>
                    <a:pt x="229879" y="139512"/>
                    <a:pt x="227316" y="133934"/>
                    <a:pt x="223724" y="129032"/>
                  </a:cubicBezTo>
                  <a:cubicBezTo>
                    <a:pt x="218584" y="123905"/>
                    <a:pt x="212386" y="119961"/>
                    <a:pt x="205562" y="117474"/>
                  </a:cubicBezTo>
                  <a:lnTo>
                    <a:pt x="205562" y="117474"/>
                  </a:lnTo>
                  <a:cubicBezTo>
                    <a:pt x="203674" y="116986"/>
                    <a:pt x="201727" y="116760"/>
                    <a:pt x="199778" y="116802"/>
                  </a:cubicBezTo>
                  <a:cubicBezTo>
                    <a:pt x="188288" y="116906"/>
                    <a:pt x="178531" y="125236"/>
                    <a:pt x="176638" y="136559"/>
                  </a:cubicBezTo>
                  <a:cubicBezTo>
                    <a:pt x="175346" y="147572"/>
                    <a:pt x="180956" y="158247"/>
                    <a:pt x="190764" y="163438"/>
                  </a:cubicBezTo>
                  <a:cubicBezTo>
                    <a:pt x="192844" y="164143"/>
                    <a:pt x="195025" y="164506"/>
                    <a:pt x="197221" y="164514"/>
                  </a:cubicBezTo>
                  <a:cubicBezTo>
                    <a:pt x="202752" y="164184"/>
                    <a:pt x="208156" y="162720"/>
                    <a:pt x="213096" y="160213"/>
                  </a:cubicBezTo>
                  <a:lnTo>
                    <a:pt x="214710" y="160213"/>
                  </a:lnTo>
                  <a:cubicBezTo>
                    <a:pt x="215499" y="161163"/>
                    <a:pt x="216094" y="162259"/>
                    <a:pt x="216459" y="163438"/>
                  </a:cubicBezTo>
                  <a:cubicBezTo>
                    <a:pt x="216913" y="164652"/>
                    <a:pt x="216913" y="165988"/>
                    <a:pt x="216459" y="167202"/>
                  </a:cubicBezTo>
                  <a:cubicBezTo>
                    <a:pt x="211099" y="175018"/>
                    <a:pt x="203290" y="180833"/>
                    <a:pt x="194262" y="183733"/>
                  </a:cubicBezTo>
                  <a:cubicBezTo>
                    <a:pt x="186920" y="174579"/>
                    <a:pt x="173950" y="172228"/>
                    <a:pt x="163858" y="178222"/>
                  </a:cubicBezTo>
                  <a:cubicBezTo>
                    <a:pt x="153459" y="185764"/>
                    <a:pt x="150191" y="199796"/>
                    <a:pt x="156190" y="211150"/>
                  </a:cubicBezTo>
                  <a:cubicBezTo>
                    <a:pt x="159413" y="217161"/>
                    <a:pt x="165211" y="221369"/>
                    <a:pt x="171930" y="222574"/>
                  </a:cubicBezTo>
                  <a:lnTo>
                    <a:pt x="178253" y="222574"/>
                  </a:lnTo>
                  <a:cubicBezTo>
                    <a:pt x="199750" y="220784"/>
                    <a:pt x="219981" y="211675"/>
                    <a:pt x="235562" y="196769"/>
                  </a:cubicBezTo>
                  <a:cubicBezTo>
                    <a:pt x="243758" y="209243"/>
                    <a:pt x="256585" y="217947"/>
                    <a:pt x="271213" y="220961"/>
                  </a:cubicBezTo>
                  <a:cubicBezTo>
                    <a:pt x="285812" y="223625"/>
                    <a:pt x="300001" y="214604"/>
                    <a:pt x="303769" y="200264"/>
                  </a:cubicBezTo>
                  <a:cubicBezTo>
                    <a:pt x="305186" y="189403"/>
                    <a:pt x="299864" y="178769"/>
                    <a:pt x="290316" y="173384"/>
                  </a:cubicBezTo>
                  <a:cubicBezTo>
                    <a:pt x="283109" y="170654"/>
                    <a:pt x="275075" y="171143"/>
                    <a:pt x="268253" y="174728"/>
                  </a:cubicBezTo>
                  <a:cubicBezTo>
                    <a:pt x="264029" y="176904"/>
                    <a:pt x="261268" y="181144"/>
                    <a:pt x="260989" y="185883"/>
                  </a:cubicBezTo>
                  <a:cubicBezTo>
                    <a:pt x="260770" y="187086"/>
                    <a:pt x="260408" y="188259"/>
                    <a:pt x="259912" y="189378"/>
                  </a:cubicBezTo>
                  <a:cubicBezTo>
                    <a:pt x="257512" y="188802"/>
                    <a:pt x="255406" y="187368"/>
                    <a:pt x="253993" y="185346"/>
                  </a:cubicBezTo>
                  <a:cubicBezTo>
                    <a:pt x="264408" y="170451"/>
                    <a:pt x="277069" y="157258"/>
                    <a:pt x="291527" y="146235"/>
                  </a:cubicBezTo>
                  <a:cubicBezTo>
                    <a:pt x="297177" y="141397"/>
                    <a:pt x="302962" y="136559"/>
                    <a:pt x="308612" y="131317"/>
                  </a:cubicBezTo>
                  <a:cubicBezTo>
                    <a:pt x="314128" y="136424"/>
                    <a:pt x="319913" y="141128"/>
                    <a:pt x="325563" y="145698"/>
                  </a:cubicBezTo>
                  <a:cubicBezTo>
                    <a:pt x="340557" y="156433"/>
                    <a:pt x="353155" y="170163"/>
                    <a:pt x="362559" y="186018"/>
                  </a:cubicBezTo>
                  <a:cubicBezTo>
                    <a:pt x="361211" y="187760"/>
                    <a:pt x="359456" y="189144"/>
                    <a:pt x="357447" y="190050"/>
                  </a:cubicBezTo>
                  <a:lnTo>
                    <a:pt x="357447" y="190049"/>
                  </a:lnTo>
                  <a:cubicBezTo>
                    <a:pt x="357711" y="187508"/>
                    <a:pt x="357244" y="184944"/>
                    <a:pt x="356101" y="182657"/>
                  </a:cubicBezTo>
                  <a:cubicBezTo>
                    <a:pt x="352840" y="177116"/>
                    <a:pt x="347158" y="173432"/>
                    <a:pt x="340765" y="172712"/>
                  </a:cubicBezTo>
                  <a:cubicBezTo>
                    <a:pt x="339184" y="172291"/>
                    <a:pt x="337558" y="172066"/>
                    <a:pt x="335922" y="172040"/>
                  </a:cubicBezTo>
                  <a:cubicBezTo>
                    <a:pt x="324840" y="172742"/>
                    <a:pt x="315565" y="180692"/>
                    <a:pt x="313186" y="191528"/>
                  </a:cubicBezTo>
                  <a:cubicBezTo>
                    <a:pt x="311776" y="197676"/>
                    <a:pt x="312943" y="204134"/>
                    <a:pt x="316415" y="209403"/>
                  </a:cubicBezTo>
                  <a:cubicBezTo>
                    <a:pt x="321844" y="217192"/>
                    <a:pt x="330727" y="221854"/>
                    <a:pt x="340227" y="221902"/>
                  </a:cubicBezTo>
                  <a:cubicBezTo>
                    <a:pt x="356870" y="220266"/>
                    <a:pt x="371914" y="211297"/>
                    <a:pt x="381259" y="197441"/>
                  </a:cubicBezTo>
                  <a:cubicBezTo>
                    <a:pt x="395982" y="211399"/>
                    <a:pt x="414890" y="220136"/>
                    <a:pt x="435071" y="222305"/>
                  </a:cubicBezTo>
                  <a:cubicBezTo>
                    <a:pt x="441083" y="222255"/>
                    <a:pt x="447025" y="221022"/>
                    <a:pt x="452560" y="218676"/>
                  </a:cubicBezTo>
                  <a:cubicBezTo>
                    <a:pt x="458010" y="216001"/>
                    <a:pt x="462033" y="211099"/>
                    <a:pt x="463591" y="205236"/>
                  </a:cubicBezTo>
                  <a:cubicBezTo>
                    <a:pt x="465327" y="198899"/>
                    <a:pt x="464196" y="192121"/>
                    <a:pt x="460497" y="186689"/>
                  </a:cubicBezTo>
                  <a:cubicBezTo>
                    <a:pt x="453342" y="175754"/>
                    <a:pt x="438669" y="172684"/>
                    <a:pt x="427723" y="179832"/>
                  </a:cubicBezTo>
                  <a:cubicBezTo>
                    <a:pt x="425788" y="181096"/>
                    <a:pt x="424048" y="182636"/>
                    <a:pt x="422560" y="184404"/>
                  </a:cubicBezTo>
                  <a:cubicBezTo>
                    <a:pt x="413517" y="181454"/>
                    <a:pt x="405740" y="175533"/>
                    <a:pt x="400497" y="167604"/>
                  </a:cubicBezTo>
                  <a:cubicBezTo>
                    <a:pt x="399689" y="166530"/>
                    <a:pt x="400496" y="163035"/>
                    <a:pt x="401304" y="161423"/>
                  </a:cubicBezTo>
                  <a:cubicBezTo>
                    <a:pt x="406099" y="164318"/>
                    <a:pt x="411576" y="165895"/>
                    <a:pt x="417178" y="165992"/>
                  </a:cubicBezTo>
                  <a:cubicBezTo>
                    <a:pt x="428302" y="166190"/>
                    <a:pt x="437956" y="158362"/>
                    <a:pt x="440048" y="147445"/>
                  </a:cubicBezTo>
                  <a:cubicBezTo>
                    <a:pt x="441497" y="141193"/>
                    <a:pt x="440278" y="134620"/>
                    <a:pt x="436685" y="129301"/>
                  </a:cubicBezTo>
                  <a:cubicBezTo>
                    <a:pt x="433071" y="124099"/>
                    <a:pt x="427735" y="120339"/>
                    <a:pt x="421618" y="118683"/>
                  </a:cubicBezTo>
                  <a:cubicBezTo>
                    <a:pt x="410456" y="117462"/>
                    <a:pt x="399444" y="122025"/>
                    <a:pt x="392425" y="130779"/>
                  </a:cubicBezTo>
                  <a:cubicBezTo>
                    <a:pt x="388880" y="135593"/>
                    <a:pt x="386361" y="141082"/>
                    <a:pt x="385025" y="146907"/>
                  </a:cubicBezTo>
                  <a:cubicBezTo>
                    <a:pt x="384313" y="149478"/>
                    <a:pt x="383414" y="151993"/>
                    <a:pt x="382335" y="154433"/>
                  </a:cubicBezTo>
                  <a:lnTo>
                    <a:pt x="333231" y="107260"/>
                  </a:lnTo>
                  <a:cubicBezTo>
                    <a:pt x="408030" y="34684"/>
                    <a:pt x="511753" y="16809"/>
                    <a:pt x="585879" y="14659"/>
                  </a:cubicBezTo>
                  <a:close/>
                  <a:moveTo>
                    <a:pt x="324756" y="103362"/>
                  </a:moveTo>
                  <a:lnTo>
                    <a:pt x="322200" y="105916"/>
                  </a:lnTo>
                  <a:lnTo>
                    <a:pt x="382604" y="163976"/>
                  </a:lnTo>
                  <a:lnTo>
                    <a:pt x="384891" y="160616"/>
                  </a:lnTo>
                  <a:cubicBezTo>
                    <a:pt x="387274" y="156395"/>
                    <a:pt x="389084" y="151875"/>
                    <a:pt x="390272" y="147176"/>
                  </a:cubicBezTo>
                  <a:cubicBezTo>
                    <a:pt x="391435" y="142335"/>
                    <a:pt x="393537" y="137768"/>
                    <a:pt x="396461" y="133736"/>
                  </a:cubicBezTo>
                  <a:cubicBezTo>
                    <a:pt x="401375" y="127755"/>
                    <a:pt x="408630" y="124180"/>
                    <a:pt x="416371" y="123925"/>
                  </a:cubicBezTo>
                  <a:lnTo>
                    <a:pt x="419062" y="123925"/>
                  </a:lnTo>
                  <a:cubicBezTo>
                    <a:pt x="423497" y="125089"/>
                    <a:pt x="427364" y="127808"/>
                    <a:pt x="429959" y="131586"/>
                  </a:cubicBezTo>
                  <a:cubicBezTo>
                    <a:pt x="435013" y="139192"/>
                    <a:pt x="432938" y="149452"/>
                    <a:pt x="425324" y="154501"/>
                  </a:cubicBezTo>
                  <a:cubicBezTo>
                    <a:pt x="422706" y="156237"/>
                    <a:pt x="419647" y="157193"/>
                    <a:pt x="416506" y="157256"/>
                  </a:cubicBezTo>
                  <a:cubicBezTo>
                    <a:pt x="411438" y="157099"/>
                    <a:pt x="406528" y="155464"/>
                    <a:pt x="402380" y="152552"/>
                  </a:cubicBezTo>
                  <a:cubicBezTo>
                    <a:pt x="401713" y="152431"/>
                    <a:pt x="401029" y="152431"/>
                    <a:pt x="400362" y="152552"/>
                  </a:cubicBezTo>
                  <a:cubicBezTo>
                    <a:pt x="398748" y="152552"/>
                    <a:pt x="396595" y="153358"/>
                    <a:pt x="394577" y="156987"/>
                  </a:cubicBezTo>
                  <a:cubicBezTo>
                    <a:pt x="392399" y="161203"/>
                    <a:pt x="392399" y="166211"/>
                    <a:pt x="394577" y="170427"/>
                  </a:cubicBezTo>
                  <a:cubicBezTo>
                    <a:pt x="401189" y="180275"/>
                    <a:pt x="411040" y="187502"/>
                    <a:pt x="422425" y="190856"/>
                  </a:cubicBezTo>
                  <a:lnTo>
                    <a:pt x="424981" y="191931"/>
                  </a:lnTo>
                  <a:lnTo>
                    <a:pt x="426461" y="189512"/>
                  </a:lnTo>
                  <a:cubicBezTo>
                    <a:pt x="431714" y="181681"/>
                    <a:pt x="442327" y="179587"/>
                    <a:pt x="450165" y="184835"/>
                  </a:cubicBezTo>
                  <a:cubicBezTo>
                    <a:pt x="452016" y="186074"/>
                    <a:pt x="453606" y="187663"/>
                    <a:pt x="454847" y="189512"/>
                  </a:cubicBezTo>
                  <a:cubicBezTo>
                    <a:pt x="457389" y="193255"/>
                    <a:pt x="458129" y="197936"/>
                    <a:pt x="456865" y="202280"/>
                  </a:cubicBezTo>
                  <a:cubicBezTo>
                    <a:pt x="455992" y="206246"/>
                    <a:pt x="453371" y="209605"/>
                    <a:pt x="449735" y="211419"/>
                  </a:cubicBezTo>
                  <a:cubicBezTo>
                    <a:pt x="445059" y="213413"/>
                    <a:pt x="440020" y="214420"/>
                    <a:pt x="434936" y="214376"/>
                  </a:cubicBezTo>
                  <a:cubicBezTo>
                    <a:pt x="415968" y="214376"/>
                    <a:pt x="396999" y="200936"/>
                    <a:pt x="382604" y="188840"/>
                  </a:cubicBezTo>
                  <a:lnTo>
                    <a:pt x="379644" y="186421"/>
                  </a:lnTo>
                  <a:lnTo>
                    <a:pt x="377626" y="189646"/>
                  </a:lnTo>
                  <a:cubicBezTo>
                    <a:pt x="369653" y="203174"/>
                    <a:pt x="355826" y="212217"/>
                    <a:pt x="340227" y="214107"/>
                  </a:cubicBezTo>
                  <a:cubicBezTo>
                    <a:pt x="332923" y="214148"/>
                    <a:pt x="326072" y="210575"/>
                    <a:pt x="321931" y="204564"/>
                  </a:cubicBezTo>
                  <a:cubicBezTo>
                    <a:pt x="319571" y="201003"/>
                    <a:pt x="318792" y="196625"/>
                    <a:pt x="319778" y="192469"/>
                  </a:cubicBezTo>
                  <a:cubicBezTo>
                    <a:pt x="321609" y="183540"/>
                    <a:pt x="330137" y="177624"/>
                    <a:pt x="339151" y="179029"/>
                  </a:cubicBezTo>
                  <a:cubicBezTo>
                    <a:pt x="343994" y="180238"/>
                    <a:pt x="348164" y="181314"/>
                    <a:pt x="350182" y="185614"/>
                  </a:cubicBezTo>
                  <a:cubicBezTo>
                    <a:pt x="350484" y="186850"/>
                    <a:pt x="350484" y="188141"/>
                    <a:pt x="350182" y="189377"/>
                  </a:cubicBezTo>
                  <a:cubicBezTo>
                    <a:pt x="349796" y="191512"/>
                    <a:pt x="350334" y="193710"/>
                    <a:pt x="351662" y="195425"/>
                  </a:cubicBezTo>
                  <a:cubicBezTo>
                    <a:pt x="353069" y="196737"/>
                    <a:pt x="355069" y="197198"/>
                    <a:pt x="356909" y="196635"/>
                  </a:cubicBezTo>
                  <a:cubicBezTo>
                    <a:pt x="362060" y="195587"/>
                    <a:pt x="366433" y="192211"/>
                    <a:pt x="368747" y="187496"/>
                  </a:cubicBezTo>
                  <a:cubicBezTo>
                    <a:pt x="369490" y="186158"/>
                    <a:pt x="369490" y="184533"/>
                    <a:pt x="368747" y="183195"/>
                  </a:cubicBezTo>
                  <a:cubicBezTo>
                    <a:pt x="358843" y="166401"/>
                    <a:pt x="345503" y="151883"/>
                    <a:pt x="329599" y="140590"/>
                  </a:cubicBezTo>
                  <a:cubicBezTo>
                    <a:pt x="323142" y="135349"/>
                    <a:pt x="316146" y="129973"/>
                    <a:pt x="310630" y="124328"/>
                  </a:cubicBezTo>
                  <a:lnTo>
                    <a:pt x="308074" y="121237"/>
                  </a:lnTo>
                  <a:lnTo>
                    <a:pt x="305787" y="123522"/>
                  </a:lnTo>
                  <a:cubicBezTo>
                    <a:pt x="299599" y="129435"/>
                    <a:pt x="293141" y="134946"/>
                    <a:pt x="286684" y="140322"/>
                  </a:cubicBezTo>
                  <a:cubicBezTo>
                    <a:pt x="271707" y="151663"/>
                    <a:pt x="258590" y="165266"/>
                    <a:pt x="247805" y="180641"/>
                  </a:cubicBezTo>
                  <a:cubicBezTo>
                    <a:pt x="246534" y="182894"/>
                    <a:pt x="246534" y="185646"/>
                    <a:pt x="247805" y="187899"/>
                  </a:cubicBezTo>
                  <a:cubicBezTo>
                    <a:pt x="250419" y="192267"/>
                    <a:pt x="254972" y="195116"/>
                    <a:pt x="260047" y="195560"/>
                  </a:cubicBezTo>
                  <a:cubicBezTo>
                    <a:pt x="265159" y="195560"/>
                    <a:pt x="266504" y="190318"/>
                    <a:pt x="267312" y="186824"/>
                  </a:cubicBezTo>
                  <a:cubicBezTo>
                    <a:pt x="268119" y="183329"/>
                    <a:pt x="268791" y="181179"/>
                    <a:pt x="270406" y="180373"/>
                  </a:cubicBezTo>
                  <a:cubicBezTo>
                    <a:pt x="275599" y="177673"/>
                    <a:pt x="281665" y="177188"/>
                    <a:pt x="287222" y="179029"/>
                  </a:cubicBezTo>
                  <a:cubicBezTo>
                    <a:pt x="294178" y="182782"/>
                    <a:pt x="298127" y="190406"/>
                    <a:pt x="297177" y="198248"/>
                  </a:cubicBezTo>
                  <a:cubicBezTo>
                    <a:pt x="294431" y="207857"/>
                    <a:pt x="285205" y="214134"/>
                    <a:pt x="275249" y="213166"/>
                  </a:cubicBezTo>
                  <a:lnTo>
                    <a:pt x="272424" y="213166"/>
                  </a:lnTo>
                  <a:cubicBezTo>
                    <a:pt x="258478" y="210194"/>
                    <a:pt x="246450" y="201450"/>
                    <a:pt x="239329" y="189109"/>
                  </a:cubicBezTo>
                  <a:lnTo>
                    <a:pt x="237446" y="185614"/>
                  </a:lnTo>
                  <a:lnTo>
                    <a:pt x="234352" y="188168"/>
                  </a:lnTo>
                  <a:cubicBezTo>
                    <a:pt x="219319" y="203253"/>
                    <a:pt x="199569" y="212740"/>
                    <a:pt x="178387" y="215048"/>
                  </a:cubicBezTo>
                  <a:lnTo>
                    <a:pt x="173275" y="215048"/>
                  </a:lnTo>
                  <a:cubicBezTo>
                    <a:pt x="168597" y="214356"/>
                    <a:pt x="164540" y="211454"/>
                    <a:pt x="162378" y="207252"/>
                  </a:cubicBezTo>
                  <a:cubicBezTo>
                    <a:pt x="158018" y="199158"/>
                    <a:pt x="160250" y="189095"/>
                    <a:pt x="167625" y="183598"/>
                  </a:cubicBezTo>
                  <a:cubicBezTo>
                    <a:pt x="170153" y="182111"/>
                    <a:pt x="173032" y="181323"/>
                    <a:pt x="175965" y="181314"/>
                  </a:cubicBezTo>
                  <a:cubicBezTo>
                    <a:pt x="181870" y="181479"/>
                    <a:pt x="187331" y="184482"/>
                    <a:pt x="190629" y="189378"/>
                  </a:cubicBezTo>
                  <a:lnTo>
                    <a:pt x="192109" y="191528"/>
                  </a:lnTo>
                  <a:lnTo>
                    <a:pt x="194531" y="190587"/>
                  </a:lnTo>
                  <a:cubicBezTo>
                    <a:pt x="205845" y="187242"/>
                    <a:pt x="215673" y="180127"/>
                    <a:pt x="222378" y="170427"/>
                  </a:cubicBezTo>
                  <a:cubicBezTo>
                    <a:pt x="224483" y="166478"/>
                    <a:pt x="224483" y="161742"/>
                    <a:pt x="222378" y="157794"/>
                  </a:cubicBezTo>
                  <a:cubicBezTo>
                    <a:pt x="221224" y="154867"/>
                    <a:pt x="218518" y="152840"/>
                    <a:pt x="215383" y="152552"/>
                  </a:cubicBezTo>
                  <a:lnTo>
                    <a:pt x="213365" y="152552"/>
                  </a:lnTo>
                  <a:lnTo>
                    <a:pt x="211212" y="153493"/>
                  </a:lnTo>
                  <a:cubicBezTo>
                    <a:pt x="207004" y="155580"/>
                    <a:pt x="202441" y="156857"/>
                    <a:pt x="197759" y="157256"/>
                  </a:cubicBezTo>
                  <a:cubicBezTo>
                    <a:pt x="196465" y="157425"/>
                    <a:pt x="195153" y="157425"/>
                    <a:pt x="193858" y="157256"/>
                  </a:cubicBezTo>
                  <a:cubicBezTo>
                    <a:pt x="186923" y="153548"/>
                    <a:pt x="182972" y="145974"/>
                    <a:pt x="183903" y="138171"/>
                  </a:cubicBezTo>
                  <a:cubicBezTo>
                    <a:pt x="185418" y="129093"/>
                    <a:pt x="194013" y="122960"/>
                    <a:pt x="203101" y="124474"/>
                  </a:cubicBezTo>
                  <a:cubicBezTo>
                    <a:pt x="203521" y="124544"/>
                    <a:pt x="203938" y="124629"/>
                    <a:pt x="204351" y="124731"/>
                  </a:cubicBezTo>
                  <a:cubicBezTo>
                    <a:pt x="210155" y="126788"/>
                    <a:pt x="215436" y="130091"/>
                    <a:pt x="219822" y="134408"/>
                  </a:cubicBezTo>
                  <a:cubicBezTo>
                    <a:pt x="222650" y="138479"/>
                    <a:pt x="224702" y="143035"/>
                    <a:pt x="225876" y="147848"/>
                  </a:cubicBezTo>
                  <a:cubicBezTo>
                    <a:pt x="227126" y="152527"/>
                    <a:pt x="228933" y="157039"/>
                    <a:pt x="231257" y="161288"/>
                  </a:cubicBezTo>
                  <a:lnTo>
                    <a:pt x="233545" y="164648"/>
                  </a:lnTo>
                  <a:lnTo>
                    <a:pt x="293948" y="106588"/>
                  </a:lnTo>
                  <a:lnTo>
                    <a:pt x="291392" y="104034"/>
                  </a:lnTo>
                  <a:cubicBezTo>
                    <a:pt x="225876" y="38582"/>
                    <a:pt x="137894" y="15599"/>
                    <a:pt x="66189" y="8879"/>
                  </a:cubicBezTo>
                  <a:cubicBezTo>
                    <a:pt x="108865" y="5568"/>
                    <a:pt x="151781" y="10403"/>
                    <a:pt x="192647" y="23126"/>
                  </a:cubicBezTo>
                  <a:cubicBezTo>
                    <a:pt x="234596" y="37646"/>
                    <a:pt x="273632" y="59489"/>
                    <a:pt x="307940" y="87637"/>
                  </a:cubicBezTo>
                  <a:lnTo>
                    <a:pt x="310092" y="89250"/>
                  </a:lnTo>
                  <a:lnTo>
                    <a:pt x="312245" y="87503"/>
                  </a:lnTo>
                  <a:cubicBezTo>
                    <a:pt x="370075" y="35551"/>
                    <a:pt x="445284" y="7118"/>
                    <a:pt x="523053" y="7804"/>
                  </a:cubicBezTo>
                  <a:cubicBezTo>
                    <a:pt x="532202" y="7804"/>
                    <a:pt x="541484" y="7804"/>
                    <a:pt x="550767" y="9014"/>
                  </a:cubicBezTo>
                  <a:cubicBezTo>
                    <a:pt x="477986" y="15062"/>
                    <a:pt x="390272" y="38044"/>
                    <a:pt x="324756" y="103362"/>
                  </a:cubicBez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09" name="Freeform 508">
              <a:extLst>
                <a:ext uri="{FF2B5EF4-FFF2-40B4-BE49-F238E27FC236}">
                  <a16:creationId xmlns:a16="http://schemas.microsoft.com/office/drawing/2014/main" id="{CC401605-7912-F542-8CEC-B1C7FC91A0D1}"/>
                </a:ext>
              </a:extLst>
            </p:cNvPr>
            <p:cNvSpPr/>
            <p:nvPr/>
          </p:nvSpPr>
          <p:spPr>
            <a:xfrm>
              <a:off x="2742398" y="1459561"/>
              <a:ext cx="271347" cy="352540"/>
            </a:xfrm>
            <a:custGeom>
              <a:avLst/>
              <a:gdLst>
                <a:gd name="connsiteX0" fmla="*/ 79507 w 271347"/>
                <a:gd name="connsiteY0" fmla="*/ 71646 h 352540"/>
                <a:gd name="connsiteX1" fmla="*/ 4978 w 271347"/>
                <a:gd name="connsiteY1" fmla="*/ 177015 h 352540"/>
                <a:gd name="connsiteX2" fmla="*/ 3229 w 271347"/>
                <a:gd name="connsiteY2" fmla="*/ 186289 h 352540"/>
                <a:gd name="connsiteX3" fmla="*/ 8072 w 271347"/>
                <a:gd name="connsiteY3" fmla="*/ 178225 h 352540"/>
                <a:gd name="connsiteX4" fmla="*/ 79911 w 271347"/>
                <a:gd name="connsiteY4" fmla="*/ 105515 h 352540"/>
                <a:gd name="connsiteX5" fmla="*/ 48296 w 271347"/>
                <a:gd name="connsiteY5" fmla="*/ 220964 h 352540"/>
                <a:gd name="connsiteX6" fmla="*/ 49911 w 271347"/>
                <a:gd name="connsiteY6" fmla="*/ 228759 h 352540"/>
                <a:gd name="connsiteX7" fmla="*/ 51525 w 271347"/>
                <a:gd name="connsiteY7" fmla="*/ 220964 h 352540"/>
                <a:gd name="connsiteX8" fmla="*/ 99149 w 271347"/>
                <a:gd name="connsiteY8" fmla="*/ 129707 h 352540"/>
                <a:gd name="connsiteX9" fmla="*/ 97938 w 271347"/>
                <a:gd name="connsiteY9" fmla="*/ 237226 h 352540"/>
                <a:gd name="connsiteX10" fmla="*/ 100763 w 271347"/>
                <a:gd name="connsiteY10" fmla="*/ 245155 h 352540"/>
                <a:gd name="connsiteX11" fmla="*/ 100763 w 271347"/>
                <a:gd name="connsiteY11" fmla="*/ 236688 h 352540"/>
                <a:gd name="connsiteX12" fmla="*/ 120808 w 271347"/>
                <a:gd name="connsiteY12" fmla="*/ 138443 h 352540"/>
                <a:gd name="connsiteX13" fmla="*/ 125920 w 271347"/>
                <a:gd name="connsiteY13" fmla="*/ 176074 h 352540"/>
                <a:gd name="connsiteX14" fmla="*/ 122692 w 271347"/>
                <a:gd name="connsiteY14" fmla="*/ 177150 h 352540"/>
                <a:gd name="connsiteX15" fmla="*/ 124979 w 271347"/>
                <a:gd name="connsiteY15" fmla="*/ 228893 h 352540"/>
                <a:gd name="connsiteX16" fmla="*/ 120808 w 271347"/>
                <a:gd name="connsiteY16" fmla="*/ 228893 h 352540"/>
                <a:gd name="connsiteX17" fmla="*/ 124709 w 271347"/>
                <a:gd name="connsiteY17" fmla="*/ 282653 h 352540"/>
                <a:gd name="connsiteX18" fmla="*/ 120135 w 271347"/>
                <a:gd name="connsiteY18" fmla="*/ 283728 h 352540"/>
                <a:gd name="connsiteX19" fmla="*/ 120135 w 271347"/>
                <a:gd name="connsiteY19" fmla="*/ 285207 h 352540"/>
                <a:gd name="connsiteX20" fmla="*/ 124575 w 271347"/>
                <a:gd name="connsiteY20" fmla="*/ 337353 h 352540"/>
                <a:gd name="connsiteX21" fmla="*/ 111122 w 271347"/>
                <a:gd name="connsiteY21" fmla="*/ 348912 h 352540"/>
                <a:gd name="connsiteX22" fmla="*/ 111122 w 271347"/>
                <a:gd name="connsiteY22" fmla="*/ 352540 h 352540"/>
                <a:gd name="connsiteX23" fmla="*/ 156055 w 271347"/>
                <a:gd name="connsiteY23" fmla="*/ 352540 h 352540"/>
                <a:gd name="connsiteX24" fmla="*/ 156055 w 271347"/>
                <a:gd name="connsiteY24" fmla="*/ 348912 h 352540"/>
                <a:gd name="connsiteX25" fmla="*/ 142602 w 271347"/>
                <a:gd name="connsiteY25" fmla="*/ 337891 h 352540"/>
                <a:gd name="connsiteX26" fmla="*/ 147445 w 271347"/>
                <a:gd name="connsiteY26" fmla="*/ 282250 h 352540"/>
                <a:gd name="connsiteX27" fmla="*/ 142737 w 271347"/>
                <a:gd name="connsiteY27" fmla="*/ 282250 h 352540"/>
                <a:gd name="connsiteX28" fmla="*/ 146100 w 271347"/>
                <a:gd name="connsiteY28" fmla="*/ 227684 h 352540"/>
                <a:gd name="connsiteX29" fmla="*/ 142602 w 271347"/>
                <a:gd name="connsiteY29" fmla="*/ 227684 h 352540"/>
                <a:gd name="connsiteX30" fmla="*/ 145024 w 271347"/>
                <a:gd name="connsiteY30" fmla="*/ 175940 h 352540"/>
                <a:gd name="connsiteX31" fmla="*/ 141122 w 271347"/>
                <a:gd name="connsiteY31" fmla="*/ 175940 h 352540"/>
                <a:gd name="connsiteX32" fmla="*/ 145562 w 271347"/>
                <a:gd name="connsiteY32" fmla="*/ 137771 h 352540"/>
                <a:gd name="connsiteX33" fmla="*/ 168163 w 271347"/>
                <a:gd name="connsiteY33" fmla="*/ 234941 h 352540"/>
                <a:gd name="connsiteX34" fmla="*/ 169508 w 271347"/>
                <a:gd name="connsiteY34" fmla="*/ 248381 h 352540"/>
                <a:gd name="connsiteX35" fmla="*/ 171526 w 271347"/>
                <a:gd name="connsiteY35" fmla="*/ 234941 h 352540"/>
                <a:gd name="connsiteX36" fmla="*/ 168432 w 271347"/>
                <a:gd name="connsiteY36" fmla="*/ 125675 h 352540"/>
                <a:gd name="connsiteX37" fmla="*/ 217132 w 271347"/>
                <a:gd name="connsiteY37" fmla="*/ 219754 h 352540"/>
                <a:gd name="connsiteX38" fmla="*/ 219688 w 271347"/>
                <a:gd name="connsiteY38" fmla="*/ 229968 h 352540"/>
                <a:gd name="connsiteX39" fmla="*/ 219688 w 271347"/>
                <a:gd name="connsiteY39" fmla="*/ 219485 h 352540"/>
                <a:gd name="connsiteX40" fmla="*/ 185517 w 271347"/>
                <a:gd name="connsiteY40" fmla="*/ 103096 h 352540"/>
                <a:gd name="connsiteX41" fmla="*/ 224934 w 271347"/>
                <a:gd name="connsiteY41" fmla="*/ 131051 h 352540"/>
                <a:gd name="connsiteX42" fmla="*/ 258701 w 271347"/>
                <a:gd name="connsiteY42" fmla="*/ 176343 h 352540"/>
                <a:gd name="connsiteX43" fmla="*/ 262738 w 271347"/>
                <a:gd name="connsiteY43" fmla="*/ 184407 h 352540"/>
                <a:gd name="connsiteX44" fmla="*/ 261796 w 271347"/>
                <a:gd name="connsiteY44" fmla="*/ 175402 h 352540"/>
                <a:gd name="connsiteX45" fmla="*/ 188208 w 271347"/>
                <a:gd name="connsiteY45" fmla="*/ 69630 h 352540"/>
                <a:gd name="connsiteX46" fmla="*/ 262872 w 271347"/>
                <a:gd name="connsiteY46" fmla="*/ 94494 h 352540"/>
                <a:gd name="connsiteX47" fmla="*/ 271347 w 271347"/>
                <a:gd name="connsiteY47" fmla="*/ 101080 h 352540"/>
                <a:gd name="connsiteX48" fmla="*/ 265294 w 271347"/>
                <a:gd name="connsiteY48" fmla="*/ 92075 h 352540"/>
                <a:gd name="connsiteX49" fmla="*/ 168297 w 271347"/>
                <a:gd name="connsiteY49" fmla="*/ 33611 h 352540"/>
                <a:gd name="connsiteX50" fmla="*/ 182961 w 271347"/>
                <a:gd name="connsiteY50" fmla="*/ 23128 h 352540"/>
                <a:gd name="connsiteX51" fmla="*/ 187804 w 271347"/>
                <a:gd name="connsiteY51" fmla="*/ 21247 h 352540"/>
                <a:gd name="connsiteX52" fmla="*/ 182827 w 271347"/>
                <a:gd name="connsiteY52" fmla="*/ 19768 h 352540"/>
                <a:gd name="connsiteX53" fmla="*/ 144889 w 271347"/>
                <a:gd name="connsiteY53" fmla="*/ 25144 h 352540"/>
                <a:gd name="connsiteX54" fmla="*/ 135203 w 271347"/>
                <a:gd name="connsiteY54" fmla="*/ 146 h 352540"/>
                <a:gd name="connsiteX55" fmla="*/ 133050 w 271347"/>
                <a:gd name="connsiteY55" fmla="*/ 146 h 352540"/>
                <a:gd name="connsiteX56" fmla="*/ 121077 w 271347"/>
                <a:gd name="connsiteY56" fmla="*/ 25682 h 352540"/>
                <a:gd name="connsiteX57" fmla="*/ 84216 w 271347"/>
                <a:gd name="connsiteY57" fmla="*/ 21381 h 352540"/>
                <a:gd name="connsiteX58" fmla="*/ 80449 w 271347"/>
                <a:gd name="connsiteY58" fmla="*/ 23397 h 352540"/>
                <a:gd name="connsiteX59" fmla="*/ 84485 w 271347"/>
                <a:gd name="connsiteY59" fmla="*/ 24741 h 352540"/>
                <a:gd name="connsiteX60" fmla="*/ 97938 w 271347"/>
                <a:gd name="connsiteY60" fmla="*/ 35224 h 352540"/>
                <a:gd name="connsiteX61" fmla="*/ 3767 w 271347"/>
                <a:gd name="connsiteY61" fmla="*/ 88984 h 352540"/>
                <a:gd name="connsiteX62" fmla="*/ 0 w 271347"/>
                <a:gd name="connsiteY62" fmla="*/ 94091 h 352540"/>
                <a:gd name="connsiteX63" fmla="*/ 2556 w 271347"/>
                <a:gd name="connsiteY63" fmla="*/ 96510 h 352540"/>
                <a:gd name="connsiteX64" fmla="*/ 79507 w 271347"/>
                <a:gd name="connsiteY64" fmla="*/ 71646 h 35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271347" h="352540">
                  <a:moveTo>
                    <a:pt x="79507" y="71646"/>
                  </a:moveTo>
                  <a:cubicBezTo>
                    <a:pt x="58655" y="80248"/>
                    <a:pt x="18565" y="105649"/>
                    <a:pt x="4978" y="177015"/>
                  </a:cubicBezTo>
                  <a:lnTo>
                    <a:pt x="3229" y="186289"/>
                  </a:lnTo>
                  <a:lnTo>
                    <a:pt x="8072" y="178225"/>
                  </a:lnTo>
                  <a:cubicBezTo>
                    <a:pt x="30942" y="140727"/>
                    <a:pt x="53274" y="118014"/>
                    <a:pt x="79911" y="105515"/>
                  </a:cubicBezTo>
                  <a:cubicBezTo>
                    <a:pt x="62691" y="132395"/>
                    <a:pt x="39552" y="179166"/>
                    <a:pt x="48296" y="220964"/>
                  </a:cubicBezTo>
                  <a:lnTo>
                    <a:pt x="49911" y="228759"/>
                  </a:lnTo>
                  <a:lnTo>
                    <a:pt x="51525" y="220964"/>
                  </a:lnTo>
                  <a:cubicBezTo>
                    <a:pt x="59045" y="186874"/>
                    <a:pt x="75478" y="155385"/>
                    <a:pt x="99149" y="129707"/>
                  </a:cubicBezTo>
                  <a:cubicBezTo>
                    <a:pt x="89206" y="164805"/>
                    <a:pt x="88789" y="201913"/>
                    <a:pt x="97938" y="237226"/>
                  </a:cubicBezTo>
                  <a:lnTo>
                    <a:pt x="100763" y="245155"/>
                  </a:lnTo>
                  <a:lnTo>
                    <a:pt x="100763" y="236688"/>
                  </a:lnTo>
                  <a:cubicBezTo>
                    <a:pt x="102970" y="203185"/>
                    <a:pt x="109713" y="170136"/>
                    <a:pt x="120808" y="138443"/>
                  </a:cubicBezTo>
                  <a:lnTo>
                    <a:pt x="125920" y="176074"/>
                  </a:lnTo>
                  <a:lnTo>
                    <a:pt x="122692" y="177150"/>
                  </a:lnTo>
                  <a:lnTo>
                    <a:pt x="124979" y="228893"/>
                  </a:lnTo>
                  <a:lnTo>
                    <a:pt x="120808" y="228893"/>
                  </a:lnTo>
                  <a:lnTo>
                    <a:pt x="124709" y="282653"/>
                  </a:lnTo>
                  <a:lnTo>
                    <a:pt x="120135" y="283728"/>
                  </a:lnTo>
                  <a:lnTo>
                    <a:pt x="120135" y="285207"/>
                  </a:lnTo>
                  <a:cubicBezTo>
                    <a:pt x="120135" y="285207"/>
                    <a:pt x="123364" y="318806"/>
                    <a:pt x="124575" y="337353"/>
                  </a:cubicBezTo>
                  <a:cubicBezTo>
                    <a:pt x="119622" y="340626"/>
                    <a:pt x="115102" y="344509"/>
                    <a:pt x="111122" y="348912"/>
                  </a:cubicBezTo>
                  <a:lnTo>
                    <a:pt x="111122" y="352540"/>
                  </a:lnTo>
                  <a:lnTo>
                    <a:pt x="156055" y="352540"/>
                  </a:lnTo>
                  <a:lnTo>
                    <a:pt x="156055" y="348912"/>
                  </a:lnTo>
                  <a:cubicBezTo>
                    <a:pt x="152306" y="344424"/>
                    <a:pt x="147741" y="340685"/>
                    <a:pt x="142602" y="337891"/>
                  </a:cubicBezTo>
                  <a:lnTo>
                    <a:pt x="147445" y="282250"/>
                  </a:lnTo>
                  <a:lnTo>
                    <a:pt x="142737" y="282250"/>
                  </a:lnTo>
                  <a:lnTo>
                    <a:pt x="146100" y="227684"/>
                  </a:lnTo>
                  <a:lnTo>
                    <a:pt x="142602" y="227684"/>
                  </a:lnTo>
                  <a:lnTo>
                    <a:pt x="145024" y="175940"/>
                  </a:lnTo>
                  <a:lnTo>
                    <a:pt x="141122" y="175940"/>
                  </a:lnTo>
                  <a:cubicBezTo>
                    <a:pt x="141929" y="171370"/>
                    <a:pt x="143678" y="159006"/>
                    <a:pt x="145562" y="137771"/>
                  </a:cubicBezTo>
                  <a:cubicBezTo>
                    <a:pt x="158696" y="168601"/>
                    <a:pt x="166344" y="201484"/>
                    <a:pt x="168163" y="234941"/>
                  </a:cubicBezTo>
                  <a:lnTo>
                    <a:pt x="169508" y="248381"/>
                  </a:lnTo>
                  <a:lnTo>
                    <a:pt x="171526" y="234941"/>
                  </a:lnTo>
                  <a:cubicBezTo>
                    <a:pt x="177550" y="198660"/>
                    <a:pt x="176499" y="161558"/>
                    <a:pt x="168432" y="125675"/>
                  </a:cubicBezTo>
                  <a:cubicBezTo>
                    <a:pt x="190518" y="153648"/>
                    <a:pt x="207048" y="185581"/>
                    <a:pt x="217132" y="219754"/>
                  </a:cubicBezTo>
                  <a:lnTo>
                    <a:pt x="219688" y="229968"/>
                  </a:lnTo>
                  <a:lnTo>
                    <a:pt x="219688" y="219485"/>
                  </a:lnTo>
                  <a:cubicBezTo>
                    <a:pt x="224095" y="177706"/>
                    <a:pt x="211815" y="135878"/>
                    <a:pt x="185517" y="103096"/>
                  </a:cubicBezTo>
                  <a:cubicBezTo>
                    <a:pt x="200677" y="109183"/>
                    <a:pt x="214183" y="118761"/>
                    <a:pt x="224934" y="131051"/>
                  </a:cubicBezTo>
                  <a:cubicBezTo>
                    <a:pt x="238169" y="144569"/>
                    <a:pt x="249527" y="159803"/>
                    <a:pt x="258701" y="176343"/>
                  </a:cubicBezTo>
                  <a:lnTo>
                    <a:pt x="262738" y="184407"/>
                  </a:lnTo>
                  <a:lnTo>
                    <a:pt x="261796" y="175402"/>
                  </a:lnTo>
                  <a:cubicBezTo>
                    <a:pt x="257173" y="129824"/>
                    <a:pt x="229359" y="89845"/>
                    <a:pt x="188208" y="69630"/>
                  </a:cubicBezTo>
                  <a:cubicBezTo>
                    <a:pt x="213769" y="64658"/>
                    <a:pt x="251302" y="85624"/>
                    <a:pt x="262872" y="94494"/>
                  </a:cubicBezTo>
                  <a:lnTo>
                    <a:pt x="271347" y="101080"/>
                  </a:lnTo>
                  <a:lnTo>
                    <a:pt x="265294" y="92075"/>
                  </a:lnTo>
                  <a:cubicBezTo>
                    <a:pt x="226145" y="34015"/>
                    <a:pt x="182154" y="32402"/>
                    <a:pt x="168297" y="33611"/>
                  </a:cubicBezTo>
                  <a:cubicBezTo>
                    <a:pt x="172331" y="29057"/>
                    <a:pt x="177344" y="25473"/>
                    <a:pt x="182961" y="23128"/>
                  </a:cubicBezTo>
                  <a:lnTo>
                    <a:pt x="187804" y="21247"/>
                  </a:lnTo>
                  <a:lnTo>
                    <a:pt x="182827" y="19768"/>
                  </a:lnTo>
                  <a:cubicBezTo>
                    <a:pt x="170107" y="14833"/>
                    <a:pt x="155733" y="16870"/>
                    <a:pt x="144889" y="25144"/>
                  </a:cubicBezTo>
                  <a:cubicBezTo>
                    <a:pt x="143716" y="16155"/>
                    <a:pt x="140394" y="7581"/>
                    <a:pt x="135203" y="146"/>
                  </a:cubicBezTo>
                  <a:cubicBezTo>
                    <a:pt x="134498" y="-49"/>
                    <a:pt x="133755" y="-49"/>
                    <a:pt x="133050" y="146"/>
                  </a:cubicBezTo>
                  <a:cubicBezTo>
                    <a:pt x="129687" y="952"/>
                    <a:pt x="123768" y="10226"/>
                    <a:pt x="121077" y="25682"/>
                  </a:cubicBezTo>
                  <a:cubicBezTo>
                    <a:pt x="110627" y="17318"/>
                    <a:pt x="96314" y="15648"/>
                    <a:pt x="84216" y="21381"/>
                  </a:cubicBezTo>
                  <a:lnTo>
                    <a:pt x="80449" y="23397"/>
                  </a:lnTo>
                  <a:lnTo>
                    <a:pt x="84485" y="24741"/>
                  </a:lnTo>
                  <a:cubicBezTo>
                    <a:pt x="89935" y="26782"/>
                    <a:pt x="94629" y="30440"/>
                    <a:pt x="97938" y="35224"/>
                  </a:cubicBezTo>
                  <a:cubicBezTo>
                    <a:pt x="40763" y="36703"/>
                    <a:pt x="19910" y="65733"/>
                    <a:pt x="3767" y="88984"/>
                  </a:cubicBezTo>
                  <a:lnTo>
                    <a:pt x="0" y="94091"/>
                  </a:lnTo>
                  <a:lnTo>
                    <a:pt x="2556" y="96510"/>
                  </a:lnTo>
                  <a:cubicBezTo>
                    <a:pt x="23157" y="77080"/>
                    <a:pt x="51419" y="67948"/>
                    <a:pt x="79507" y="71646"/>
                  </a:cubicBez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10" name="Freeform 509">
              <a:extLst>
                <a:ext uri="{FF2B5EF4-FFF2-40B4-BE49-F238E27FC236}">
                  <a16:creationId xmlns:a16="http://schemas.microsoft.com/office/drawing/2014/main" id="{0FB96F2F-4980-FC4A-9AB7-5CC49C457480}"/>
                </a:ext>
              </a:extLst>
            </p:cNvPr>
            <p:cNvSpPr/>
            <p:nvPr/>
          </p:nvSpPr>
          <p:spPr>
            <a:xfrm>
              <a:off x="2485278" y="2192937"/>
              <a:ext cx="77924" cy="47400"/>
            </a:xfrm>
            <a:custGeom>
              <a:avLst/>
              <a:gdLst>
                <a:gd name="connsiteX0" fmla="*/ 9853 w 77924"/>
                <a:gd name="connsiteY0" fmla="*/ 45075 h 47400"/>
                <a:gd name="connsiteX1" fmla="*/ 23306 w 77924"/>
                <a:gd name="connsiteY1" fmla="*/ 47360 h 47400"/>
                <a:gd name="connsiteX2" fmla="*/ 77925 w 77924"/>
                <a:gd name="connsiteY2" fmla="*/ 47360 h 47400"/>
                <a:gd name="connsiteX3" fmla="*/ 77925 w 77924"/>
                <a:gd name="connsiteY3" fmla="*/ 589 h 47400"/>
                <a:gd name="connsiteX4" fmla="*/ 69046 w 77924"/>
                <a:gd name="connsiteY4" fmla="*/ 589 h 47400"/>
                <a:gd name="connsiteX5" fmla="*/ 69046 w 77924"/>
                <a:gd name="connsiteY5" fmla="*/ 39430 h 47400"/>
                <a:gd name="connsiteX6" fmla="*/ 44696 w 77924"/>
                <a:gd name="connsiteY6" fmla="*/ 39430 h 47400"/>
                <a:gd name="connsiteX7" fmla="*/ 44696 w 77924"/>
                <a:gd name="connsiteY7" fmla="*/ 723 h 47400"/>
                <a:gd name="connsiteX8" fmla="*/ 34203 w 77924"/>
                <a:gd name="connsiteY8" fmla="*/ 51 h 47400"/>
                <a:gd name="connsiteX9" fmla="*/ 22767 w 77924"/>
                <a:gd name="connsiteY9" fmla="*/ 51 h 47400"/>
                <a:gd name="connsiteX10" fmla="*/ 9314 w 77924"/>
                <a:gd name="connsiteY10" fmla="*/ 2336 h 47400"/>
                <a:gd name="connsiteX11" fmla="*/ 2184 w 77924"/>
                <a:gd name="connsiteY11" fmla="*/ 9862 h 47400"/>
                <a:gd name="connsiteX12" fmla="*/ 32 w 77924"/>
                <a:gd name="connsiteY12" fmla="*/ 23302 h 47400"/>
                <a:gd name="connsiteX13" fmla="*/ 2319 w 77924"/>
                <a:gd name="connsiteY13" fmla="*/ 37548 h 47400"/>
                <a:gd name="connsiteX14" fmla="*/ 9852 w 77924"/>
                <a:gd name="connsiteY14" fmla="*/ 45075 h 47400"/>
                <a:gd name="connsiteX15" fmla="*/ 10660 w 77924"/>
                <a:gd name="connsiteY15" fmla="*/ 14163 h 47400"/>
                <a:gd name="connsiteX16" fmla="*/ 15234 w 77924"/>
                <a:gd name="connsiteY16" fmla="*/ 9190 h 47400"/>
                <a:gd name="connsiteX17" fmla="*/ 24113 w 77924"/>
                <a:gd name="connsiteY17" fmla="*/ 7712 h 47400"/>
                <a:gd name="connsiteX18" fmla="*/ 35951 w 77924"/>
                <a:gd name="connsiteY18" fmla="*/ 7712 h 47400"/>
                <a:gd name="connsiteX19" fmla="*/ 35951 w 77924"/>
                <a:gd name="connsiteY19" fmla="*/ 38892 h 47400"/>
                <a:gd name="connsiteX20" fmla="*/ 24382 w 77924"/>
                <a:gd name="connsiteY20" fmla="*/ 38892 h 47400"/>
                <a:gd name="connsiteX21" fmla="*/ 15368 w 77924"/>
                <a:gd name="connsiteY21" fmla="*/ 37414 h 47400"/>
                <a:gd name="connsiteX22" fmla="*/ 10660 w 77924"/>
                <a:gd name="connsiteY22" fmla="*/ 32441 h 47400"/>
                <a:gd name="connsiteX23" fmla="*/ 9180 w 77924"/>
                <a:gd name="connsiteY23" fmla="*/ 22899 h 47400"/>
                <a:gd name="connsiteX24" fmla="*/ 10660 w 77924"/>
                <a:gd name="connsiteY24" fmla="*/ 14163 h 47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7924" h="47400">
                  <a:moveTo>
                    <a:pt x="9853" y="45075"/>
                  </a:moveTo>
                  <a:cubicBezTo>
                    <a:pt x="14115" y="46814"/>
                    <a:pt x="18708" y="47594"/>
                    <a:pt x="23306" y="47360"/>
                  </a:cubicBezTo>
                  <a:lnTo>
                    <a:pt x="77925" y="47360"/>
                  </a:lnTo>
                  <a:lnTo>
                    <a:pt x="77925" y="589"/>
                  </a:lnTo>
                  <a:lnTo>
                    <a:pt x="69046" y="589"/>
                  </a:lnTo>
                  <a:lnTo>
                    <a:pt x="69046" y="39430"/>
                  </a:lnTo>
                  <a:lnTo>
                    <a:pt x="44696" y="39430"/>
                  </a:lnTo>
                  <a:lnTo>
                    <a:pt x="44696" y="723"/>
                  </a:lnTo>
                  <a:cubicBezTo>
                    <a:pt x="42409" y="723"/>
                    <a:pt x="38911" y="723"/>
                    <a:pt x="34203" y="51"/>
                  </a:cubicBezTo>
                  <a:lnTo>
                    <a:pt x="22767" y="51"/>
                  </a:lnTo>
                  <a:cubicBezTo>
                    <a:pt x="18168" y="-216"/>
                    <a:pt x="13567" y="566"/>
                    <a:pt x="9314" y="2336"/>
                  </a:cubicBezTo>
                  <a:cubicBezTo>
                    <a:pt x="6026" y="3792"/>
                    <a:pt x="3458" y="6502"/>
                    <a:pt x="2184" y="9862"/>
                  </a:cubicBezTo>
                  <a:cubicBezTo>
                    <a:pt x="675" y="14179"/>
                    <a:pt x="-54" y="18730"/>
                    <a:pt x="32" y="23302"/>
                  </a:cubicBezTo>
                  <a:cubicBezTo>
                    <a:pt x="-172" y="28156"/>
                    <a:pt x="606" y="33001"/>
                    <a:pt x="2319" y="37548"/>
                  </a:cubicBezTo>
                  <a:cubicBezTo>
                    <a:pt x="3686" y="40986"/>
                    <a:pt x="6411" y="43709"/>
                    <a:pt x="9852" y="45075"/>
                  </a:cubicBezTo>
                  <a:close/>
                  <a:moveTo>
                    <a:pt x="10660" y="14163"/>
                  </a:moveTo>
                  <a:cubicBezTo>
                    <a:pt x="11505" y="11990"/>
                    <a:pt x="13138" y="10215"/>
                    <a:pt x="15234" y="9190"/>
                  </a:cubicBezTo>
                  <a:cubicBezTo>
                    <a:pt x="18063" y="8104"/>
                    <a:pt x="21083" y="7601"/>
                    <a:pt x="24113" y="7712"/>
                  </a:cubicBezTo>
                  <a:cubicBezTo>
                    <a:pt x="26938" y="7712"/>
                    <a:pt x="30974" y="7712"/>
                    <a:pt x="35951" y="7712"/>
                  </a:cubicBezTo>
                  <a:lnTo>
                    <a:pt x="35951" y="38892"/>
                  </a:lnTo>
                  <a:lnTo>
                    <a:pt x="24382" y="38892"/>
                  </a:lnTo>
                  <a:cubicBezTo>
                    <a:pt x="21310" y="38989"/>
                    <a:pt x="18248" y="38486"/>
                    <a:pt x="15368" y="37414"/>
                  </a:cubicBezTo>
                  <a:cubicBezTo>
                    <a:pt x="13230" y="36406"/>
                    <a:pt x="11549" y="34631"/>
                    <a:pt x="10660" y="32441"/>
                  </a:cubicBezTo>
                  <a:cubicBezTo>
                    <a:pt x="9570" y="29382"/>
                    <a:pt x="9068" y="26144"/>
                    <a:pt x="9180" y="22899"/>
                  </a:cubicBezTo>
                  <a:cubicBezTo>
                    <a:pt x="9143" y="19921"/>
                    <a:pt x="9644" y="16962"/>
                    <a:pt x="10660" y="14163"/>
                  </a:cubicBez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454A5D22-F78A-F146-AC88-E31EE8871235}"/>
                </a:ext>
              </a:extLst>
            </p:cNvPr>
            <p:cNvSpPr/>
            <p:nvPr/>
          </p:nvSpPr>
          <p:spPr>
            <a:xfrm>
              <a:off x="2512754" y="2175651"/>
              <a:ext cx="7937" cy="9139"/>
            </a:xfrm>
            <a:custGeom>
              <a:avLst/>
              <a:gdLst>
                <a:gd name="connsiteX0" fmla="*/ 0 w 7937"/>
                <a:gd name="connsiteY0" fmla="*/ 0 h 9139"/>
                <a:gd name="connsiteX1" fmla="*/ 7937 w 7937"/>
                <a:gd name="connsiteY1" fmla="*/ 0 h 9139"/>
                <a:gd name="connsiteX2" fmla="*/ 7937 w 7937"/>
                <a:gd name="connsiteY2" fmla="*/ 9139 h 9139"/>
                <a:gd name="connsiteX3" fmla="*/ 0 w 7937"/>
                <a:gd name="connsiteY3" fmla="*/ 9139 h 9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37" h="9139">
                  <a:moveTo>
                    <a:pt x="0" y="0"/>
                  </a:moveTo>
                  <a:lnTo>
                    <a:pt x="7937" y="0"/>
                  </a:lnTo>
                  <a:lnTo>
                    <a:pt x="7937" y="9139"/>
                  </a:lnTo>
                  <a:lnTo>
                    <a:pt x="0" y="9139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12" name="Freeform 511">
              <a:extLst>
                <a:ext uri="{FF2B5EF4-FFF2-40B4-BE49-F238E27FC236}">
                  <a16:creationId xmlns:a16="http://schemas.microsoft.com/office/drawing/2014/main" id="{AC7F4CB2-3FFD-4D48-9C0A-F124456A9F81}"/>
                </a:ext>
              </a:extLst>
            </p:cNvPr>
            <p:cNvSpPr/>
            <p:nvPr/>
          </p:nvSpPr>
          <p:spPr>
            <a:xfrm>
              <a:off x="2500109" y="2175651"/>
              <a:ext cx="7937" cy="9139"/>
            </a:xfrm>
            <a:custGeom>
              <a:avLst/>
              <a:gdLst>
                <a:gd name="connsiteX0" fmla="*/ 0 w 7937"/>
                <a:gd name="connsiteY0" fmla="*/ 0 h 9139"/>
                <a:gd name="connsiteX1" fmla="*/ 7937 w 7937"/>
                <a:gd name="connsiteY1" fmla="*/ 0 h 9139"/>
                <a:gd name="connsiteX2" fmla="*/ 7937 w 7937"/>
                <a:gd name="connsiteY2" fmla="*/ 9139 h 9139"/>
                <a:gd name="connsiteX3" fmla="*/ 0 w 7937"/>
                <a:gd name="connsiteY3" fmla="*/ 9139 h 9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37" h="9139">
                  <a:moveTo>
                    <a:pt x="0" y="0"/>
                  </a:moveTo>
                  <a:lnTo>
                    <a:pt x="7937" y="0"/>
                  </a:lnTo>
                  <a:lnTo>
                    <a:pt x="7937" y="9139"/>
                  </a:lnTo>
                  <a:lnTo>
                    <a:pt x="0" y="9139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13" name="Freeform 512">
              <a:extLst>
                <a:ext uri="{FF2B5EF4-FFF2-40B4-BE49-F238E27FC236}">
                  <a16:creationId xmlns:a16="http://schemas.microsoft.com/office/drawing/2014/main" id="{A793BA3D-D2A9-9247-814A-6C3CCF35D635}"/>
                </a:ext>
              </a:extLst>
            </p:cNvPr>
            <p:cNvSpPr/>
            <p:nvPr/>
          </p:nvSpPr>
          <p:spPr>
            <a:xfrm>
              <a:off x="2561185" y="2247823"/>
              <a:ext cx="7937" cy="9004"/>
            </a:xfrm>
            <a:custGeom>
              <a:avLst/>
              <a:gdLst>
                <a:gd name="connsiteX0" fmla="*/ 0 w 7937"/>
                <a:gd name="connsiteY0" fmla="*/ 0 h 9004"/>
                <a:gd name="connsiteX1" fmla="*/ 7937 w 7937"/>
                <a:gd name="connsiteY1" fmla="*/ 0 h 9004"/>
                <a:gd name="connsiteX2" fmla="*/ 7937 w 7937"/>
                <a:gd name="connsiteY2" fmla="*/ 9005 h 9004"/>
                <a:gd name="connsiteX3" fmla="*/ 0 w 7937"/>
                <a:gd name="connsiteY3" fmla="*/ 9005 h 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37" h="9004">
                  <a:moveTo>
                    <a:pt x="0" y="0"/>
                  </a:moveTo>
                  <a:lnTo>
                    <a:pt x="7937" y="0"/>
                  </a:lnTo>
                  <a:lnTo>
                    <a:pt x="7937" y="9005"/>
                  </a:lnTo>
                  <a:lnTo>
                    <a:pt x="0" y="9005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14" name="Freeform 513">
              <a:extLst>
                <a:ext uri="{FF2B5EF4-FFF2-40B4-BE49-F238E27FC236}">
                  <a16:creationId xmlns:a16="http://schemas.microsoft.com/office/drawing/2014/main" id="{E07C0B62-AE56-644C-A1E0-89CB2D294DE9}"/>
                </a:ext>
              </a:extLst>
            </p:cNvPr>
            <p:cNvSpPr/>
            <p:nvPr/>
          </p:nvSpPr>
          <p:spPr>
            <a:xfrm>
              <a:off x="2548674" y="2247823"/>
              <a:ext cx="7937" cy="9004"/>
            </a:xfrm>
            <a:custGeom>
              <a:avLst/>
              <a:gdLst>
                <a:gd name="connsiteX0" fmla="*/ 0 w 7937"/>
                <a:gd name="connsiteY0" fmla="*/ 0 h 9004"/>
                <a:gd name="connsiteX1" fmla="*/ 7937 w 7937"/>
                <a:gd name="connsiteY1" fmla="*/ 0 h 9004"/>
                <a:gd name="connsiteX2" fmla="*/ 7937 w 7937"/>
                <a:gd name="connsiteY2" fmla="*/ 9005 h 9004"/>
                <a:gd name="connsiteX3" fmla="*/ 0 w 7937"/>
                <a:gd name="connsiteY3" fmla="*/ 9005 h 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37" h="9004">
                  <a:moveTo>
                    <a:pt x="0" y="0"/>
                  </a:moveTo>
                  <a:lnTo>
                    <a:pt x="7937" y="0"/>
                  </a:lnTo>
                  <a:lnTo>
                    <a:pt x="7937" y="9005"/>
                  </a:lnTo>
                  <a:lnTo>
                    <a:pt x="0" y="9005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15" name="Freeform 514">
              <a:extLst>
                <a:ext uri="{FF2B5EF4-FFF2-40B4-BE49-F238E27FC236}">
                  <a16:creationId xmlns:a16="http://schemas.microsoft.com/office/drawing/2014/main" id="{D859B8B1-BC5B-3E4B-A2CA-BEA755480B18}"/>
                </a:ext>
              </a:extLst>
            </p:cNvPr>
            <p:cNvSpPr/>
            <p:nvPr/>
          </p:nvSpPr>
          <p:spPr>
            <a:xfrm>
              <a:off x="2573697" y="2173097"/>
              <a:ext cx="137893" cy="67199"/>
            </a:xfrm>
            <a:custGeom>
              <a:avLst/>
              <a:gdLst>
                <a:gd name="connsiteX0" fmla="*/ 80718 w 137893"/>
                <a:gd name="connsiteY0" fmla="*/ 67200 h 67199"/>
                <a:gd name="connsiteX1" fmla="*/ 137894 w 137893"/>
                <a:gd name="connsiteY1" fmla="*/ 67200 h 67199"/>
                <a:gd name="connsiteX2" fmla="*/ 137894 w 137893"/>
                <a:gd name="connsiteY2" fmla="*/ 0 h 67199"/>
                <a:gd name="connsiteX3" fmla="*/ 129014 w 137893"/>
                <a:gd name="connsiteY3" fmla="*/ 0 h 67199"/>
                <a:gd name="connsiteX4" fmla="*/ 129014 w 137893"/>
                <a:gd name="connsiteY4" fmla="*/ 58732 h 67199"/>
                <a:gd name="connsiteX5" fmla="*/ 103454 w 137893"/>
                <a:gd name="connsiteY5" fmla="*/ 58732 h 67199"/>
                <a:gd name="connsiteX6" fmla="*/ 103454 w 137893"/>
                <a:gd name="connsiteY6" fmla="*/ 19891 h 67199"/>
                <a:gd name="connsiteX7" fmla="*/ 94575 w 137893"/>
                <a:gd name="connsiteY7" fmla="*/ 19891 h 67199"/>
                <a:gd name="connsiteX8" fmla="*/ 94575 w 137893"/>
                <a:gd name="connsiteY8" fmla="*/ 58732 h 67199"/>
                <a:gd name="connsiteX9" fmla="*/ 69283 w 137893"/>
                <a:gd name="connsiteY9" fmla="*/ 58732 h 67199"/>
                <a:gd name="connsiteX10" fmla="*/ 69283 w 137893"/>
                <a:gd name="connsiteY10" fmla="*/ 0 h 67199"/>
                <a:gd name="connsiteX11" fmla="*/ 60404 w 137893"/>
                <a:gd name="connsiteY11" fmla="*/ 0 h 67199"/>
                <a:gd name="connsiteX12" fmla="*/ 60404 w 137893"/>
                <a:gd name="connsiteY12" fmla="*/ 58732 h 67199"/>
                <a:gd name="connsiteX13" fmla="*/ 39686 w 137893"/>
                <a:gd name="connsiteY13" fmla="*/ 58732 h 67199"/>
                <a:gd name="connsiteX14" fmla="*/ 39686 w 137893"/>
                <a:gd name="connsiteY14" fmla="*/ 49593 h 67199"/>
                <a:gd name="connsiteX15" fmla="*/ 36323 w 137893"/>
                <a:gd name="connsiteY15" fmla="*/ 31315 h 67199"/>
                <a:gd name="connsiteX16" fmla="*/ 27579 w 137893"/>
                <a:gd name="connsiteY16" fmla="*/ 20966 h 67199"/>
                <a:gd name="connsiteX17" fmla="*/ 15336 w 137893"/>
                <a:gd name="connsiteY17" fmla="*/ 17741 h 67199"/>
                <a:gd name="connsiteX18" fmla="*/ 9417 w 137893"/>
                <a:gd name="connsiteY18" fmla="*/ 17741 h 67199"/>
                <a:gd name="connsiteX19" fmla="*/ 4843 w 137893"/>
                <a:gd name="connsiteY19" fmla="*/ 18681 h 67199"/>
                <a:gd name="connsiteX20" fmla="*/ 4843 w 137893"/>
                <a:gd name="connsiteY20" fmla="*/ 25267 h 67199"/>
                <a:gd name="connsiteX21" fmla="*/ 13049 w 137893"/>
                <a:gd name="connsiteY21" fmla="*/ 25267 h 67199"/>
                <a:gd name="connsiteX22" fmla="*/ 25157 w 137893"/>
                <a:gd name="connsiteY22" fmla="*/ 30778 h 67199"/>
                <a:gd name="connsiteX23" fmla="*/ 30269 w 137893"/>
                <a:gd name="connsiteY23" fmla="*/ 49593 h 67199"/>
                <a:gd name="connsiteX24" fmla="*/ 30269 w 137893"/>
                <a:gd name="connsiteY24" fmla="*/ 58195 h 67199"/>
                <a:gd name="connsiteX25" fmla="*/ 0 w 137893"/>
                <a:gd name="connsiteY25" fmla="*/ 58195 h 67199"/>
                <a:gd name="connsiteX26" fmla="*/ 0 w 137893"/>
                <a:gd name="connsiteY26" fmla="*/ 66124 h 67199"/>
                <a:gd name="connsiteX27" fmla="*/ 80045 w 137893"/>
                <a:gd name="connsiteY27" fmla="*/ 66124 h 67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7893" h="67199">
                  <a:moveTo>
                    <a:pt x="80718" y="67200"/>
                  </a:moveTo>
                  <a:lnTo>
                    <a:pt x="137894" y="67200"/>
                  </a:lnTo>
                  <a:lnTo>
                    <a:pt x="137894" y="0"/>
                  </a:lnTo>
                  <a:lnTo>
                    <a:pt x="129014" y="0"/>
                  </a:lnTo>
                  <a:lnTo>
                    <a:pt x="129014" y="58732"/>
                  </a:lnTo>
                  <a:lnTo>
                    <a:pt x="103454" y="58732"/>
                  </a:lnTo>
                  <a:lnTo>
                    <a:pt x="103454" y="19891"/>
                  </a:lnTo>
                  <a:lnTo>
                    <a:pt x="94575" y="19891"/>
                  </a:lnTo>
                  <a:lnTo>
                    <a:pt x="94575" y="58732"/>
                  </a:lnTo>
                  <a:lnTo>
                    <a:pt x="69283" y="58732"/>
                  </a:lnTo>
                  <a:lnTo>
                    <a:pt x="69283" y="0"/>
                  </a:lnTo>
                  <a:lnTo>
                    <a:pt x="60404" y="0"/>
                  </a:lnTo>
                  <a:lnTo>
                    <a:pt x="60404" y="58732"/>
                  </a:lnTo>
                  <a:lnTo>
                    <a:pt x="39686" y="58732"/>
                  </a:lnTo>
                  <a:lnTo>
                    <a:pt x="39686" y="49593"/>
                  </a:lnTo>
                  <a:cubicBezTo>
                    <a:pt x="39921" y="43328"/>
                    <a:pt x="38773" y="37088"/>
                    <a:pt x="36323" y="31315"/>
                  </a:cubicBezTo>
                  <a:cubicBezTo>
                    <a:pt x="34544" y="27048"/>
                    <a:pt x="31490" y="23434"/>
                    <a:pt x="27579" y="20966"/>
                  </a:cubicBezTo>
                  <a:cubicBezTo>
                    <a:pt x="23872" y="18788"/>
                    <a:pt x="19636" y="17672"/>
                    <a:pt x="15336" y="17741"/>
                  </a:cubicBezTo>
                  <a:cubicBezTo>
                    <a:pt x="13365" y="17614"/>
                    <a:pt x="11388" y="17614"/>
                    <a:pt x="9417" y="17741"/>
                  </a:cubicBezTo>
                  <a:cubicBezTo>
                    <a:pt x="7869" y="17930"/>
                    <a:pt x="6340" y="18244"/>
                    <a:pt x="4843" y="18681"/>
                  </a:cubicBezTo>
                  <a:lnTo>
                    <a:pt x="4843" y="25267"/>
                  </a:lnTo>
                  <a:lnTo>
                    <a:pt x="13049" y="25267"/>
                  </a:lnTo>
                  <a:cubicBezTo>
                    <a:pt x="17683" y="25314"/>
                    <a:pt x="22081" y="27315"/>
                    <a:pt x="25157" y="30778"/>
                  </a:cubicBezTo>
                  <a:cubicBezTo>
                    <a:pt x="29158" y="36189"/>
                    <a:pt x="30982" y="42903"/>
                    <a:pt x="30269" y="49593"/>
                  </a:cubicBezTo>
                  <a:lnTo>
                    <a:pt x="30269" y="58195"/>
                  </a:lnTo>
                  <a:lnTo>
                    <a:pt x="0" y="58195"/>
                  </a:lnTo>
                  <a:lnTo>
                    <a:pt x="0" y="66124"/>
                  </a:lnTo>
                  <a:lnTo>
                    <a:pt x="80045" y="66124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16" name="Freeform 515">
              <a:extLst>
                <a:ext uri="{FF2B5EF4-FFF2-40B4-BE49-F238E27FC236}">
                  <a16:creationId xmlns:a16="http://schemas.microsoft.com/office/drawing/2014/main" id="{132669C4-1003-2047-B751-65B02CE8A16C}"/>
                </a:ext>
              </a:extLst>
            </p:cNvPr>
            <p:cNvSpPr/>
            <p:nvPr/>
          </p:nvSpPr>
          <p:spPr>
            <a:xfrm>
              <a:off x="2668540" y="2247823"/>
              <a:ext cx="8475" cy="9139"/>
            </a:xfrm>
            <a:custGeom>
              <a:avLst/>
              <a:gdLst>
                <a:gd name="connsiteX0" fmla="*/ 0 w 8475"/>
                <a:gd name="connsiteY0" fmla="*/ 0 h 9139"/>
                <a:gd name="connsiteX1" fmla="*/ 8475 w 8475"/>
                <a:gd name="connsiteY1" fmla="*/ 0 h 9139"/>
                <a:gd name="connsiteX2" fmla="*/ 8475 w 8475"/>
                <a:gd name="connsiteY2" fmla="*/ 9139 h 9139"/>
                <a:gd name="connsiteX3" fmla="*/ 0 w 8475"/>
                <a:gd name="connsiteY3" fmla="*/ 9139 h 9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5" h="9139">
                  <a:moveTo>
                    <a:pt x="0" y="0"/>
                  </a:moveTo>
                  <a:lnTo>
                    <a:pt x="8475" y="0"/>
                  </a:lnTo>
                  <a:lnTo>
                    <a:pt x="8475" y="9139"/>
                  </a:lnTo>
                  <a:lnTo>
                    <a:pt x="0" y="9139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17" name="Freeform 516">
              <a:extLst>
                <a:ext uri="{FF2B5EF4-FFF2-40B4-BE49-F238E27FC236}">
                  <a16:creationId xmlns:a16="http://schemas.microsoft.com/office/drawing/2014/main" id="{AEB4794C-65BA-CF4D-9A15-95EAE097CC85}"/>
                </a:ext>
              </a:extLst>
            </p:cNvPr>
            <p:cNvSpPr/>
            <p:nvPr/>
          </p:nvSpPr>
          <p:spPr>
            <a:xfrm>
              <a:off x="2728003" y="2173635"/>
              <a:ext cx="8878" cy="66661"/>
            </a:xfrm>
            <a:custGeom>
              <a:avLst/>
              <a:gdLst>
                <a:gd name="connsiteX0" fmla="*/ 0 w 8878"/>
                <a:gd name="connsiteY0" fmla="*/ 0 h 66661"/>
                <a:gd name="connsiteX1" fmla="*/ 8879 w 8878"/>
                <a:gd name="connsiteY1" fmla="*/ 0 h 66661"/>
                <a:gd name="connsiteX2" fmla="*/ 8879 w 8878"/>
                <a:gd name="connsiteY2" fmla="*/ 66662 h 66661"/>
                <a:gd name="connsiteX3" fmla="*/ 0 w 8878"/>
                <a:gd name="connsiteY3" fmla="*/ 66662 h 66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78" h="66661">
                  <a:moveTo>
                    <a:pt x="0" y="0"/>
                  </a:moveTo>
                  <a:lnTo>
                    <a:pt x="8879" y="0"/>
                  </a:lnTo>
                  <a:lnTo>
                    <a:pt x="8879" y="66662"/>
                  </a:lnTo>
                  <a:lnTo>
                    <a:pt x="0" y="66662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18" name="Freeform 517">
              <a:extLst>
                <a:ext uri="{FF2B5EF4-FFF2-40B4-BE49-F238E27FC236}">
                  <a16:creationId xmlns:a16="http://schemas.microsoft.com/office/drawing/2014/main" id="{61B456F6-7BD0-C14D-8AE0-97FC701CA325}"/>
                </a:ext>
              </a:extLst>
            </p:cNvPr>
            <p:cNvSpPr/>
            <p:nvPr/>
          </p:nvSpPr>
          <p:spPr>
            <a:xfrm>
              <a:off x="2769704" y="2194063"/>
              <a:ext cx="50454" cy="70033"/>
            </a:xfrm>
            <a:custGeom>
              <a:avLst/>
              <a:gdLst>
                <a:gd name="connsiteX0" fmla="*/ 41035 w 50454"/>
                <a:gd name="connsiteY0" fmla="*/ 48249 h 70033"/>
                <a:gd name="connsiteX1" fmla="*/ 36461 w 50454"/>
                <a:gd name="connsiteY1" fmla="*/ 57926 h 70033"/>
                <a:gd name="connsiteX2" fmla="*/ 25160 w 50454"/>
                <a:gd name="connsiteY2" fmla="*/ 61555 h 70033"/>
                <a:gd name="connsiteX3" fmla="*/ 16819 w 50454"/>
                <a:gd name="connsiteY3" fmla="*/ 59808 h 70033"/>
                <a:gd name="connsiteX4" fmla="*/ 10900 w 50454"/>
                <a:gd name="connsiteY4" fmla="*/ 54969 h 70033"/>
                <a:gd name="connsiteX5" fmla="*/ 8747 w 50454"/>
                <a:gd name="connsiteY5" fmla="*/ 48249 h 70033"/>
                <a:gd name="connsiteX6" fmla="*/ 9689 w 50454"/>
                <a:gd name="connsiteY6" fmla="*/ 37766 h 70033"/>
                <a:gd name="connsiteX7" fmla="*/ 12111 w 50454"/>
                <a:gd name="connsiteY7" fmla="*/ 21101 h 70033"/>
                <a:gd name="connsiteX8" fmla="*/ 3635 w 50454"/>
                <a:gd name="connsiteY8" fmla="*/ 21101 h 70033"/>
                <a:gd name="connsiteX9" fmla="*/ 3 w 50454"/>
                <a:gd name="connsiteY9" fmla="*/ 49459 h 70033"/>
                <a:gd name="connsiteX10" fmla="*/ 3366 w 50454"/>
                <a:gd name="connsiteY10" fmla="*/ 59942 h 70033"/>
                <a:gd name="connsiteX11" fmla="*/ 12514 w 50454"/>
                <a:gd name="connsiteY11" fmla="*/ 67334 h 70033"/>
                <a:gd name="connsiteX12" fmla="*/ 25967 w 50454"/>
                <a:gd name="connsiteY12" fmla="*/ 70022 h 70033"/>
                <a:gd name="connsiteX13" fmla="*/ 38478 w 50454"/>
                <a:gd name="connsiteY13" fmla="*/ 67603 h 70033"/>
                <a:gd name="connsiteX14" fmla="*/ 47223 w 50454"/>
                <a:gd name="connsiteY14" fmla="*/ 60614 h 70033"/>
                <a:gd name="connsiteX15" fmla="*/ 50451 w 50454"/>
                <a:gd name="connsiteY15" fmla="*/ 49862 h 70033"/>
                <a:gd name="connsiteX16" fmla="*/ 50452 w 50454"/>
                <a:gd name="connsiteY16" fmla="*/ 0 h 70033"/>
                <a:gd name="connsiteX17" fmla="*/ 41573 w 50454"/>
                <a:gd name="connsiteY17" fmla="*/ 0 h 70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0454" h="70033">
                  <a:moveTo>
                    <a:pt x="41035" y="48249"/>
                  </a:moveTo>
                  <a:cubicBezTo>
                    <a:pt x="41186" y="52028"/>
                    <a:pt x="39478" y="55642"/>
                    <a:pt x="36461" y="57926"/>
                  </a:cubicBezTo>
                  <a:cubicBezTo>
                    <a:pt x="33243" y="60435"/>
                    <a:pt x="29238" y="61721"/>
                    <a:pt x="25160" y="61555"/>
                  </a:cubicBezTo>
                  <a:cubicBezTo>
                    <a:pt x="22284" y="61598"/>
                    <a:pt x="19435" y="61001"/>
                    <a:pt x="16819" y="59808"/>
                  </a:cubicBezTo>
                  <a:cubicBezTo>
                    <a:pt x="14442" y="58763"/>
                    <a:pt x="12395" y="57090"/>
                    <a:pt x="10900" y="54969"/>
                  </a:cubicBezTo>
                  <a:cubicBezTo>
                    <a:pt x="9474" y="53021"/>
                    <a:pt x="8718" y="50663"/>
                    <a:pt x="8747" y="48249"/>
                  </a:cubicBezTo>
                  <a:cubicBezTo>
                    <a:pt x="8871" y="44740"/>
                    <a:pt x="9185" y="41241"/>
                    <a:pt x="9689" y="37766"/>
                  </a:cubicBezTo>
                  <a:cubicBezTo>
                    <a:pt x="10362" y="32525"/>
                    <a:pt x="11169" y="27014"/>
                    <a:pt x="12111" y="21101"/>
                  </a:cubicBezTo>
                  <a:lnTo>
                    <a:pt x="3635" y="21101"/>
                  </a:lnTo>
                  <a:cubicBezTo>
                    <a:pt x="1842" y="30470"/>
                    <a:pt x="629" y="39941"/>
                    <a:pt x="3" y="49459"/>
                  </a:cubicBezTo>
                  <a:cubicBezTo>
                    <a:pt x="-66" y="53228"/>
                    <a:pt x="1117" y="56915"/>
                    <a:pt x="3366" y="59942"/>
                  </a:cubicBezTo>
                  <a:cubicBezTo>
                    <a:pt x="5642" y="63232"/>
                    <a:pt x="8818" y="65798"/>
                    <a:pt x="12514" y="67334"/>
                  </a:cubicBezTo>
                  <a:cubicBezTo>
                    <a:pt x="16739" y="69229"/>
                    <a:pt x="21337" y="70148"/>
                    <a:pt x="25967" y="70022"/>
                  </a:cubicBezTo>
                  <a:cubicBezTo>
                    <a:pt x="30259" y="70076"/>
                    <a:pt x="34517" y="69253"/>
                    <a:pt x="38478" y="67603"/>
                  </a:cubicBezTo>
                  <a:cubicBezTo>
                    <a:pt x="41959" y="66085"/>
                    <a:pt x="44976" y="63674"/>
                    <a:pt x="47223" y="60614"/>
                  </a:cubicBezTo>
                  <a:cubicBezTo>
                    <a:pt x="49393" y="57453"/>
                    <a:pt x="50522" y="53695"/>
                    <a:pt x="50451" y="49862"/>
                  </a:cubicBezTo>
                  <a:lnTo>
                    <a:pt x="50452" y="0"/>
                  </a:lnTo>
                  <a:lnTo>
                    <a:pt x="41573" y="0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19" name="Freeform 518">
              <a:extLst>
                <a:ext uri="{FF2B5EF4-FFF2-40B4-BE49-F238E27FC236}">
                  <a16:creationId xmlns:a16="http://schemas.microsoft.com/office/drawing/2014/main" id="{809DFD93-0114-6E48-8F07-D8DDC99DCBB5}"/>
                </a:ext>
              </a:extLst>
            </p:cNvPr>
            <p:cNvSpPr/>
            <p:nvPr/>
          </p:nvSpPr>
          <p:spPr>
            <a:xfrm>
              <a:off x="2791097" y="2184252"/>
              <a:ext cx="8475" cy="9139"/>
            </a:xfrm>
            <a:custGeom>
              <a:avLst/>
              <a:gdLst>
                <a:gd name="connsiteX0" fmla="*/ 0 w 8475"/>
                <a:gd name="connsiteY0" fmla="*/ 0 h 9139"/>
                <a:gd name="connsiteX1" fmla="*/ 8475 w 8475"/>
                <a:gd name="connsiteY1" fmla="*/ 0 h 9139"/>
                <a:gd name="connsiteX2" fmla="*/ 8475 w 8475"/>
                <a:gd name="connsiteY2" fmla="*/ 9139 h 9139"/>
                <a:gd name="connsiteX3" fmla="*/ 0 w 8475"/>
                <a:gd name="connsiteY3" fmla="*/ 9139 h 9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5" h="9139">
                  <a:moveTo>
                    <a:pt x="0" y="0"/>
                  </a:moveTo>
                  <a:lnTo>
                    <a:pt x="8475" y="0"/>
                  </a:lnTo>
                  <a:lnTo>
                    <a:pt x="8475" y="9139"/>
                  </a:lnTo>
                  <a:lnTo>
                    <a:pt x="0" y="9139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20" name="Freeform 519">
              <a:extLst>
                <a:ext uri="{FF2B5EF4-FFF2-40B4-BE49-F238E27FC236}">
                  <a16:creationId xmlns:a16="http://schemas.microsoft.com/office/drawing/2014/main" id="{0E304F69-3CB6-FE40-A3F2-3BF80756339A}"/>
                </a:ext>
              </a:extLst>
            </p:cNvPr>
            <p:cNvSpPr/>
            <p:nvPr/>
          </p:nvSpPr>
          <p:spPr>
            <a:xfrm>
              <a:off x="2829008" y="2191474"/>
              <a:ext cx="39622" cy="72129"/>
            </a:xfrm>
            <a:custGeom>
              <a:avLst/>
              <a:gdLst>
                <a:gd name="connsiteX0" fmla="*/ 17516 w 39622"/>
                <a:gd name="connsiteY0" fmla="*/ 48823 h 72129"/>
                <a:gd name="connsiteX1" fmla="*/ 30969 w 39622"/>
                <a:gd name="connsiteY1" fmla="*/ 48823 h 72129"/>
                <a:gd name="connsiteX2" fmla="*/ 29893 w 39622"/>
                <a:gd name="connsiteY2" fmla="*/ 58499 h 72129"/>
                <a:gd name="connsiteX3" fmla="*/ 26933 w 39622"/>
                <a:gd name="connsiteY3" fmla="*/ 62935 h 72129"/>
                <a:gd name="connsiteX4" fmla="*/ 21686 w 39622"/>
                <a:gd name="connsiteY4" fmla="*/ 64144 h 72129"/>
                <a:gd name="connsiteX5" fmla="*/ 7560 w 39622"/>
                <a:gd name="connsiteY5" fmla="*/ 62666 h 72129"/>
                <a:gd name="connsiteX6" fmla="*/ 7561 w 39622"/>
                <a:gd name="connsiteY6" fmla="*/ 70595 h 72129"/>
                <a:gd name="connsiteX7" fmla="*/ 22359 w 39622"/>
                <a:gd name="connsiteY7" fmla="*/ 72074 h 72129"/>
                <a:gd name="connsiteX8" fmla="*/ 35812 w 39622"/>
                <a:gd name="connsiteY8" fmla="*/ 64278 h 72129"/>
                <a:gd name="connsiteX9" fmla="*/ 39579 w 39622"/>
                <a:gd name="connsiteY9" fmla="*/ 42237 h 72129"/>
                <a:gd name="connsiteX10" fmla="*/ 39579 w 39622"/>
                <a:gd name="connsiteY10" fmla="*/ 1917 h 72129"/>
                <a:gd name="connsiteX11" fmla="*/ 20475 w 39622"/>
                <a:gd name="connsiteY11" fmla="*/ 36 h 72129"/>
                <a:gd name="connsiteX12" fmla="*/ 8368 w 39622"/>
                <a:gd name="connsiteY12" fmla="*/ 2589 h 72129"/>
                <a:gd name="connsiteX13" fmla="*/ 2045 w 39622"/>
                <a:gd name="connsiteY13" fmla="*/ 10653 h 72129"/>
                <a:gd name="connsiteX14" fmla="*/ 27 w 39622"/>
                <a:gd name="connsiteY14" fmla="*/ 25437 h 72129"/>
                <a:gd name="connsiteX15" fmla="*/ 3390 w 39622"/>
                <a:gd name="connsiteY15" fmla="*/ 41968 h 72129"/>
                <a:gd name="connsiteX16" fmla="*/ 17516 w 39622"/>
                <a:gd name="connsiteY16" fmla="*/ 48823 h 72129"/>
                <a:gd name="connsiteX17" fmla="*/ 11731 w 39622"/>
                <a:gd name="connsiteY17" fmla="*/ 12132 h 72129"/>
                <a:gd name="connsiteX18" fmla="*/ 22359 w 39622"/>
                <a:gd name="connsiteY18" fmla="*/ 8234 h 72129"/>
                <a:gd name="connsiteX19" fmla="*/ 30431 w 39622"/>
                <a:gd name="connsiteY19" fmla="*/ 8906 h 72129"/>
                <a:gd name="connsiteX20" fmla="*/ 30431 w 39622"/>
                <a:gd name="connsiteY20" fmla="*/ 40893 h 72129"/>
                <a:gd name="connsiteX21" fmla="*/ 20475 w 39622"/>
                <a:gd name="connsiteY21" fmla="*/ 40893 h 72129"/>
                <a:gd name="connsiteX22" fmla="*/ 11058 w 39622"/>
                <a:gd name="connsiteY22" fmla="*/ 36592 h 72129"/>
                <a:gd name="connsiteX23" fmla="*/ 8771 w 39622"/>
                <a:gd name="connsiteY23" fmla="*/ 25437 h 72129"/>
                <a:gd name="connsiteX24" fmla="*/ 11731 w 39622"/>
                <a:gd name="connsiteY24" fmla="*/ 12669 h 7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9622" h="72129">
                  <a:moveTo>
                    <a:pt x="17516" y="48823"/>
                  </a:moveTo>
                  <a:lnTo>
                    <a:pt x="30969" y="48823"/>
                  </a:lnTo>
                  <a:cubicBezTo>
                    <a:pt x="31075" y="52083"/>
                    <a:pt x="30712" y="55342"/>
                    <a:pt x="29893" y="58499"/>
                  </a:cubicBezTo>
                  <a:cubicBezTo>
                    <a:pt x="29560" y="60322"/>
                    <a:pt x="28489" y="61927"/>
                    <a:pt x="26933" y="62935"/>
                  </a:cubicBezTo>
                  <a:cubicBezTo>
                    <a:pt x="25326" y="63805"/>
                    <a:pt x="23513" y="64223"/>
                    <a:pt x="21686" y="64144"/>
                  </a:cubicBezTo>
                  <a:cubicBezTo>
                    <a:pt x="16949" y="63972"/>
                    <a:pt x="12230" y="63478"/>
                    <a:pt x="7560" y="62666"/>
                  </a:cubicBezTo>
                  <a:lnTo>
                    <a:pt x="7561" y="70595"/>
                  </a:lnTo>
                  <a:cubicBezTo>
                    <a:pt x="12466" y="71336"/>
                    <a:pt x="17405" y="71829"/>
                    <a:pt x="22359" y="72074"/>
                  </a:cubicBezTo>
                  <a:cubicBezTo>
                    <a:pt x="28045" y="72590"/>
                    <a:pt x="33438" y="69465"/>
                    <a:pt x="35812" y="64278"/>
                  </a:cubicBezTo>
                  <a:cubicBezTo>
                    <a:pt x="38600" y="57276"/>
                    <a:pt x="39884" y="49767"/>
                    <a:pt x="39579" y="42237"/>
                  </a:cubicBezTo>
                  <a:lnTo>
                    <a:pt x="39579" y="1917"/>
                  </a:lnTo>
                  <a:cubicBezTo>
                    <a:pt x="33282" y="705"/>
                    <a:pt x="26887" y="76"/>
                    <a:pt x="20475" y="36"/>
                  </a:cubicBezTo>
                  <a:cubicBezTo>
                    <a:pt x="16285" y="-194"/>
                    <a:pt x="12108" y="687"/>
                    <a:pt x="8368" y="2589"/>
                  </a:cubicBezTo>
                  <a:cubicBezTo>
                    <a:pt x="5277" y="4338"/>
                    <a:pt x="3004" y="7237"/>
                    <a:pt x="2045" y="10653"/>
                  </a:cubicBezTo>
                  <a:cubicBezTo>
                    <a:pt x="534" y="15430"/>
                    <a:pt x="-149" y="20430"/>
                    <a:pt x="27" y="25437"/>
                  </a:cubicBezTo>
                  <a:cubicBezTo>
                    <a:pt x="-183" y="31136"/>
                    <a:pt x="970" y="36803"/>
                    <a:pt x="3390" y="41968"/>
                  </a:cubicBezTo>
                  <a:cubicBezTo>
                    <a:pt x="6327" y="46844"/>
                    <a:pt x="11865" y="49531"/>
                    <a:pt x="17516" y="48823"/>
                  </a:cubicBezTo>
                  <a:close/>
                  <a:moveTo>
                    <a:pt x="11731" y="12132"/>
                  </a:moveTo>
                  <a:cubicBezTo>
                    <a:pt x="14527" y="9334"/>
                    <a:pt x="18415" y="7908"/>
                    <a:pt x="22359" y="8234"/>
                  </a:cubicBezTo>
                  <a:cubicBezTo>
                    <a:pt x="25064" y="8218"/>
                    <a:pt x="27765" y="8443"/>
                    <a:pt x="30431" y="8906"/>
                  </a:cubicBezTo>
                  <a:lnTo>
                    <a:pt x="30431" y="40893"/>
                  </a:lnTo>
                  <a:lnTo>
                    <a:pt x="20475" y="40893"/>
                  </a:lnTo>
                  <a:cubicBezTo>
                    <a:pt x="16763" y="41431"/>
                    <a:pt x="13080" y="39749"/>
                    <a:pt x="11058" y="36592"/>
                  </a:cubicBezTo>
                  <a:cubicBezTo>
                    <a:pt x="9382" y="33121"/>
                    <a:pt x="8597" y="29287"/>
                    <a:pt x="8771" y="25437"/>
                  </a:cubicBezTo>
                  <a:cubicBezTo>
                    <a:pt x="8542" y="20988"/>
                    <a:pt x="9567" y="16564"/>
                    <a:pt x="11731" y="12669"/>
                  </a:cubicBez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21" name="Freeform 520">
              <a:extLst>
                <a:ext uri="{FF2B5EF4-FFF2-40B4-BE49-F238E27FC236}">
                  <a16:creationId xmlns:a16="http://schemas.microsoft.com/office/drawing/2014/main" id="{F93D62DE-91BE-9142-B9A2-0A577ED13FD6}"/>
                </a:ext>
              </a:extLst>
            </p:cNvPr>
            <p:cNvSpPr/>
            <p:nvPr/>
          </p:nvSpPr>
          <p:spPr>
            <a:xfrm>
              <a:off x="2889035" y="2163010"/>
              <a:ext cx="20583" cy="20838"/>
            </a:xfrm>
            <a:custGeom>
              <a:avLst/>
              <a:gdLst>
                <a:gd name="connsiteX0" fmla="*/ 942 w 20583"/>
                <a:gd name="connsiteY0" fmla="*/ 20839 h 20838"/>
                <a:gd name="connsiteX1" fmla="*/ 20583 w 20583"/>
                <a:gd name="connsiteY1" fmla="*/ 16941 h 20838"/>
                <a:gd name="connsiteX2" fmla="*/ 19372 w 20583"/>
                <a:gd name="connsiteY2" fmla="*/ 12372 h 20838"/>
                <a:gd name="connsiteX3" fmla="*/ 8879 w 20583"/>
                <a:gd name="connsiteY3" fmla="*/ 15060 h 20838"/>
                <a:gd name="connsiteX4" fmla="*/ 6592 w 20583"/>
                <a:gd name="connsiteY4" fmla="*/ 10759 h 20838"/>
                <a:gd name="connsiteX5" fmla="*/ 8206 w 20583"/>
                <a:gd name="connsiteY5" fmla="*/ 7130 h 20838"/>
                <a:gd name="connsiteX6" fmla="*/ 11973 w 20583"/>
                <a:gd name="connsiteY6" fmla="*/ 5517 h 20838"/>
                <a:gd name="connsiteX7" fmla="*/ 14395 w 20583"/>
                <a:gd name="connsiteY7" fmla="*/ 5517 h 20838"/>
                <a:gd name="connsiteX8" fmla="*/ 16144 w 20583"/>
                <a:gd name="connsiteY8" fmla="*/ 6458 h 20838"/>
                <a:gd name="connsiteX9" fmla="*/ 17220 w 20583"/>
                <a:gd name="connsiteY9" fmla="*/ 2157 h 20838"/>
                <a:gd name="connsiteX10" fmla="*/ 10224 w 20583"/>
                <a:gd name="connsiteY10" fmla="*/ 7 h 20838"/>
                <a:gd name="connsiteX11" fmla="*/ 3632 w 20583"/>
                <a:gd name="connsiteY11" fmla="*/ 2561 h 20838"/>
                <a:gd name="connsiteX12" fmla="*/ 1076 w 20583"/>
                <a:gd name="connsiteY12" fmla="*/ 8743 h 20838"/>
                <a:gd name="connsiteX13" fmla="*/ 2018 w 20583"/>
                <a:gd name="connsiteY13" fmla="*/ 12506 h 20838"/>
                <a:gd name="connsiteX14" fmla="*/ 4439 w 20583"/>
                <a:gd name="connsiteY14" fmla="*/ 15732 h 20838"/>
                <a:gd name="connsiteX15" fmla="*/ 0 w 20583"/>
                <a:gd name="connsiteY15" fmla="*/ 16941 h 2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583" h="20838">
                  <a:moveTo>
                    <a:pt x="942" y="20839"/>
                  </a:moveTo>
                  <a:lnTo>
                    <a:pt x="20583" y="16941"/>
                  </a:lnTo>
                  <a:lnTo>
                    <a:pt x="19372" y="12372"/>
                  </a:lnTo>
                  <a:lnTo>
                    <a:pt x="8879" y="15060"/>
                  </a:lnTo>
                  <a:cubicBezTo>
                    <a:pt x="7456" y="14088"/>
                    <a:pt x="6601" y="12481"/>
                    <a:pt x="6592" y="10759"/>
                  </a:cubicBezTo>
                  <a:cubicBezTo>
                    <a:pt x="6602" y="9378"/>
                    <a:pt x="7187" y="8063"/>
                    <a:pt x="8206" y="7130"/>
                  </a:cubicBezTo>
                  <a:cubicBezTo>
                    <a:pt x="9161" y="6062"/>
                    <a:pt x="10541" y="5471"/>
                    <a:pt x="11973" y="5517"/>
                  </a:cubicBezTo>
                  <a:cubicBezTo>
                    <a:pt x="12773" y="5365"/>
                    <a:pt x="13595" y="5365"/>
                    <a:pt x="14395" y="5517"/>
                  </a:cubicBezTo>
                  <a:cubicBezTo>
                    <a:pt x="15021" y="5743"/>
                    <a:pt x="15610" y="6060"/>
                    <a:pt x="16144" y="6458"/>
                  </a:cubicBezTo>
                  <a:lnTo>
                    <a:pt x="17220" y="2157"/>
                  </a:lnTo>
                  <a:cubicBezTo>
                    <a:pt x="15155" y="760"/>
                    <a:pt x="12719" y="11"/>
                    <a:pt x="10224" y="7"/>
                  </a:cubicBezTo>
                  <a:cubicBezTo>
                    <a:pt x="7768" y="-90"/>
                    <a:pt x="5381" y="834"/>
                    <a:pt x="3632" y="2561"/>
                  </a:cubicBezTo>
                  <a:cubicBezTo>
                    <a:pt x="2029" y="4225"/>
                    <a:pt x="1115" y="6433"/>
                    <a:pt x="1076" y="8743"/>
                  </a:cubicBezTo>
                  <a:cubicBezTo>
                    <a:pt x="1049" y="10059"/>
                    <a:pt x="1374" y="11358"/>
                    <a:pt x="2018" y="12506"/>
                  </a:cubicBezTo>
                  <a:cubicBezTo>
                    <a:pt x="2544" y="13766"/>
                    <a:pt x="3376" y="14875"/>
                    <a:pt x="4439" y="15732"/>
                  </a:cubicBezTo>
                  <a:lnTo>
                    <a:pt x="0" y="16941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0D3057EC-B373-C34D-A426-E9727CA74987}"/>
                </a:ext>
              </a:extLst>
            </p:cNvPr>
            <p:cNvSpPr/>
            <p:nvPr/>
          </p:nvSpPr>
          <p:spPr>
            <a:xfrm>
              <a:off x="2960336" y="2175919"/>
              <a:ext cx="7937" cy="8870"/>
            </a:xfrm>
            <a:custGeom>
              <a:avLst/>
              <a:gdLst>
                <a:gd name="connsiteX0" fmla="*/ 0 w 7937"/>
                <a:gd name="connsiteY0" fmla="*/ 0 h 8870"/>
                <a:gd name="connsiteX1" fmla="*/ 7937 w 7937"/>
                <a:gd name="connsiteY1" fmla="*/ 0 h 8870"/>
                <a:gd name="connsiteX2" fmla="*/ 7937 w 7937"/>
                <a:gd name="connsiteY2" fmla="*/ 8870 h 8870"/>
                <a:gd name="connsiteX3" fmla="*/ 0 w 7937"/>
                <a:gd name="connsiteY3" fmla="*/ 8870 h 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37" h="8870">
                  <a:moveTo>
                    <a:pt x="0" y="0"/>
                  </a:moveTo>
                  <a:lnTo>
                    <a:pt x="7937" y="0"/>
                  </a:lnTo>
                  <a:lnTo>
                    <a:pt x="7937" y="8870"/>
                  </a:lnTo>
                  <a:lnTo>
                    <a:pt x="0" y="8870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23" name="Freeform 522">
              <a:extLst>
                <a:ext uri="{FF2B5EF4-FFF2-40B4-BE49-F238E27FC236}">
                  <a16:creationId xmlns:a16="http://schemas.microsoft.com/office/drawing/2014/main" id="{647E4AC8-4B6A-224B-9F52-3F02D20BE003}"/>
                </a:ext>
              </a:extLst>
            </p:cNvPr>
            <p:cNvSpPr/>
            <p:nvPr/>
          </p:nvSpPr>
          <p:spPr>
            <a:xfrm>
              <a:off x="2966794" y="2163958"/>
              <a:ext cx="7668" cy="8467"/>
            </a:xfrm>
            <a:custGeom>
              <a:avLst/>
              <a:gdLst>
                <a:gd name="connsiteX0" fmla="*/ 0 w 7668"/>
                <a:gd name="connsiteY0" fmla="*/ 0 h 8467"/>
                <a:gd name="connsiteX1" fmla="*/ 7668 w 7668"/>
                <a:gd name="connsiteY1" fmla="*/ 0 h 8467"/>
                <a:gd name="connsiteX2" fmla="*/ 7668 w 7668"/>
                <a:gd name="connsiteY2" fmla="*/ 8467 h 8467"/>
                <a:gd name="connsiteX3" fmla="*/ 0 w 7668"/>
                <a:gd name="connsiteY3" fmla="*/ 8467 h 8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68" h="8467">
                  <a:moveTo>
                    <a:pt x="0" y="0"/>
                  </a:moveTo>
                  <a:lnTo>
                    <a:pt x="7668" y="0"/>
                  </a:lnTo>
                  <a:lnTo>
                    <a:pt x="7668" y="84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24" name="Freeform 523">
              <a:extLst>
                <a:ext uri="{FF2B5EF4-FFF2-40B4-BE49-F238E27FC236}">
                  <a16:creationId xmlns:a16="http://schemas.microsoft.com/office/drawing/2014/main" id="{0668C24B-1F54-9045-A0D6-B9C37CCFF026}"/>
                </a:ext>
              </a:extLst>
            </p:cNvPr>
            <p:cNvSpPr/>
            <p:nvPr/>
          </p:nvSpPr>
          <p:spPr>
            <a:xfrm>
              <a:off x="2972982" y="2175919"/>
              <a:ext cx="7937" cy="8870"/>
            </a:xfrm>
            <a:custGeom>
              <a:avLst/>
              <a:gdLst>
                <a:gd name="connsiteX0" fmla="*/ 0 w 7937"/>
                <a:gd name="connsiteY0" fmla="*/ 0 h 8870"/>
                <a:gd name="connsiteX1" fmla="*/ 7937 w 7937"/>
                <a:gd name="connsiteY1" fmla="*/ 0 h 8870"/>
                <a:gd name="connsiteX2" fmla="*/ 7937 w 7937"/>
                <a:gd name="connsiteY2" fmla="*/ 8870 h 8870"/>
                <a:gd name="connsiteX3" fmla="*/ 0 w 7937"/>
                <a:gd name="connsiteY3" fmla="*/ 8870 h 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37" h="8870">
                  <a:moveTo>
                    <a:pt x="0" y="0"/>
                  </a:moveTo>
                  <a:lnTo>
                    <a:pt x="7937" y="0"/>
                  </a:lnTo>
                  <a:lnTo>
                    <a:pt x="7937" y="8870"/>
                  </a:lnTo>
                  <a:lnTo>
                    <a:pt x="0" y="8870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25" name="Freeform 524">
              <a:extLst>
                <a:ext uri="{FF2B5EF4-FFF2-40B4-BE49-F238E27FC236}">
                  <a16:creationId xmlns:a16="http://schemas.microsoft.com/office/drawing/2014/main" id="{78D9C67A-BA0F-F442-8EA8-15D864D6B415}"/>
                </a:ext>
              </a:extLst>
            </p:cNvPr>
            <p:cNvSpPr/>
            <p:nvPr/>
          </p:nvSpPr>
          <p:spPr>
            <a:xfrm>
              <a:off x="2876509" y="2173366"/>
              <a:ext cx="152841" cy="90533"/>
            </a:xfrm>
            <a:custGeom>
              <a:avLst/>
              <a:gdLst>
                <a:gd name="connsiteX0" fmla="*/ 144097 w 152841"/>
                <a:gd name="connsiteY0" fmla="*/ 59001 h 90533"/>
                <a:gd name="connsiteX1" fmla="*/ 123514 w 152841"/>
                <a:gd name="connsiteY1" fmla="*/ 59001 h 90533"/>
                <a:gd name="connsiteX2" fmla="*/ 123514 w 152841"/>
                <a:gd name="connsiteY2" fmla="*/ 40857 h 90533"/>
                <a:gd name="connsiteX3" fmla="*/ 122707 w 152841"/>
                <a:gd name="connsiteY3" fmla="*/ 31718 h 90533"/>
                <a:gd name="connsiteX4" fmla="*/ 120689 w 152841"/>
                <a:gd name="connsiteY4" fmla="*/ 20160 h 90533"/>
                <a:gd name="connsiteX5" fmla="*/ 113155 w 152841"/>
                <a:gd name="connsiteY5" fmla="*/ 20160 h 90533"/>
                <a:gd name="connsiteX6" fmla="*/ 114635 w 152841"/>
                <a:gd name="connsiteY6" fmla="*/ 40588 h 90533"/>
                <a:gd name="connsiteX7" fmla="*/ 114635 w 152841"/>
                <a:gd name="connsiteY7" fmla="*/ 58732 h 90533"/>
                <a:gd name="connsiteX8" fmla="*/ 105621 w 152841"/>
                <a:gd name="connsiteY8" fmla="*/ 58732 h 90533"/>
                <a:gd name="connsiteX9" fmla="*/ 101855 w 152841"/>
                <a:gd name="connsiteY9" fmla="*/ 57926 h 90533"/>
                <a:gd name="connsiteX10" fmla="*/ 98760 w 152841"/>
                <a:gd name="connsiteY10" fmla="*/ 56044 h 90533"/>
                <a:gd name="connsiteX11" fmla="*/ 99971 w 152841"/>
                <a:gd name="connsiteY11" fmla="*/ 46502 h 90533"/>
                <a:gd name="connsiteX12" fmla="*/ 99971 w 152841"/>
                <a:gd name="connsiteY12" fmla="*/ 24595 h 90533"/>
                <a:gd name="connsiteX13" fmla="*/ 90958 w 152841"/>
                <a:gd name="connsiteY13" fmla="*/ 24595 h 90533"/>
                <a:gd name="connsiteX14" fmla="*/ 90958 w 152841"/>
                <a:gd name="connsiteY14" fmla="*/ 46502 h 90533"/>
                <a:gd name="connsiteX15" fmla="*/ 89074 w 152841"/>
                <a:gd name="connsiteY15" fmla="*/ 55238 h 90533"/>
                <a:gd name="connsiteX16" fmla="*/ 83020 w 152841"/>
                <a:gd name="connsiteY16" fmla="*/ 58732 h 90533"/>
                <a:gd name="connsiteX17" fmla="*/ 75352 w 152841"/>
                <a:gd name="connsiteY17" fmla="*/ 58732 h 90533"/>
                <a:gd name="connsiteX18" fmla="*/ 75352 w 152841"/>
                <a:gd name="connsiteY18" fmla="*/ 24595 h 90533"/>
                <a:gd name="connsiteX19" fmla="*/ 66473 w 152841"/>
                <a:gd name="connsiteY19" fmla="*/ 24595 h 90533"/>
                <a:gd name="connsiteX20" fmla="*/ 66473 w 152841"/>
                <a:gd name="connsiteY20" fmla="*/ 58732 h 90533"/>
                <a:gd name="connsiteX21" fmla="*/ 39567 w 152841"/>
                <a:gd name="connsiteY21" fmla="*/ 58732 h 90533"/>
                <a:gd name="connsiteX22" fmla="*/ 39567 w 152841"/>
                <a:gd name="connsiteY22" fmla="*/ 20025 h 90533"/>
                <a:gd name="connsiteX23" fmla="*/ 30419 w 152841"/>
                <a:gd name="connsiteY23" fmla="*/ 18681 h 90533"/>
                <a:gd name="connsiteX24" fmla="*/ 20598 w 152841"/>
                <a:gd name="connsiteY24" fmla="*/ 18681 h 90533"/>
                <a:gd name="connsiteX25" fmla="*/ 8491 w 152841"/>
                <a:gd name="connsiteY25" fmla="*/ 21235 h 90533"/>
                <a:gd name="connsiteX26" fmla="*/ 2033 w 152841"/>
                <a:gd name="connsiteY26" fmla="*/ 29299 h 90533"/>
                <a:gd name="connsiteX27" fmla="*/ 15 w 152841"/>
                <a:gd name="connsiteY27" fmla="*/ 44083 h 90533"/>
                <a:gd name="connsiteX28" fmla="*/ 3513 w 152841"/>
                <a:gd name="connsiteY28" fmla="*/ 60614 h 90533"/>
                <a:gd name="connsiteX29" fmla="*/ 17773 w 152841"/>
                <a:gd name="connsiteY29" fmla="*/ 67200 h 90533"/>
                <a:gd name="connsiteX30" fmla="*/ 30553 w 152841"/>
                <a:gd name="connsiteY30" fmla="*/ 67200 h 90533"/>
                <a:gd name="connsiteX31" fmla="*/ 29612 w 152841"/>
                <a:gd name="connsiteY31" fmla="*/ 76876 h 90533"/>
                <a:gd name="connsiteX32" fmla="*/ 26518 w 152841"/>
                <a:gd name="connsiteY32" fmla="*/ 81311 h 90533"/>
                <a:gd name="connsiteX33" fmla="*/ 21405 w 152841"/>
                <a:gd name="connsiteY33" fmla="*/ 82521 h 90533"/>
                <a:gd name="connsiteX34" fmla="*/ 7952 w 152841"/>
                <a:gd name="connsiteY34" fmla="*/ 81043 h 90533"/>
                <a:gd name="connsiteX35" fmla="*/ 7952 w 152841"/>
                <a:gd name="connsiteY35" fmla="*/ 88972 h 90533"/>
                <a:gd name="connsiteX36" fmla="*/ 22751 w 152841"/>
                <a:gd name="connsiteY36" fmla="*/ 90451 h 90533"/>
                <a:gd name="connsiteX37" fmla="*/ 35531 w 152841"/>
                <a:gd name="connsiteY37" fmla="*/ 84403 h 90533"/>
                <a:gd name="connsiteX38" fmla="*/ 40105 w 152841"/>
                <a:gd name="connsiteY38" fmla="*/ 67200 h 90533"/>
                <a:gd name="connsiteX39" fmla="*/ 86249 w 152841"/>
                <a:gd name="connsiteY39" fmla="*/ 67200 h 90533"/>
                <a:gd name="connsiteX40" fmla="*/ 95262 w 152841"/>
                <a:gd name="connsiteY40" fmla="*/ 63436 h 90533"/>
                <a:gd name="connsiteX41" fmla="*/ 105756 w 152841"/>
                <a:gd name="connsiteY41" fmla="*/ 67200 h 90533"/>
                <a:gd name="connsiteX42" fmla="*/ 152841 w 152841"/>
                <a:gd name="connsiteY42" fmla="*/ 67200 h 90533"/>
                <a:gd name="connsiteX43" fmla="*/ 152841 w 152841"/>
                <a:gd name="connsiteY43" fmla="*/ 0 h 90533"/>
                <a:gd name="connsiteX44" fmla="*/ 143828 w 152841"/>
                <a:gd name="connsiteY44" fmla="*/ 0 h 90533"/>
                <a:gd name="connsiteX45" fmla="*/ 31630 w 152841"/>
                <a:gd name="connsiteY45" fmla="*/ 59001 h 90533"/>
                <a:gd name="connsiteX46" fmla="*/ 21674 w 152841"/>
                <a:gd name="connsiteY46" fmla="*/ 59001 h 90533"/>
                <a:gd name="connsiteX47" fmla="*/ 12123 w 152841"/>
                <a:gd name="connsiteY47" fmla="*/ 54700 h 90533"/>
                <a:gd name="connsiteX48" fmla="*/ 9836 w 152841"/>
                <a:gd name="connsiteY48" fmla="*/ 43545 h 90533"/>
                <a:gd name="connsiteX49" fmla="*/ 12930 w 152841"/>
                <a:gd name="connsiteY49" fmla="*/ 30105 h 90533"/>
                <a:gd name="connsiteX50" fmla="*/ 23558 w 152841"/>
                <a:gd name="connsiteY50" fmla="*/ 26208 h 90533"/>
                <a:gd name="connsiteX51" fmla="*/ 31630 w 152841"/>
                <a:gd name="connsiteY51" fmla="*/ 26880 h 90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52841" h="90533">
                  <a:moveTo>
                    <a:pt x="144097" y="59001"/>
                  </a:moveTo>
                  <a:lnTo>
                    <a:pt x="123514" y="59001"/>
                  </a:lnTo>
                  <a:lnTo>
                    <a:pt x="123514" y="40857"/>
                  </a:lnTo>
                  <a:cubicBezTo>
                    <a:pt x="123429" y="37797"/>
                    <a:pt x="123159" y="34746"/>
                    <a:pt x="122707" y="31718"/>
                  </a:cubicBezTo>
                  <a:cubicBezTo>
                    <a:pt x="122707" y="27686"/>
                    <a:pt x="121361" y="23788"/>
                    <a:pt x="120689" y="20160"/>
                  </a:cubicBezTo>
                  <a:lnTo>
                    <a:pt x="113155" y="20160"/>
                  </a:lnTo>
                  <a:cubicBezTo>
                    <a:pt x="114097" y="29433"/>
                    <a:pt x="114635" y="36288"/>
                    <a:pt x="114635" y="40588"/>
                  </a:cubicBezTo>
                  <a:lnTo>
                    <a:pt x="114635" y="58732"/>
                  </a:lnTo>
                  <a:lnTo>
                    <a:pt x="105621" y="58732"/>
                  </a:lnTo>
                  <a:cubicBezTo>
                    <a:pt x="104325" y="58711"/>
                    <a:pt x="103046" y="58437"/>
                    <a:pt x="101855" y="57926"/>
                  </a:cubicBezTo>
                  <a:cubicBezTo>
                    <a:pt x="100743" y="57441"/>
                    <a:pt x="99702" y="56808"/>
                    <a:pt x="98760" y="56044"/>
                  </a:cubicBezTo>
                  <a:cubicBezTo>
                    <a:pt x="99602" y="52935"/>
                    <a:pt x="100010" y="49723"/>
                    <a:pt x="99971" y="46502"/>
                  </a:cubicBezTo>
                  <a:lnTo>
                    <a:pt x="99971" y="24595"/>
                  </a:lnTo>
                  <a:lnTo>
                    <a:pt x="90958" y="24595"/>
                  </a:lnTo>
                  <a:lnTo>
                    <a:pt x="90958" y="46502"/>
                  </a:lnTo>
                  <a:cubicBezTo>
                    <a:pt x="91111" y="49529"/>
                    <a:pt x="90461" y="52542"/>
                    <a:pt x="89074" y="55238"/>
                  </a:cubicBezTo>
                  <a:cubicBezTo>
                    <a:pt x="87943" y="57513"/>
                    <a:pt x="85558" y="58889"/>
                    <a:pt x="83020" y="58732"/>
                  </a:cubicBezTo>
                  <a:lnTo>
                    <a:pt x="75352" y="58732"/>
                  </a:lnTo>
                  <a:lnTo>
                    <a:pt x="75352" y="24595"/>
                  </a:lnTo>
                  <a:lnTo>
                    <a:pt x="66473" y="24595"/>
                  </a:lnTo>
                  <a:lnTo>
                    <a:pt x="66473" y="58732"/>
                  </a:lnTo>
                  <a:lnTo>
                    <a:pt x="39567" y="58732"/>
                  </a:lnTo>
                  <a:lnTo>
                    <a:pt x="39567" y="20025"/>
                  </a:lnTo>
                  <a:cubicBezTo>
                    <a:pt x="36546" y="19403"/>
                    <a:pt x="33491" y="18954"/>
                    <a:pt x="30419" y="18681"/>
                  </a:cubicBezTo>
                  <a:cubicBezTo>
                    <a:pt x="27148" y="18502"/>
                    <a:pt x="23869" y="18502"/>
                    <a:pt x="20598" y="18681"/>
                  </a:cubicBezTo>
                  <a:cubicBezTo>
                    <a:pt x="16408" y="18452"/>
                    <a:pt x="12231" y="19333"/>
                    <a:pt x="8491" y="21235"/>
                  </a:cubicBezTo>
                  <a:cubicBezTo>
                    <a:pt x="5422" y="23041"/>
                    <a:pt x="3124" y="25911"/>
                    <a:pt x="2033" y="29299"/>
                  </a:cubicBezTo>
                  <a:cubicBezTo>
                    <a:pt x="655" y="34105"/>
                    <a:pt x="-25" y="39084"/>
                    <a:pt x="15" y="44083"/>
                  </a:cubicBezTo>
                  <a:cubicBezTo>
                    <a:pt x="-152" y="49793"/>
                    <a:pt x="1047" y="55460"/>
                    <a:pt x="3513" y="60614"/>
                  </a:cubicBezTo>
                  <a:cubicBezTo>
                    <a:pt x="6543" y="65435"/>
                    <a:pt x="12134" y="68018"/>
                    <a:pt x="17773" y="67200"/>
                  </a:cubicBezTo>
                  <a:lnTo>
                    <a:pt x="30553" y="67200"/>
                  </a:lnTo>
                  <a:cubicBezTo>
                    <a:pt x="30689" y="70453"/>
                    <a:pt x="30372" y="73710"/>
                    <a:pt x="29612" y="76876"/>
                  </a:cubicBezTo>
                  <a:cubicBezTo>
                    <a:pt x="29247" y="78722"/>
                    <a:pt x="28125" y="80331"/>
                    <a:pt x="26518" y="81311"/>
                  </a:cubicBezTo>
                  <a:cubicBezTo>
                    <a:pt x="24966" y="82198"/>
                    <a:pt x="23190" y="82618"/>
                    <a:pt x="21405" y="82521"/>
                  </a:cubicBezTo>
                  <a:cubicBezTo>
                    <a:pt x="16893" y="82325"/>
                    <a:pt x="12399" y="81831"/>
                    <a:pt x="7952" y="81043"/>
                  </a:cubicBezTo>
                  <a:lnTo>
                    <a:pt x="7952" y="88972"/>
                  </a:lnTo>
                  <a:cubicBezTo>
                    <a:pt x="12857" y="89712"/>
                    <a:pt x="17796" y="90206"/>
                    <a:pt x="22751" y="90451"/>
                  </a:cubicBezTo>
                  <a:cubicBezTo>
                    <a:pt x="27814" y="91014"/>
                    <a:pt x="32761" y="88673"/>
                    <a:pt x="35531" y="84403"/>
                  </a:cubicBezTo>
                  <a:cubicBezTo>
                    <a:pt x="38472" y="79141"/>
                    <a:pt x="40045" y="73226"/>
                    <a:pt x="40105" y="67200"/>
                  </a:cubicBezTo>
                  <a:lnTo>
                    <a:pt x="86249" y="67200"/>
                  </a:lnTo>
                  <a:cubicBezTo>
                    <a:pt x="89666" y="67355"/>
                    <a:pt x="92972" y="65974"/>
                    <a:pt x="95262" y="63436"/>
                  </a:cubicBezTo>
                  <a:cubicBezTo>
                    <a:pt x="98196" y="65906"/>
                    <a:pt x="101920" y="67242"/>
                    <a:pt x="105756" y="67200"/>
                  </a:cubicBezTo>
                  <a:lnTo>
                    <a:pt x="152841" y="67200"/>
                  </a:lnTo>
                  <a:lnTo>
                    <a:pt x="152841" y="0"/>
                  </a:lnTo>
                  <a:lnTo>
                    <a:pt x="143828" y="0"/>
                  </a:lnTo>
                  <a:close/>
                  <a:moveTo>
                    <a:pt x="31630" y="59001"/>
                  </a:moveTo>
                  <a:lnTo>
                    <a:pt x="21674" y="59001"/>
                  </a:lnTo>
                  <a:cubicBezTo>
                    <a:pt x="17927" y="59526"/>
                    <a:pt x="14211" y="57853"/>
                    <a:pt x="12123" y="54700"/>
                  </a:cubicBezTo>
                  <a:cubicBezTo>
                    <a:pt x="10511" y="51207"/>
                    <a:pt x="9729" y="47390"/>
                    <a:pt x="9836" y="43545"/>
                  </a:cubicBezTo>
                  <a:cubicBezTo>
                    <a:pt x="9508" y="38858"/>
                    <a:pt x="10585" y="34179"/>
                    <a:pt x="12930" y="30105"/>
                  </a:cubicBezTo>
                  <a:cubicBezTo>
                    <a:pt x="15726" y="27308"/>
                    <a:pt x="19614" y="25882"/>
                    <a:pt x="23558" y="26208"/>
                  </a:cubicBezTo>
                  <a:cubicBezTo>
                    <a:pt x="26263" y="26196"/>
                    <a:pt x="28964" y="26421"/>
                    <a:pt x="31630" y="26880"/>
                  </a:cubicBez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26" name="Freeform 525">
              <a:extLst>
                <a:ext uri="{FF2B5EF4-FFF2-40B4-BE49-F238E27FC236}">
                  <a16:creationId xmlns:a16="http://schemas.microsoft.com/office/drawing/2014/main" id="{F4AADF10-BFA9-184F-80FE-7AE67DA55D54}"/>
                </a:ext>
              </a:extLst>
            </p:cNvPr>
            <p:cNvSpPr/>
            <p:nvPr/>
          </p:nvSpPr>
          <p:spPr>
            <a:xfrm>
              <a:off x="3045898" y="2173635"/>
              <a:ext cx="8878" cy="66661"/>
            </a:xfrm>
            <a:custGeom>
              <a:avLst/>
              <a:gdLst>
                <a:gd name="connsiteX0" fmla="*/ 0 w 8878"/>
                <a:gd name="connsiteY0" fmla="*/ 0 h 66661"/>
                <a:gd name="connsiteX1" fmla="*/ 8879 w 8878"/>
                <a:gd name="connsiteY1" fmla="*/ 0 h 66661"/>
                <a:gd name="connsiteX2" fmla="*/ 8879 w 8878"/>
                <a:gd name="connsiteY2" fmla="*/ 66662 h 66661"/>
                <a:gd name="connsiteX3" fmla="*/ 0 w 8878"/>
                <a:gd name="connsiteY3" fmla="*/ 66662 h 66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78" h="66661">
                  <a:moveTo>
                    <a:pt x="0" y="0"/>
                  </a:moveTo>
                  <a:lnTo>
                    <a:pt x="8879" y="0"/>
                  </a:lnTo>
                  <a:lnTo>
                    <a:pt x="8879" y="66662"/>
                  </a:lnTo>
                  <a:lnTo>
                    <a:pt x="0" y="66662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27" name="Freeform 526">
              <a:extLst>
                <a:ext uri="{FF2B5EF4-FFF2-40B4-BE49-F238E27FC236}">
                  <a16:creationId xmlns:a16="http://schemas.microsoft.com/office/drawing/2014/main" id="{69C8C1DD-9299-F042-82FF-5EFFD41DE80A}"/>
                </a:ext>
              </a:extLst>
            </p:cNvPr>
            <p:cNvSpPr/>
            <p:nvPr/>
          </p:nvSpPr>
          <p:spPr>
            <a:xfrm>
              <a:off x="3113701" y="2175651"/>
              <a:ext cx="7937" cy="9139"/>
            </a:xfrm>
            <a:custGeom>
              <a:avLst/>
              <a:gdLst>
                <a:gd name="connsiteX0" fmla="*/ 0 w 7937"/>
                <a:gd name="connsiteY0" fmla="*/ 0 h 9139"/>
                <a:gd name="connsiteX1" fmla="*/ 7937 w 7937"/>
                <a:gd name="connsiteY1" fmla="*/ 0 h 9139"/>
                <a:gd name="connsiteX2" fmla="*/ 7937 w 7937"/>
                <a:gd name="connsiteY2" fmla="*/ 9139 h 9139"/>
                <a:gd name="connsiteX3" fmla="*/ 0 w 7937"/>
                <a:gd name="connsiteY3" fmla="*/ 9139 h 9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37" h="9139">
                  <a:moveTo>
                    <a:pt x="0" y="0"/>
                  </a:moveTo>
                  <a:lnTo>
                    <a:pt x="7937" y="0"/>
                  </a:lnTo>
                  <a:lnTo>
                    <a:pt x="7937" y="9139"/>
                  </a:lnTo>
                  <a:lnTo>
                    <a:pt x="0" y="9139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28" name="Freeform 527">
              <a:extLst>
                <a:ext uri="{FF2B5EF4-FFF2-40B4-BE49-F238E27FC236}">
                  <a16:creationId xmlns:a16="http://schemas.microsoft.com/office/drawing/2014/main" id="{83BBB26E-EB0A-5B42-861B-A73D2EABA597}"/>
                </a:ext>
              </a:extLst>
            </p:cNvPr>
            <p:cNvSpPr/>
            <p:nvPr/>
          </p:nvSpPr>
          <p:spPr>
            <a:xfrm>
              <a:off x="3087398" y="2192944"/>
              <a:ext cx="44464" cy="47385"/>
            </a:xfrm>
            <a:custGeom>
              <a:avLst/>
              <a:gdLst>
                <a:gd name="connsiteX0" fmla="*/ 9621 w 44464"/>
                <a:gd name="connsiteY0" fmla="*/ 45067 h 47385"/>
                <a:gd name="connsiteX1" fmla="*/ 23075 w 44464"/>
                <a:gd name="connsiteY1" fmla="*/ 47352 h 47385"/>
                <a:gd name="connsiteX2" fmla="*/ 44465 w 44464"/>
                <a:gd name="connsiteY2" fmla="*/ 47352 h 47385"/>
                <a:gd name="connsiteX3" fmla="*/ 44465 w 44464"/>
                <a:gd name="connsiteY3" fmla="*/ 716 h 47385"/>
                <a:gd name="connsiteX4" fmla="*/ 33971 w 44464"/>
                <a:gd name="connsiteY4" fmla="*/ 44 h 47385"/>
                <a:gd name="connsiteX5" fmla="*/ 22671 w 44464"/>
                <a:gd name="connsiteY5" fmla="*/ 44 h 47385"/>
                <a:gd name="connsiteX6" fmla="*/ 9218 w 44464"/>
                <a:gd name="connsiteY6" fmla="*/ 2328 h 47385"/>
                <a:gd name="connsiteX7" fmla="*/ 2222 w 44464"/>
                <a:gd name="connsiteY7" fmla="*/ 9855 h 47385"/>
                <a:gd name="connsiteX8" fmla="*/ 2222 w 44464"/>
                <a:gd name="connsiteY8" fmla="*/ 38079 h 47385"/>
                <a:gd name="connsiteX9" fmla="*/ 9621 w 44464"/>
                <a:gd name="connsiteY9" fmla="*/ 45067 h 47385"/>
                <a:gd name="connsiteX10" fmla="*/ 10563 w 44464"/>
                <a:gd name="connsiteY10" fmla="*/ 14156 h 47385"/>
                <a:gd name="connsiteX11" fmla="*/ 15137 w 44464"/>
                <a:gd name="connsiteY11" fmla="*/ 9183 h 47385"/>
                <a:gd name="connsiteX12" fmla="*/ 23881 w 44464"/>
                <a:gd name="connsiteY12" fmla="*/ 7704 h 47385"/>
                <a:gd name="connsiteX13" fmla="*/ 35855 w 44464"/>
                <a:gd name="connsiteY13" fmla="*/ 7704 h 47385"/>
                <a:gd name="connsiteX14" fmla="*/ 35855 w 44464"/>
                <a:gd name="connsiteY14" fmla="*/ 38885 h 47385"/>
                <a:gd name="connsiteX15" fmla="*/ 24285 w 44464"/>
                <a:gd name="connsiteY15" fmla="*/ 38885 h 47385"/>
                <a:gd name="connsiteX16" fmla="*/ 15272 w 44464"/>
                <a:gd name="connsiteY16" fmla="*/ 37406 h 47385"/>
                <a:gd name="connsiteX17" fmla="*/ 10563 w 44464"/>
                <a:gd name="connsiteY17" fmla="*/ 32434 h 47385"/>
                <a:gd name="connsiteX18" fmla="*/ 9083 w 44464"/>
                <a:gd name="connsiteY18" fmla="*/ 22891 h 47385"/>
                <a:gd name="connsiteX19" fmla="*/ 10563 w 44464"/>
                <a:gd name="connsiteY19" fmla="*/ 14156 h 47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4464" h="47385">
                  <a:moveTo>
                    <a:pt x="9621" y="45067"/>
                  </a:moveTo>
                  <a:cubicBezTo>
                    <a:pt x="13891" y="46782"/>
                    <a:pt x="18478" y="47561"/>
                    <a:pt x="23075" y="47352"/>
                  </a:cubicBezTo>
                  <a:lnTo>
                    <a:pt x="44465" y="47352"/>
                  </a:lnTo>
                  <a:lnTo>
                    <a:pt x="44465" y="716"/>
                  </a:lnTo>
                  <a:cubicBezTo>
                    <a:pt x="42312" y="716"/>
                    <a:pt x="38815" y="716"/>
                    <a:pt x="33971" y="44"/>
                  </a:cubicBezTo>
                  <a:lnTo>
                    <a:pt x="22671" y="44"/>
                  </a:lnTo>
                  <a:cubicBezTo>
                    <a:pt x="18072" y="-200"/>
                    <a:pt x="13477" y="580"/>
                    <a:pt x="9218" y="2328"/>
                  </a:cubicBezTo>
                  <a:cubicBezTo>
                    <a:pt x="5980" y="3813"/>
                    <a:pt x="3465" y="6520"/>
                    <a:pt x="2222" y="9855"/>
                  </a:cubicBezTo>
                  <a:cubicBezTo>
                    <a:pt x="-741" y="19030"/>
                    <a:pt x="-741" y="28903"/>
                    <a:pt x="2222" y="38079"/>
                  </a:cubicBezTo>
                  <a:cubicBezTo>
                    <a:pt x="3677" y="41287"/>
                    <a:pt x="6334" y="43796"/>
                    <a:pt x="9621" y="45067"/>
                  </a:cubicBezTo>
                  <a:close/>
                  <a:moveTo>
                    <a:pt x="10563" y="14156"/>
                  </a:moveTo>
                  <a:cubicBezTo>
                    <a:pt x="11408" y="11983"/>
                    <a:pt x="13041" y="10207"/>
                    <a:pt x="15137" y="9183"/>
                  </a:cubicBezTo>
                  <a:cubicBezTo>
                    <a:pt x="17923" y="8107"/>
                    <a:pt x="20897" y="7605"/>
                    <a:pt x="23881" y="7704"/>
                  </a:cubicBezTo>
                  <a:cubicBezTo>
                    <a:pt x="26841" y="7704"/>
                    <a:pt x="30877" y="7704"/>
                    <a:pt x="35855" y="7704"/>
                  </a:cubicBezTo>
                  <a:lnTo>
                    <a:pt x="35855" y="38885"/>
                  </a:lnTo>
                  <a:lnTo>
                    <a:pt x="24285" y="38885"/>
                  </a:lnTo>
                  <a:cubicBezTo>
                    <a:pt x="21212" y="38992"/>
                    <a:pt x="18149" y="38489"/>
                    <a:pt x="15272" y="37406"/>
                  </a:cubicBezTo>
                  <a:cubicBezTo>
                    <a:pt x="13133" y="36398"/>
                    <a:pt x="11452" y="34623"/>
                    <a:pt x="10563" y="32434"/>
                  </a:cubicBezTo>
                  <a:cubicBezTo>
                    <a:pt x="9473" y="29374"/>
                    <a:pt x="8971" y="26137"/>
                    <a:pt x="9083" y="22891"/>
                  </a:cubicBezTo>
                  <a:cubicBezTo>
                    <a:pt x="9046" y="19914"/>
                    <a:pt x="9547" y="16955"/>
                    <a:pt x="10563" y="14156"/>
                  </a:cubicBez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29" name="Freeform 528">
              <a:extLst>
                <a:ext uri="{FF2B5EF4-FFF2-40B4-BE49-F238E27FC236}">
                  <a16:creationId xmlns:a16="http://schemas.microsoft.com/office/drawing/2014/main" id="{96453759-8F01-B646-87E1-B68830A96F34}"/>
                </a:ext>
              </a:extLst>
            </p:cNvPr>
            <p:cNvSpPr/>
            <p:nvPr/>
          </p:nvSpPr>
          <p:spPr>
            <a:xfrm>
              <a:off x="3101055" y="2175651"/>
              <a:ext cx="7937" cy="9139"/>
            </a:xfrm>
            <a:custGeom>
              <a:avLst/>
              <a:gdLst>
                <a:gd name="connsiteX0" fmla="*/ 0 w 7937"/>
                <a:gd name="connsiteY0" fmla="*/ 0 h 9139"/>
                <a:gd name="connsiteX1" fmla="*/ 7937 w 7937"/>
                <a:gd name="connsiteY1" fmla="*/ 0 h 9139"/>
                <a:gd name="connsiteX2" fmla="*/ 7937 w 7937"/>
                <a:gd name="connsiteY2" fmla="*/ 9139 h 9139"/>
                <a:gd name="connsiteX3" fmla="*/ 0 w 7937"/>
                <a:gd name="connsiteY3" fmla="*/ 9139 h 9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37" h="9139">
                  <a:moveTo>
                    <a:pt x="0" y="0"/>
                  </a:moveTo>
                  <a:lnTo>
                    <a:pt x="7937" y="0"/>
                  </a:lnTo>
                  <a:lnTo>
                    <a:pt x="7937" y="9139"/>
                  </a:lnTo>
                  <a:lnTo>
                    <a:pt x="0" y="9139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30" name="Freeform 529">
              <a:extLst>
                <a:ext uri="{FF2B5EF4-FFF2-40B4-BE49-F238E27FC236}">
                  <a16:creationId xmlns:a16="http://schemas.microsoft.com/office/drawing/2014/main" id="{A5717FD6-78CE-7142-B439-9CA84D6EEFC4}"/>
                </a:ext>
              </a:extLst>
            </p:cNvPr>
            <p:cNvSpPr/>
            <p:nvPr/>
          </p:nvSpPr>
          <p:spPr>
            <a:xfrm>
              <a:off x="3141011" y="2193526"/>
              <a:ext cx="22396" cy="70162"/>
            </a:xfrm>
            <a:custGeom>
              <a:avLst/>
              <a:gdLst>
                <a:gd name="connsiteX0" fmla="*/ 6996 w 22396"/>
                <a:gd name="connsiteY0" fmla="*/ 70156 h 70162"/>
                <a:gd name="connsiteX1" fmla="*/ 18565 w 22396"/>
                <a:gd name="connsiteY1" fmla="*/ 64243 h 70162"/>
                <a:gd name="connsiteX2" fmla="*/ 22332 w 22396"/>
                <a:gd name="connsiteY2" fmla="*/ 47308 h 70162"/>
                <a:gd name="connsiteX3" fmla="*/ 22332 w 22396"/>
                <a:gd name="connsiteY3" fmla="*/ 0 h 70162"/>
                <a:gd name="connsiteX4" fmla="*/ 13588 w 22396"/>
                <a:gd name="connsiteY4" fmla="*/ 0 h 70162"/>
                <a:gd name="connsiteX5" fmla="*/ 13588 w 22396"/>
                <a:gd name="connsiteY5" fmla="*/ 49190 h 70162"/>
                <a:gd name="connsiteX6" fmla="*/ 11435 w 22396"/>
                <a:gd name="connsiteY6" fmla="*/ 58732 h 70162"/>
                <a:gd name="connsiteX7" fmla="*/ 5112 w 22396"/>
                <a:gd name="connsiteY7" fmla="*/ 62092 h 70162"/>
                <a:gd name="connsiteX8" fmla="*/ 0 w 22396"/>
                <a:gd name="connsiteY8" fmla="*/ 62092 h 70162"/>
                <a:gd name="connsiteX9" fmla="*/ 0 w 22396"/>
                <a:gd name="connsiteY9" fmla="*/ 69887 h 70162"/>
                <a:gd name="connsiteX10" fmla="*/ 2287 w 22396"/>
                <a:gd name="connsiteY10" fmla="*/ 69887 h 70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396" h="70162">
                  <a:moveTo>
                    <a:pt x="6996" y="70156"/>
                  </a:moveTo>
                  <a:cubicBezTo>
                    <a:pt x="11613" y="70300"/>
                    <a:pt x="15981" y="68067"/>
                    <a:pt x="18565" y="64243"/>
                  </a:cubicBezTo>
                  <a:cubicBezTo>
                    <a:pt x="21406" y="59070"/>
                    <a:pt x="22713" y="53196"/>
                    <a:pt x="22332" y="47308"/>
                  </a:cubicBezTo>
                  <a:lnTo>
                    <a:pt x="22332" y="0"/>
                  </a:lnTo>
                  <a:lnTo>
                    <a:pt x="13588" y="0"/>
                  </a:lnTo>
                  <a:lnTo>
                    <a:pt x="13588" y="49190"/>
                  </a:lnTo>
                  <a:cubicBezTo>
                    <a:pt x="13802" y="52511"/>
                    <a:pt x="13055" y="55824"/>
                    <a:pt x="11435" y="58732"/>
                  </a:cubicBezTo>
                  <a:cubicBezTo>
                    <a:pt x="10047" y="60865"/>
                    <a:pt x="7658" y="62134"/>
                    <a:pt x="5112" y="62092"/>
                  </a:cubicBezTo>
                  <a:lnTo>
                    <a:pt x="0" y="62092"/>
                  </a:lnTo>
                  <a:lnTo>
                    <a:pt x="0" y="69887"/>
                  </a:lnTo>
                  <a:lnTo>
                    <a:pt x="2287" y="69887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559AD326-4DA3-1649-AD49-5134031E93E8}"/>
                </a:ext>
              </a:extLst>
            </p:cNvPr>
            <p:cNvSpPr/>
            <p:nvPr/>
          </p:nvSpPr>
          <p:spPr>
            <a:xfrm>
              <a:off x="3178141" y="2173635"/>
              <a:ext cx="8878" cy="66661"/>
            </a:xfrm>
            <a:custGeom>
              <a:avLst/>
              <a:gdLst>
                <a:gd name="connsiteX0" fmla="*/ 0 w 8878"/>
                <a:gd name="connsiteY0" fmla="*/ 0 h 66661"/>
                <a:gd name="connsiteX1" fmla="*/ 8879 w 8878"/>
                <a:gd name="connsiteY1" fmla="*/ 0 h 66661"/>
                <a:gd name="connsiteX2" fmla="*/ 8879 w 8878"/>
                <a:gd name="connsiteY2" fmla="*/ 66662 h 66661"/>
                <a:gd name="connsiteX3" fmla="*/ 0 w 8878"/>
                <a:gd name="connsiteY3" fmla="*/ 66662 h 66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78" h="66661">
                  <a:moveTo>
                    <a:pt x="0" y="0"/>
                  </a:moveTo>
                  <a:lnTo>
                    <a:pt x="8879" y="0"/>
                  </a:lnTo>
                  <a:lnTo>
                    <a:pt x="8879" y="66662"/>
                  </a:lnTo>
                  <a:lnTo>
                    <a:pt x="0" y="66662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32" name="Freeform 531">
              <a:extLst>
                <a:ext uri="{FF2B5EF4-FFF2-40B4-BE49-F238E27FC236}">
                  <a16:creationId xmlns:a16="http://schemas.microsoft.com/office/drawing/2014/main" id="{8DAE8ABC-1E42-0E48-B73E-B9A2B6E741BF}"/>
                </a:ext>
              </a:extLst>
            </p:cNvPr>
            <p:cNvSpPr/>
            <p:nvPr/>
          </p:nvSpPr>
          <p:spPr>
            <a:xfrm>
              <a:off x="3199128" y="2193257"/>
              <a:ext cx="22519" cy="70162"/>
            </a:xfrm>
            <a:custGeom>
              <a:avLst/>
              <a:gdLst>
                <a:gd name="connsiteX0" fmla="*/ 13587 w 22519"/>
                <a:gd name="connsiteY0" fmla="*/ 49459 h 70162"/>
                <a:gd name="connsiteX1" fmla="*/ 11435 w 22519"/>
                <a:gd name="connsiteY1" fmla="*/ 59001 h 70162"/>
                <a:gd name="connsiteX2" fmla="*/ 5112 w 22519"/>
                <a:gd name="connsiteY2" fmla="*/ 62361 h 70162"/>
                <a:gd name="connsiteX3" fmla="*/ 0 w 22519"/>
                <a:gd name="connsiteY3" fmla="*/ 62361 h 70162"/>
                <a:gd name="connsiteX4" fmla="*/ 0 w 22519"/>
                <a:gd name="connsiteY4" fmla="*/ 70156 h 70162"/>
                <a:gd name="connsiteX5" fmla="*/ 2287 w 22519"/>
                <a:gd name="connsiteY5" fmla="*/ 70156 h 70162"/>
                <a:gd name="connsiteX6" fmla="*/ 6996 w 22519"/>
                <a:gd name="connsiteY6" fmla="*/ 70156 h 70162"/>
                <a:gd name="connsiteX7" fmla="*/ 18565 w 22519"/>
                <a:gd name="connsiteY7" fmla="*/ 64243 h 70162"/>
                <a:gd name="connsiteX8" fmla="*/ 22467 w 22519"/>
                <a:gd name="connsiteY8" fmla="*/ 47309 h 70162"/>
                <a:gd name="connsiteX9" fmla="*/ 22467 w 22519"/>
                <a:gd name="connsiteY9" fmla="*/ 0 h 70162"/>
                <a:gd name="connsiteX10" fmla="*/ 13587 w 22519"/>
                <a:gd name="connsiteY10" fmla="*/ 0 h 70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519" h="70162">
                  <a:moveTo>
                    <a:pt x="13587" y="49459"/>
                  </a:moveTo>
                  <a:cubicBezTo>
                    <a:pt x="13802" y="52780"/>
                    <a:pt x="13054" y="56093"/>
                    <a:pt x="11435" y="59001"/>
                  </a:cubicBezTo>
                  <a:cubicBezTo>
                    <a:pt x="10084" y="61174"/>
                    <a:pt x="7671" y="62457"/>
                    <a:pt x="5112" y="62361"/>
                  </a:cubicBezTo>
                  <a:lnTo>
                    <a:pt x="0" y="62361"/>
                  </a:lnTo>
                  <a:lnTo>
                    <a:pt x="0" y="70156"/>
                  </a:lnTo>
                  <a:lnTo>
                    <a:pt x="2287" y="70156"/>
                  </a:lnTo>
                  <a:lnTo>
                    <a:pt x="6996" y="70156"/>
                  </a:lnTo>
                  <a:cubicBezTo>
                    <a:pt x="11613" y="70300"/>
                    <a:pt x="15981" y="68068"/>
                    <a:pt x="18565" y="64243"/>
                  </a:cubicBezTo>
                  <a:cubicBezTo>
                    <a:pt x="21460" y="59087"/>
                    <a:pt x="22814" y="53210"/>
                    <a:pt x="22467" y="47309"/>
                  </a:cubicBezTo>
                  <a:lnTo>
                    <a:pt x="22467" y="0"/>
                  </a:lnTo>
                  <a:lnTo>
                    <a:pt x="13587" y="0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33" name="Freeform 532">
              <a:extLst>
                <a:ext uri="{FF2B5EF4-FFF2-40B4-BE49-F238E27FC236}">
                  <a16:creationId xmlns:a16="http://schemas.microsoft.com/office/drawing/2014/main" id="{29766BE3-3BA4-FB49-9D0F-CD0CB528D47B}"/>
                </a:ext>
              </a:extLst>
            </p:cNvPr>
            <p:cNvSpPr/>
            <p:nvPr/>
          </p:nvSpPr>
          <p:spPr>
            <a:xfrm>
              <a:off x="3212850" y="2175651"/>
              <a:ext cx="8475" cy="9139"/>
            </a:xfrm>
            <a:custGeom>
              <a:avLst/>
              <a:gdLst>
                <a:gd name="connsiteX0" fmla="*/ 0 w 8475"/>
                <a:gd name="connsiteY0" fmla="*/ 0 h 9139"/>
                <a:gd name="connsiteX1" fmla="*/ 8476 w 8475"/>
                <a:gd name="connsiteY1" fmla="*/ 0 h 9139"/>
                <a:gd name="connsiteX2" fmla="*/ 8476 w 8475"/>
                <a:gd name="connsiteY2" fmla="*/ 9139 h 9139"/>
                <a:gd name="connsiteX3" fmla="*/ 0 w 8475"/>
                <a:gd name="connsiteY3" fmla="*/ 9139 h 9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5" h="9139">
                  <a:moveTo>
                    <a:pt x="0" y="0"/>
                  </a:moveTo>
                  <a:lnTo>
                    <a:pt x="8476" y="0"/>
                  </a:lnTo>
                  <a:lnTo>
                    <a:pt x="8476" y="9139"/>
                  </a:lnTo>
                  <a:lnTo>
                    <a:pt x="0" y="9139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34" name="Freeform 533">
              <a:extLst>
                <a:ext uri="{FF2B5EF4-FFF2-40B4-BE49-F238E27FC236}">
                  <a16:creationId xmlns:a16="http://schemas.microsoft.com/office/drawing/2014/main" id="{C7300418-BB2D-B54F-A073-53B1D211E2E6}"/>
                </a:ext>
              </a:extLst>
            </p:cNvPr>
            <p:cNvSpPr/>
            <p:nvPr/>
          </p:nvSpPr>
          <p:spPr>
            <a:xfrm>
              <a:off x="3231669" y="2192181"/>
              <a:ext cx="39893" cy="71959"/>
            </a:xfrm>
            <a:custGeom>
              <a:avLst/>
              <a:gdLst>
                <a:gd name="connsiteX0" fmla="*/ 30419 w 39893"/>
                <a:gd name="connsiteY0" fmla="*/ 135 h 71959"/>
                <a:gd name="connsiteX1" fmla="*/ 20599 w 39893"/>
                <a:gd name="connsiteY1" fmla="*/ 135 h 71959"/>
                <a:gd name="connsiteX2" fmla="*/ 8356 w 39893"/>
                <a:gd name="connsiteY2" fmla="*/ 2688 h 71959"/>
                <a:gd name="connsiteX3" fmla="*/ 2033 w 39893"/>
                <a:gd name="connsiteY3" fmla="*/ 10752 h 71959"/>
                <a:gd name="connsiteX4" fmla="*/ 15 w 39893"/>
                <a:gd name="connsiteY4" fmla="*/ 25536 h 71959"/>
                <a:gd name="connsiteX5" fmla="*/ 3513 w 39893"/>
                <a:gd name="connsiteY5" fmla="*/ 42067 h 71959"/>
                <a:gd name="connsiteX6" fmla="*/ 17773 w 39893"/>
                <a:gd name="connsiteY6" fmla="*/ 48653 h 71959"/>
                <a:gd name="connsiteX7" fmla="*/ 31226 w 39893"/>
                <a:gd name="connsiteY7" fmla="*/ 48653 h 71959"/>
                <a:gd name="connsiteX8" fmla="*/ 30285 w 39893"/>
                <a:gd name="connsiteY8" fmla="*/ 58329 h 71959"/>
                <a:gd name="connsiteX9" fmla="*/ 27190 w 39893"/>
                <a:gd name="connsiteY9" fmla="*/ 62765 h 71959"/>
                <a:gd name="connsiteX10" fmla="*/ 22078 w 39893"/>
                <a:gd name="connsiteY10" fmla="*/ 63974 h 71959"/>
                <a:gd name="connsiteX11" fmla="*/ 7952 w 39893"/>
                <a:gd name="connsiteY11" fmla="*/ 62496 h 71959"/>
                <a:gd name="connsiteX12" fmla="*/ 7953 w 39893"/>
                <a:gd name="connsiteY12" fmla="*/ 70425 h 71959"/>
                <a:gd name="connsiteX13" fmla="*/ 22751 w 39893"/>
                <a:gd name="connsiteY13" fmla="*/ 71904 h 71959"/>
                <a:gd name="connsiteX14" fmla="*/ 36204 w 39893"/>
                <a:gd name="connsiteY14" fmla="*/ 64109 h 71959"/>
                <a:gd name="connsiteX15" fmla="*/ 39836 w 39893"/>
                <a:gd name="connsiteY15" fmla="*/ 42067 h 71959"/>
                <a:gd name="connsiteX16" fmla="*/ 39836 w 39893"/>
                <a:gd name="connsiteY16" fmla="*/ 1748 h 71959"/>
                <a:gd name="connsiteX17" fmla="*/ 30419 w 39893"/>
                <a:gd name="connsiteY17" fmla="*/ 135 h 71959"/>
                <a:gd name="connsiteX18" fmla="*/ 30419 w 39893"/>
                <a:gd name="connsiteY18" fmla="*/ 40454 h 71959"/>
                <a:gd name="connsiteX19" fmla="*/ 20329 w 39893"/>
                <a:gd name="connsiteY19" fmla="*/ 40454 h 71959"/>
                <a:gd name="connsiteX20" fmla="*/ 10912 w 39893"/>
                <a:gd name="connsiteY20" fmla="*/ 36153 h 71959"/>
                <a:gd name="connsiteX21" fmla="*/ 8625 w 39893"/>
                <a:gd name="connsiteY21" fmla="*/ 24998 h 71959"/>
                <a:gd name="connsiteX22" fmla="*/ 11720 w 39893"/>
                <a:gd name="connsiteY22" fmla="*/ 11558 h 71959"/>
                <a:gd name="connsiteX23" fmla="*/ 22213 w 39893"/>
                <a:gd name="connsiteY23" fmla="*/ 7661 h 71959"/>
                <a:gd name="connsiteX24" fmla="*/ 30419 w 39893"/>
                <a:gd name="connsiteY24" fmla="*/ 8333 h 71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9893" h="71959">
                  <a:moveTo>
                    <a:pt x="30419" y="135"/>
                  </a:moveTo>
                  <a:cubicBezTo>
                    <a:pt x="27148" y="-45"/>
                    <a:pt x="23870" y="-45"/>
                    <a:pt x="20599" y="135"/>
                  </a:cubicBezTo>
                  <a:cubicBezTo>
                    <a:pt x="16366" y="-75"/>
                    <a:pt x="12151" y="804"/>
                    <a:pt x="8356" y="2688"/>
                  </a:cubicBezTo>
                  <a:cubicBezTo>
                    <a:pt x="5329" y="4510"/>
                    <a:pt x="3079" y="7380"/>
                    <a:pt x="2033" y="10752"/>
                  </a:cubicBezTo>
                  <a:cubicBezTo>
                    <a:pt x="655" y="15558"/>
                    <a:pt x="-25" y="20537"/>
                    <a:pt x="15" y="25536"/>
                  </a:cubicBezTo>
                  <a:cubicBezTo>
                    <a:pt x="-152" y="31246"/>
                    <a:pt x="1047" y="36914"/>
                    <a:pt x="3513" y="42067"/>
                  </a:cubicBezTo>
                  <a:cubicBezTo>
                    <a:pt x="6519" y="46916"/>
                    <a:pt x="12129" y="49507"/>
                    <a:pt x="17773" y="48653"/>
                  </a:cubicBezTo>
                  <a:lnTo>
                    <a:pt x="31226" y="48653"/>
                  </a:lnTo>
                  <a:cubicBezTo>
                    <a:pt x="31362" y="51906"/>
                    <a:pt x="31045" y="55163"/>
                    <a:pt x="30285" y="58329"/>
                  </a:cubicBezTo>
                  <a:cubicBezTo>
                    <a:pt x="29920" y="60175"/>
                    <a:pt x="28798" y="61784"/>
                    <a:pt x="27190" y="62765"/>
                  </a:cubicBezTo>
                  <a:cubicBezTo>
                    <a:pt x="25639" y="63651"/>
                    <a:pt x="23863" y="64071"/>
                    <a:pt x="22078" y="63974"/>
                  </a:cubicBezTo>
                  <a:cubicBezTo>
                    <a:pt x="17341" y="63815"/>
                    <a:pt x="12620" y="63321"/>
                    <a:pt x="7952" y="62496"/>
                  </a:cubicBezTo>
                  <a:lnTo>
                    <a:pt x="7953" y="70425"/>
                  </a:lnTo>
                  <a:cubicBezTo>
                    <a:pt x="12857" y="71171"/>
                    <a:pt x="17796" y="71665"/>
                    <a:pt x="22751" y="71904"/>
                  </a:cubicBezTo>
                  <a:cubicBezTo>
                    <a:pt x="28437" y="72420"/>
                    <a:pt x="33830" y="69296"/>
                    <a:pt x="36204" y="64109"/>
                  </a:cubicBezTo>
                  <a:cubicBezTo>
                    <a:pt x="38946" y="57097"/>
                    <a:pt x="40184" y="49587"/>
                    <a:pt x="39836" y="42067"/>
                  </a:cubicBezTo>
                  <a:lnTo>
                    <a:pt x="39836" y="1748"/>
                  </a:lnTo>
                  <a:cubicBezTo>
                    <a:pt x="36732" y="1025"/>
                    <a:pt x="33587" y="486"/>
                    <a:pt x="30419" y="135"/>
                  </a:cubicBezTo>
                  <a:close/>
                  <a:moveTo>
                    <a:pt x="30419" y="40454"/>
                  </a:moveTo>
                  <a:lnTo>
                    <a:pt x="20329" y="40454"/>
                  </a:lnTo>
                  <a:cubicBezTo>
                    <a:pt x="16622" y="40958"/>
                    <a:pt x="12957" y="39284"/>
                    <a:pt x="10912" y="36153"/>
                  </a:cubicBezTo>
                  <a:cubicBezTo>
                    <a:pt x="9301" y="32660"/>
                    <a:pt x="8519" y="28843"/>
                    <a:pt x="8625" y="24998"/>
                  </a:cubicBezTo>
                  <a:cubicBezTo>
                    <a:pt x="8298" y="20311"/>
                    <a:pt x="9375" y="15632"/>
                    <a:pt x="11720" y="11558"/>
                  </a:cubicBezTo>
                  <a:cubicBezTo>
                    <a:pt x="14420" y="8699"/>
                    <a:pt x="18299" y="7258"/>
                    <a:pt x="22213" y="7661"/>
                  </a:cubicBezTo>
                  <a:cubicBezTo>
                    <a:pt x="24963" y="7644"/>
                    <a:pt x="27709" y="7869"/>
                    <a:pt x="30419" y="8333"/>
                  </a:cubicBez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35" name="Freeform 534">
              <a:extLst>
                <a:ext uri="{FF2B5EF4-FFF2-40B4-BE49-F238E27FC236}">
                  <a16:creationId xmlns:a16="http://schemas.microsoft.com/office/drawing/2014/main" id="{2D137BF5-23EC-E347-94C0-ABC482429D68}"/>
                </a:ext>
              </a:extLst>
            </p:cNvPr>
            <p:cNvSpPr/>
            <p:nvPr/>
          </p:nvSpPr>
          <p:spPr>
            <a:xfrm>
              <a:off x="2487191" y="2321608"/>
              <a:ext cx="50454" cy="70042"/>
            </a:xfrm>
            <a:custGeom>
              <a:avLst/>
              <a:gdLst>
                <a:gd name="connsiteX0" fmla="*/ 41035 w 50454"/>
                <a:gd name="connsiteY0" fmla="*/ 48384 h 70042"/>
                <a:gd name="connsiteX1" fmla="*/ 36461 w 50454"/>
                <a:gd name="connsiteY1" fmla="*/ 58060 h 70042"/>
                <a:gd name="connsiteX2" fmla="*/ 25160 w 50454"/>
                <a:gd name="connsiteY2" fmla="*/ 61689 h 70042"/>
                <a:gd name="connsiteX3" fmla="*/ 16819 w 50454"/>
                <a:gd name="connsiteY3" fmla="*/ 59942 h 70042"/>
                <a:gd name="connsiteX4" fmla="*/ 10900 w 50454"/>
                <a:gd name="connsiteY4" fmla="*/ 55238 h 70042"/>
                <a:gd name="connsiteX5" fmla="*/ 8747 w 50454"/>
                <a:gd name="connsiteY5" fmla="*/ 48384 h 70042"/>
                <a:gd name="connsiteX6" fmla="*/ 9689 w 50454"/>
                <a:gd name="connsiteY6" fmla="*/ 37900 h 70042"/>
                <a:gd name="connsiteX7" fmla="*/ 12111 w 50454"/>
                <a:gd name="connsiteY7" fmla="*/ 21235 h 70042"/>
                <a:gd name="connsiteX8" fmla="*/ 3635 w 50454"/>
                <a:gd name="connsiteY8" fmla="*/ 21235 h 70042"/>
                <a:gd name="connsiteX9" fmla="*/ 3 w 50454"/>
                <a:gd name="connsiteY9" fmla="*/ 49593 h 70042"/>
                <a:gd name="connsiteX10" fmla="*/ 3366 w 50454"/>
                <a:gd name="connsiteY10" fmla="*/ 60076 h 70042"/>
                <a:gd name="connsiteX11" fmla="*/ 12514 w 50454"/>
                <a:gd name="connsiteY11" fmla="*/ 67468 h 70042"/>
                <a:gd name="connsiteX12" fmla="*/ 25967 w 50454"/>
                <a:gd name="connsiteY12" fmla="*/ 70022 h 70042"/>
                <a:gd name="connsiteX13" fmla="*/ 38478 w 50454"/>
                <a:gd name="connsiteY13" fmla="*/ 67603 h 70042"/>
                <a:gd name="connsiteX14" fmla="*/ 47223 w 50454"/>
                <a:gd name="connsiteY14" fmla="*/ 60614 h 70042"/>
                <a:gd name="connsiteX15" fmla="*/ 50451 w 50454"/>
                <a:gd name="connsiteY15" fmla="*/ 49862 h 70042"/>
                <a:gd name="connsiteX16" fmla="*/ 50452 w 50454"/>
                <a:gd name="connsiteY16" fmla="*/ 0 h 70042"/>
                <a:gd name="connsiteX17" fmla="*/ 41573 w 50454"/>
                <a:gd name="connsiteY17" fmla="*/ 0 h 70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0454" h="70042">
                  <a:moveTo>
                    <a:pt x="41035" y="48384"/>
                  </a:moveTo>
                  <a:cubicBezTo>
                    <a:pt x="41186" y="52162"/>
                    <a:pt x="39478" y="55777"/>
                    <a:pt x="36461" y="58060"/>
                  </a:cubicBezTo>
                  <a:cubicBezTo>
                    <a:pt x="33243" y="60570"/>
                    <a:pt x="29238" y="61856"/>
                    <a:pt x="25160" y="61689"/>
                  </a:cubicBezTo>
                  <a:cubicBezTo>
                    <a:pt x="22284" y="61732"/>
                    <a:pt x="19435" y="61136"/>
                    <a:pt x="16819" y="59942"/>
                  </a:cubicBezTo>
                  <a:cubicBezTo>
                    <a:pt x="14436" y="58972"/>
                    <a:pt x="12382" y="57339"/>
                    <a:pt x="10900" y="55238"/>
                  </a:cubicBezTo>
                  <a:cubicBezTo>
                    <a:pt x="9455" y="53248"/>
                    <a:pt x="8699" y="50841"/>
                    <a:pt x="8747" y="48384"/>
                  </a:cubicBezTo>
                  <a:cubicBezTo>
                    <a:pt x="8871" y="44875"/>
                    <a:pt x="9185" y="41375"/>
                    <a:pt x="9689" y="37900"/>
                  </a:cubicBezTo>
                  <a:cubicBezTo>
                    <a:pt x="10362" y="32793"/>
                    <a:pt x="11169" y="27148"/>
                    <a:pt x="12111" y="21235"/>
                  </a:cubicBezTo>
                  <a:lnTo>
                    <a:pt x="3635" y="21235"/>
                  </a:lnTo>
                  <a:cubicBezTo>
                    <a:pt x="1833" y="30603"/>
                    <a:pt x="620" y="40074"/>
                    <a:pt x="3" y="49593"/>
                  </a:cubicBezTo>
                  <a:cubicBezTo>
                    <a:pt x="-66" y="53363"/>
                    <a:pt x="1117" y="57049"/>
                    <a:pt x="3366" y="60076"/>
                  </a:cubicBezTo>
                  <a:cubicBezTo>
                    <a:pt x="5722" y="63291"/>
                    <a:pt x="8875" y="65838"/>
                    <a:pt x="12514" y="67468"/>
                  </a:cubicBezTo>
                  <a:cubicBezTo>
                    <a:pt x="16750" y="69317"/>
                    <a:pt x="21348" y="70190"/>
                    <a:pt x="25967" y="70022"/>
                  </a:cubicBezTo>
                  <a:cubicBezTo>
                    <a:pt x="30259" y="70076"/>
                    <a:pt x="34517" y="69253"/>
                    <a:pt x="38478" y="67603"/>
                  </a:cubicBezTo>
                  <a:cubicBezTo>
                    <a:pt x="41987" y="66132"/>
                    <a:pt x="45016" y="63711"/>
                    <a:pt x="47223" y="60614"/>
                  </a:cubicBezTo>
                  <a:cubicBezTo>
                    <a:pt x="49393" y="57453"/>
                    <a:pt x="50522" y="53695"/>
                    <a:pt x="50451" y="49862"/>
                  </a:cubicBezTo>
                  <a:lnTo>
                    <a:pt x="50452" y="0"/>
                  </a:lnTo>
                  <a:lnTo>
                    <a:pt x="41573" y="0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36" name="Freeform 535">
              <a:extLst>
                <a:ext uri="{FF2B5EF4-FFF2-40B4-BE49-F238E27FC236}">
                  <a16:creationId xmlns:a16="http://schemas.microsoft.com/office/drawing/2014/main" id="{F7AE7A5C-146A-3C4D-9ADA-CD3FC4B75F93}"/>
                </a:ext>
              </a:extLst>
            </p:cNvPr>
            <p:cNvSpPr/>
            <p:nvPr/>
          </p:nvSpPr>
          <p:spPr>
            <a:xfrm>
              <a:off x="2508584" y="2312066"/>
              <a:ext cx="8475" cy="9139"/>
            </a:xfrm>
            <a:custGeom>
              <a:avLst/>
              <a:gdLst>
                <a:gd name="connsiteX0" fmla="*/ 0 w 8475"/>
                <a:gd name="connsiteY0" fmla="*/ 0 h 9139"/>
                <a:gd name="connsiteX1" fmla="*/ 8475 w 8475"/>
                <a:gd name="connsiteY1" fmla="*/ 0 h 9139"/>
                <a:gd name="connsiteX2" fmla="*/ 8475 w 8475"/>
                <a:gd name="connsiteY2" fmla="*/ 9139 h 9139"/>
                <a:gd name="connsiteX3" fmla="*/ 0 w 8475"/>
                <a:gd name="connsiteY3" fmla="*/ 9139 h 9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5" h="9139">
                  <a:moveTo>
                    <a:pt x="0" y="0"/>
                  </a:moveTo>
                  <a:lnTo>
                    <a:pt x="8475" y="0"/>
                  </a:lnTo>
                  <a:lnTo>
                    <a:pt x="8475" y="9139"/>
                  </a:lnTo>
                  <a:lnTo>
                    <a:pt x="0" y="9139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37" name="Freeform 536">
              <a:extLst>
                <a:ext uri="{FF2B5EF4-FFF2-40B4-BE49-F238E27FC236}">
                  <a16:creationId xmlns:a16="http://schemas.microsoft.com/office/drawing/2014/main" id="{0DF81ACF-B7E3-9040-8709-03146D8CBFFA}"/>
                </a:ext>
              </a:extLst>
            </p:cNvPr>
            <p:cNvSpPr/>
            <p:nvPr/>
          </p:nvSpPr>
          <p:spPr>
            <a:xfrm>
              <a:off x="2550692" y="2299432"/>
              <a:ext cx="207176" cy="68683"/>
            </a:xfrm>
            <a:custGeom>
              <a:avLst/>
              <a:gdLst>
                <a:gd name="connsiteX0" fmla="*/ 204217 w 207176"/>
                <a:gd name="connsiteY0" fmla="*/ 21773 h 68683"/>
                <a:gd name="connsiteX1" fmla="*/ 196683 w 207176"/>
                <a:gd name="connsiteY1" fmla="*/ 21773 h 68683"/>
                <a:gd name="connsiteX2" fmla="*/ 198163 w 207176"/>
                <a:gd name="connsiteY2" fmla="*/ 42336 h 68683"/>
                <a:gd name="connsiteX3" fmla="*/ 198163 w 207176"/>
                <a:gd name="connsiteY3" fmla="*/ 60345 h 68683"/>
                <a:gd name="connsiteX4" fmla="*/ 189149 w 207176"/>
                <a:gd name="connsiteY4" fmla="*/ 60345 h 68683"/>
                <a:gd name="connsiteX5" fmla="*/ 185383 w 207176"/>
                <a:gd name="connsiteY5" fmla="*/ 59539 h 68683"/>
                <a:gd name="connsiteX6" fmla="*/ 182289 w 207176"/>
                <a:gd name="connsiteY6" fmla="*/ 57657 h 68683"/>
                <a:gd name="connsiteX7" fmla="*/ 183499 w 207176"/>
                <a:gd name="connsiteY7" fmla="*/ 48115 h 68683"/>
                <a:gd name="connsiteX8" fmla="*/ 183499 w 207176"/>
                <a:gd name="connsiteY8" fmla="*/ 26208 h 68683"/>
                <a:gd name="connsiteX9" fmla="*/ 174486 w 207176"/>
                <a:gd name="connsiteY9" fmla="*/ 26208 h 68683"/>
                <a:gd name="connsiteX10" fmla="*/ 174486 w 207176"/>
                <a:gd name="connsiteY10" fmla="*/ 48249 h 68683"/>
                <a:gd name="connsiteX11" fmla="*/ 172602 w 207176"/>
                <a:gd name="connsiteY11" fmla="*/ 56985 h 68683"/>
                <a:gd name="connsiteX12" fmla="*/ 166549 w 207176"/>
                <a:gd name="connsiteY12" fmla="*/ 60345 h 68683"/>
                <a:gd name="connsiteX13" fmla="*/ 158880 w 207176"/>
                <a:gd name="connsiteY13" fmla="*/ 60345 h 68683"/>
                <a:gd name="connsiteX14" fmla="*/ 158880 w 207176"/>
                <a:gd name="connsiteY14" fmla="*/ 26208 h 68683"/>
                <a:gd name="connsiteX15" fmla="*/ 150001 w 207176"/>
                <a:gd name="connsiteY15" fmla="*/ 26208 h 68683"/>
                <a:gd name="connsiteX16" fmla="*/ 150001 w 207176"/>
                <a:gd name="connsiteY16" fmla="*/ 60345 h 68683"/>
                <a:gd name="connsiteX17" fmla="*/ 122019 w 207176"/>
                <a:gd name="connsiteY17" fmla="*/ 60345 h 68683"/>
                <a:gd name="connsiteX18" fmla="*/ 122019 w 207176"/>
                <a:gd name="connsiteY18" fmla="*/ 46905 h 68683"/>
                <a:gd name="connsiteX19" fmla="*/ 118118 w 207176"/>
                <a:gd name="connsiteY19" fmla="*/ 32121 h 68683"/>
                <a:gd name="connsiteX20" fmla="*/ 105472 w 207176"/>
                <a:gd name="connsiteY20" fmla="*/ 25805 h 68683"/>
                <a:gd name="connsiteX21" fmla="*/ 83947 w 207176"/>
                <a:gd name="connsiteY21" fmla="*/ 25805 h 68683"/>
                <a:gd name="connsiteX22" fmla="*/ 87041 w 207176"/>
                <a:gd name="connsiteY22" fmla="*/ 20026 h 68683"/>
                <a:gd name="connsiteX23" fmla="*/ 96996 w 207176"/>
                <a:gd name="connsiteY23" fmla="*/ 3629 h 68683"/>
                <a:gd name="connsiteX24" fmla="*/ 90673 w 207176"/>
                <a:gd name="connsiteY24" fmla="*/ 0 h 68683"/>
                <a:gd name="connsiteX25" fmla="*/ 84081 w 207176"/>
                <a:gd name="connsiteY25" fmla="*/ 8602 h 68683"/>
                <a:gd name="connsiteX26" fmla="*/ 78969 w 207176"/>
                <a:gd name="connsiteY26" fmla="*/ 16666 h 68683"/>
                <a:gd name="connsiteX27" fmla="*/ 73723 w 207176"/>
                <a:gd name="connsiteY27" fmla="*/ 26745 h 68683"/>
                <a:gd name="connsiteX28" fmla="*/ 79104 w 207176"/>
                <a:gd name="connsiteY28" fmla="*/ 33869 h 68683"/>
                <a:gd name="connsiteX29" fmla="*/ 104395 w 207176"/>
                <a:gd name="connsiteY29" fmla="*/ 33869 h 68683"/>
                <a:gd name="connsiteX30" fmla="*/ 110987 w 207176"/>
                <a:gd name="connsiteY30" fmla="*/ 37766 h 68683"/>
                <a:gd name="connsiteX31" fmla="*/ 113140 w 207176"/>
                <a:gd name="connsiteY31" fmla="*/ 46771 h 68683"/>
                <a:gd name="connsiteX32" fmla="*/ 113140 w 207176"/>
                <a:gd name="connsiteY32" fmla="*/ 60211 h 68683"/>
                <a:gd name="connsiteX33" fmla="*/ 9014 w 207176"/>
                <a:gd name="connsiteY33" fmla="*/ 60211 h 68683"/>
                <a:gd name="connsiteX34" fmla="*/ 9014 w 207176"/>
                <a:gd name="connsiteY34" fmla="*/ 1478 h 68683"/>
                <a:gd name="connsiteX35" fmla="*/ 0 w 207176"/>
                <a:gd name="connsiteY35" fmla="*/ 1478 h 68683"/>
                <a:gd name="connsiteX36" fmla="*/ 0 w 207176"/>
                <a:gd name="connsiteY36" fmla="*/ 68678 h 68683"/>
                <a:gd name="connsiteX37" fmla="*/ 169508 w 207176"/>
                <a:gd name="connsiteY37" fmla="*/ 68678 h 68683"/>
                <a:gd name="connsiteX38" fmla="*/ 178521 w 207176"/>
                <a:gd name="connsiteY38" fmla="*/ 64915 h 68683"/>
                <a:gd name="connsiteX39" fmla="*/ 189015 w 207176"/>
                <a:gd name="connsiteY39" fmla="*/ 68678 h 68683"/>
                <a:gd name="connsiteX40" fmla="*/ 207177 w 207176"/>
                <a:gd name="connsiteY40" fmla="*/ 68678 h 68683"/>
                <a:gd name="connsiteX41" fmla="*/ 207177 w 207176"/>
                <a:gd name="connsiteY41" fmla="*/ 42604 h 68683"/>
                <a:gd name="connsiteX42" fmla="*/ 206369 w 207176"/>
                <a:gd name="connsiteY42" fmla="*/ 33331 h 68683"/>
                <a:gd name="connsiteX43" fmla="*/ 204217 w 207176"/>
                <a:gd name="connsiteY43" fmla="*/ 21773 h 68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07176" h="68683">
                  <a:moveTo>
                    <a:pt x="204217" y="21773"/>
                  </a:moveTo>
                  <a:lnTo>
                    <a:pt x="196683" y="21773"/>
                  </a:lnTo>
                  <a:cubicBezTo>
                    <a:pt x="197625" y="31046"/>
                    <a:pt x="198163" y="37901"/>
                    <a:pt x="198163" y="42336"/>
                  </a:cubicBezTo>
                  <a:lnTo>
                    <a:pt x="198163" y="60345"/>
                  </a:lnTo>
                  <a:lnTo>
                    <a:pt x="189149" y="60345"/>
                  </a:lnTo>
                  <a:cubicBezTo>
                    <a:pt x="187853" y="60324"/>
                    <a:pt x="186574" y="60050"/>
                    <a:pt x="185383" y="59539"/>
                  </a:cubicBezTo>
                  <a:cubicBezTo>
                    <a:pt x="184271" y="59054"/>
                    <a:pt x="183230" y="58421"/>
                    <a:pt x="182289" y="57657"/>
                  </a:cubicBezTo>
                  <a:cubicBezTo>
                    <a:pt x="183131" y="54548"/>
                    <a:pt x="183538" y="51336"/>
                    <a:pt x="183499" y="48115"/>
                  </a:cubicBezTo>
                  <a:lnTo>
                    <a:pt x="183499" y="26208"/>
                  </a:lnTo>
                  <a:lnTo>
                    <a:pt x="174486" y="26208"/>
                  </a:lnTo>
                  <a:lnTo>
                    <a:pt x="174486" y="48249"/>
                  </a:lnTo>
                  <a:cubicBezTo>
                    <a:pt x="174627" y="51275"/>
                    <a:pt x="173977" y="54285"/>
                    <a:pt x="172602" y="56985"/>
                  </a:cubicBezTo>
                  <a:cubicBezTo>
                    <a:pt x="171432" y="59208"/>
                    <a:pt x="169056" y="60527"/>
                    <a:pt x="166549" y="60345"/>
                  </a:cubicBezTo>
                  <a:lnTo>
                    <a:pt x="158880" y="60345"/>
                  </a:lnTo>
                  <a:lnTo>
                    <a:pt x="158880" y="26208"/>
                  </a:lnTo>
                  <a:lnTo>
                    <a:pt x="150001" y="26208"/>
                  </a:lnTo>
                  <a:lnTo>
                    <a:pt x="150001" y="60345"/>
                  </a:lnTo>
                  <a:lnTo>
                    <a:pt x="122019" y="60345"/>
                  </a:lnTo>
                  <a:lnTo>
                    <a:pt x="122019" y="46905"/>
                  </a:lnTo>
                  <a:cubicBezTo>
                    <a:pt x="122126" y="41710"/>
                    <a:pt x="120774" y="36589"/>
                    <a:pt x="118118" y="32121"/>
                  </a:cubicBezTo>
                  <a:cubicBezTo>
                    <a:pt x="115439" y="27794"/>
                    <a:pt x="110544" y="25349"/>
                    <a:pt x="105472" y="25805"/>
                  </a:cubicBezTo>
                  <a:lnTo>
                    <a:pt x="83947" y="25805"/>
                  </a:lnTo>
                  <a:lnTo>
                    <a:pt x="87041" y="20026"/>
                  </a:lnTo>
                  <a:cubicBezTo>
                    <a:pt x="90074" y="14392"/>
                    <a:pt x="93396" y="8919"/>
                    <a:pt x="96996" y="3629"/>
                  </a:cubicBezTo>
                  <a:lnTo>
                    <a:pt x="90673" y="0"/>
                  </a:lnTo>
                  <a:cubicBezTo>
                    <a:pt x="88306" y="2733"/>
                    <a:pt x="86104" y="5605"/>
                    <a:pt x="84081" y="8602"/>
                  </a:cubicBezTo>
                  <a:cubicBezTo>
                    <a:pt x="82128" y="11124"/>
                    <a:pt x="80417" y="13824"/>
                    <a:pt x="78969" y="16666"/>
                  </a:cubicBezTo>
                  <a:lnTo>
                    <a:pt x="73723" y="26745"/>
                  </a:lnTo>
                  <a:lnTo>
                    <a:pt x="79104" y="33869"/>
                  </a:lnTo>
                  <a:lnTo>
                    <a:pt x="104395" y="33869"/>
                  </a:lnTo>
                  <a:cubicBezTo>
                    <a:pt x="107164" y="33778"/>
                    <a:pt x="109734" y="35298"/>
                    <a:pt x="110987" y="37766"/>
                  </a:cubicBezTo>
                  <a:cubicBezTo>
                    <a:pt x="112502" y="40520"/>
                    <a:pt x="113246" y="43630"/>
                    <a:pt x="113140" y="46771"/>
                  </a:cubicBezTo>
                  <a:lnTo>
                    <a:pt x="113140" y="60211"/>
                  </a:lnTo>
                  <a:lnTo>
                    <a:pt x="9014" y="60211"/>
                  </a:lnTo>
                  <a:lnTo>
                    <a:pt x="9014" y="1478"/>
                  </a:lnTo>
                  <a:lnTo>
                    <a:pt x="0" y="1478"/>
                  </a:lnTo>
                  <a:lnTo>
                    <a:pt x="0" y="68678"/>
                  </a:lnTo>
                  <a:lnTo>
                    <a:pt x="169508" y="68678"/>
                  </a:lnTo>
                  <a:cubicBezTo>
                    <a:pt x="172915" y="68778"/>
                    <a:pt x="176199" y="67407"/>
                    <a:pt x="178521" y="64915"/>
                  </a:cubicBezTo>
                  <a:cubicBezTo>
                    <a:pt x="181484" y="67334"/>
                    <a:pt x="185188" y="68663"/>
                    <a:pt x="189015" y="68678"/>
                  </a:cubicBezTo>
                  <a:lnTo>
                    <a:pt x="207177" y="68678"/>
                  </a:lnTo>
                  <a:lnTo>
                    <a:pt x="207177" y="42604"/>
                  </a:lnTo>
                  <a:cubicBezTo>
                    <a:pt x="207098" y="39500"/>
                    <a:pt x="206828" y="36403"/>
                    <a:pt x="206369" y="33331"/>
                  </a:cubicBezTo>
                  <a:cubicBezTo>
                    <a:pt x="205562" y="29299"/>
                    <a:pt x="204890" y="25670"/>
                    <a:pt x="204217" y="21773"/>
                  </a:cubicBez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38" name="Freeform 537">
              <a:extLst>
                <a:ext uri="{FF2B5EF4-FFF2-40B4-BE49-F238E27FC236}">
                  <a16:creationId xmlns:a16="http://schemas.microsoft.com/office/drawing/2014/main" id="{C3BFF663-DCE6-0F4C-84FB-2781CA6FC3CF}"/>
                </a:ext>
              </a:extLst>
            </p:cNvPr>
            <p:cNvSpPr/>
            <p:nvPr/>
          </p:nvSpPr>
          <p:spPr>
            <a:xfrm>
              <a:off x="2767824" y="2301314"/>
              <a:ext cx="45874" cy="66662"/>
            </a:xfrm>
            <a:custGeom>
              <a:avLst/>
              <a:gdLst>
                <a:gd name="connsiteX0" fmla="*/ 37130 w 45874"/>
                <a:gd name="connsiteY0" fmla="*/ 58733 h 66662"/>
                <a:gd name="connsiteX1" fmla="*/ 20852 w 45874"/>
                <a:gd name="connsiteY1" fmla="*/ 58733 h 66662"/>
                <a:gd name="connsiteX2" fmla="*/ 20852 w 45874"/>
                <a:gd name="connsiteY2" fmla="*/ 12634 h 66662"/>
                <a:gd name="connsiteX3" fmla="*/ 11839 w 45874"/>
                <a:gd name="connsiteY3" fmla="*/ 12634 h 66662"/>
                <a:gd name="connsiteX4" fmla="*/ 11839 w 45874"/>
                <a:gd name="connsiteY4" fmla="*/ 58733 h 66662"/>
                <a:gd name="connsiteX5" fmla="*/ 0 w 45874"/>
                <a:gd name="connsiteY5" fmla="*/ 58733 h 66662"/>
                <a:gd name="connsiteX6" fmla="*/ 0 w 45874"/>
                <a:gd name="connsiteY6" fmla="*/ 66662 h 66662"/>
                <a:gd name="connsiteX7" fmla="*/ 45875 w 45874"/>
                <a:gd name="connsiteY7" fmla="*/ 66662 h 66662"/>
                <a:gd name="connsiteX8" fmla="*/ 45875 w 45874"/>
                <a:gd name="connsiteY8" fmla="*/ 0 h 66662"/>
                <a:gd name="connsiteX9" fmla="*/ 37130 w 45874"/>
                <a:gd name="connsiteY9" fmla="*/ 0 h 66662"/>
                <a:gd name="connsiteX10" fmla="*/ 37130 w 45874"/>
                <a:gd name="connsiteY10" fmla="*/ 58733 h 66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874" h="66662">
                  <a:moveTo>
                    <a:pt x="37130" y="58733"/>
                  </a:moveTo>
                  <a:lnTo>
                    <a:pt x="20852" y="58733"/>
                  </a:lnTo>
                  <a:lnTo>
                    <a:pt x="20852" y="12634"/>
                  </a:lnTo>
                  <a:lnTo>
                    <a:pt x="11839" y="12634"/>
                  </a:lnTo>
                  <a:lnTo>
                    <a:pt x="11839" y="58733"/>
                  </a:lnTo>
                  <a:lnTo>
                    <a:pt x="0" y="58733"/>
                  </a:lnTo>
                  <a:lnTo>
                    <a:pt x="0" y="66662"/>
                  </a:lnTo>
                  <a:lnTo>
                    <a:pt x="45875" y="66662"/>
                  </a:lnTo>
                  <a:lnTo>
                    <a:pt x="45875" y="0"/>
                  </a:lnTo>
                  <a:lnTo>
                    <a:pt x="37130" y="0"/>
                  </a:lnTo>
                  <a:lnTo>
                    <a:pt x="37130" y="58733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E6389802-7C26-4348-9616-8F28BDD64150}"/>
                </a:ext>
              </a:extLst>
            </p:cNvPr>
            <p:cNvSpPr/>
            <p:nvPr/>
          </p:nvSpPr>
          <p:spPr>
            <a:xfrm>
              <a:off x="2773608" y="2375097"/>
              <a:ext cx="20448" cy="20430"/>
            </a:xfrm>
            <a:custGeom>
              <a:avLst/>
              <a:gdLst>
                <a:gd name="connsiteX0" fmla="*/ 8879 w 20448"/>
                <a:gd name="connsiteY0" fmla="*/ 15054 h 20430"/>
                <a:gd name="connsiteX1" fmla="*/ 6727 w 20448"/>
                <a:gd name="connsiteY1" fmla="*/ 10753 h 20430"/>
                <a:gd name="connsiteX2" fmla="*/ 8072 w 20448"/>
                <a:gd name="connsiteY2" fmla="*/ 7124 h 20430"/>
                <a:gd name="connsiteX3" fmla="*/ 11973 w 20448"/>
                <a:gd name="connsiteY3" fmla="*/ 5646 h 20430"/>
                <a:gd name="connsiteX4" fmla="*/ 14395 w 20448"/>
                <a:gd name="connsiteY4" fmla="*/ 5646 h 20430"/>
                <a:gd name="connsiteX5" fmla="*/ 16144 w 20448"/>
                <a:gd name="connsiteY5" fmla="*/ 6452 h 20430"/>
                <a:gd name="connsiteX6" fmla="*/ 17220 w 20448"/>
                <a:gd name="connsiteY6" fmla="*/ 2286 h 20430"/>
                <a:gd name="connsiteX7" fmla="*/ 10224 w 20448"/>
                <a:gd name="connsiteY7" fmla="*/ 1 h 20430"/>
                <a:gd name="connsiteX8" fmla="*/ 1196 w 20448"/>
                <a:gd name="connsiteY8" fmla="*/ 8720 h 20430"/>
                <a:gd name="connsiteX9" fmla="*/ 4439 w 20448"/>
                <a:gd name="connsiteY9" fmla="*/ 15726 h 20430"/>
                <a:gd name="connsiteX10" fmla="*/ 0 w 20448"/>
                <a:gd name="connsiteY10" fmla="*/ 16936 h 20430"/>
                <a:gd name="connsiteX11" fmla="*/ 942 w 20448"/>
                <a:gd name="connsiteY11" fmla="*/ 20430 h 20430"/>
                <a:gd name="connsiteX12" fmla="*/ 20449 w 20448"/>
                <a:gd name="connsiteY12" fmla="*/ 16532 h 20430"/>
                <a:gd name="connsiteX13" fmla="*/ 19372 w 20448"/>
                <a:gd name="connsiteY13" fmla="*/ 11828 h 20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448" h="20430">
                  <a:moveTo>
                    <a:pt x="8879" y="15054"/>
                  </a:moveTo>
                  <a:cubicBezTo>
                    <a:pt x="7524" y="14039"/>
                    <a:pt x="6727" y="12445"/>
                    <a:pt x="6727" y="10753"/>
                  </a:cubicBezTo>
                  <a:cubicBezTo>
                    <a:pt x="6650" y="9409"/>
                    <a:pt x="7138" y="8094"/>
                    <a:pt x="8072" y="7124"/>
                  </a:cubicBezTo>
                  <a:cubicBezTo>
                    <a:pt x="9103" y="6099"/>
                    <a:pt x="10521" y="5562"/>
                    <a:pt x="11973" y="5646"/>
                  </a:cubicBezTo>
                  <a:cubicBezTo>
                    <a:pt x="12773" y="5493"/>
                    <a:pt x="13595" y="5493"/>
                    <a:pt x="14395" y="5646"/>
                  </a:cubicBezTo>
                  <a:lnTo>
                    <a:pt x="16144" y="6452"/>
                  </a:lnTo>
                  <a:lnTo>
                    <a:pt x="17220" y="2286"/>
                  </a:lnTo>
                  <a:cubicBezTo>
                    <a:pt x="15146" y="890"/>
                    <a:pt x="12723" y="99"/>
                    <a:pt x="10224" y="1"/>
                  </a:cubicBezTo>
                  <a:cubicBezTo>
                    <a:pt x="5321" y="-82"/>
                    <a:pt x="1279" y="3822"/>
                    <a:pt x="1196" y="8720"/>
                  </a:cubicBezTo>
                  <a:cubicBezTo>
                    <a:pt x="1150" y="11427"/>
                    <a:pt x="2344" y="14008"/>
                    <a:pt x="4439" y="15726"/>
                  </a:cubicBezTo>
                  <a:lnTo>
                    <a:pt x="0" y="16936"/>
                  </a:lnTo>
                  <a:lnTo>
                    <a:pt x="942" y="20430"/>
                  </a:lnTo>
                  <a:lnTo>
                    <a:pt x="20449" y="16532"/>
                  </a:lnTo>
                  <a:lnTo>
                    <a:pt x="19372" y="11828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40" name="Freeform 539">
              <a:extLst>
                <a:ext uri="{FF2B5EF4-FFF2-40B4-BE49-F238E27FC236}">
                  <a16:creationId xmlns:a16="http://schemas.microsoft.com/office/drawing/2014/main" id="{0B1AB38F-CD0C-1549-911C-292799E3B0A9}"/>
                </a:ext>
              </a:extLst>
            </p:cNvPr>
            <p:cNvSpPr/>
            <p:nvPr/>
          </p:nvSpPr>
          <p:spPr>
            <a:xfrm>
              <a:off x="2829170" y="2301314"/>
              <a:ext cx="8878" cy="66661"/>
            </a:xfrm>
            <a:custGeom>
              <a:avLst/>
              <a:gdLst>
                <a:gd name="connsiteX0" fmla="*/ 0 w 8878"/>
                <a:gd name="connsiteY0" fmla="*/ 0 h 66661"/>
                <a:gd name="connsiteX1" fmla="*/ 8879 w 8878"/>
                <a:gd name="connsiteY1" fmla="*/ 0 h 66661"/>
                <a:gd name="connsiteX2" fmla="*/ 8879 w 8878"/>
                <a:gd name="connsiteY2" fmla="*/ 66662 h 66661"/>
                <a:gd name="connsiteX3" fmla="*/ 0 w 8878"/>
                <a:gd name="connsiteY3" fmla="*/ 66662 h 66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78" h="66661">
                  <a:moveTo>
                    <a:pt x="0" y="0"/>
                  </a:moveTo>
                  <a:lnTo>
                    <a:pt x="8879" y="0"/>
                  </a:lnTo>
                  <a:lnTo>
                    <a:pt x="8879" y="66662"/>
                  </a:lnTo>
                  <a:lnTo>
                    <a:pt x="0" y="66662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41" name="Freeform 540">
              <a:extLst>
                <a:ext uri="{FF2B5EF4-FFF2-40B4-BE49-F238E27FC236}">
                  <a16:creationId xmlns:a16="http://schemas.microsoft.com/office/drawing/2014/main" id="{47649E17-76D6-1046-B4B3-FA22FF41533F}"/>
                </a:ext>
              </a:extLst>
            </p:cNvPr>
            <p:cNvSpPr/>
            <p:nvPr/>
          </p:nvSpPr>
          <p:spPr>
            <a:xfrm>
              <a:off x="2850141" y="2319422"/>
              <a:ext cx="40548" cy="71860"/>
            </a:xfrm>
            <a:custGeom>
              <a:avLst/>
              <a:gdLst>
                <a:gd name="connsiteX0" fmla="*/ 20598 w 40548"/>
                <a:gd name="connsiteY0" fmla="*/ 36 h 71860"/>
                <a:gd name="connsiteX1" fmla="*/ 8491 w 40548"/>
                <a:gd name="connsiteY1" fmla="*/ 2589 h 71860"/>
                <a:gd name="connsiteX2" fmla="*/ 2033 w 40548"/>
                <a:gd name="connsiteY2" fmla="*/ 10653 h 71860"/>
                <a:gd name="connsiteX3" fmla="*/ 15 w 40548"/>
                <a:gd name="connsiteY3" fmla="*/ 25437 h 71860"/>
                <a:gd name="connsiteX4" fmla="*/ 3513 w 40548"/>
                <a:gd name="connsiteY4" fmla="*/ 41968 h 71860"/>
                <a:gd name="connsiteX5" fmla="*/ 17773 w 40548"/>
                <a:gd name="connsiteY5" fmla="*/ 48688 h 71860"/>
                <a:gd name="connsiteX6" fmla="*/ 31226 w 40548"/>
                <a:gd name="connsiteY6" fmla="*/ 48688 h 71860"/>
                <a:gd name="connsiteX7" fmla="*/ 30150 w 40548"/>
                <a:gd name="connsiteY7" fmla="*/ 58365 h 71860"/>
                <a:gd name="connsiteX8" fmla="*/ 27190 w 40548"/>
                <a:gd name="connsiteY8" fmla="*/ 62800 h 71860"/>
                <a:gd name="connsiteX9" fmla="*/ 21944 w 40548"/>
                <a:gd name="connsiteY9" fmla="*/ 63875 h 71860"/>
                <a:gd name="connsiteX10" fmla="*/ 8491 w 40548"/>
                <a:gd name="connsiteY10" fmla="*/ 62397 h 71860"/>
                <a:gd name="connsiteX11" fmla="*/ 8491 w 40548"/>
                <a:gd name="connsiteY11" fmla="*/ 70326 h 71860"/>
                <a:gd name="connsiteX12" fmla="*/ 23289 w 40548"/>
                <a:gd name="connsiteY12" fmla="*/ 71805 h 71860"/>
                <a:gd name="connsiteX13" fmla="*/ 36742 w 40548"/>
                <a:gd name="connsiteY13" fmla="*/ 64010 h 71860"/>
                <a:gd name="connsiteX14" fmla="*/ 40509 w 40548"/>
                <a:gd name="connsiteY14" fmla="*/ 42102 h 71860"/>
                <a:gd name="connsiteX15" fmla="*/ 40509 w 40548"/>
                <a:gd name="connsiteY15" fmla="*/ 1783 h 71860"/>
                <a:gd name="connsiteX16" fmla="*/ 31361 w 40548"/>
                <a:gd name="connsiteY16" fmla="*/ 439 h 71860"/>
                <a:gd name="connsiteX17" fmla="*/ 20598 w 40548"/>
                <a:gd name="connsiteY17" fmla="*/ 36 h 71860"/>
                <a:gd name="connsiteX18" fmla="*/ 30688 w 40548"/>
                <a:gd name="connsiteY18" fmla="*/ 40355 h 71860"/>
                <a:gd name="connsiteX19" fmla="*/ 20733 w 40548"/>
                <a:gd name="connsiteY19" fmla="*/ 40355 h 71860"/>
                <a:gd name="connsiteX20" fmla="*/ 11181 w 40548"/>
                <a:gd name="connsiteY20" fmla="*/ 36055 h 71860"/>
                <a:gd name="connsiteX21" fmla="*/ 9029 w 40548"/>
                <a:gd name="connsiteY21" fmla="*/ 24899 h 71860"/>
                <a:gd name="connsiteX22" fmla="*/ 11988 w 40548"/>
                <a:gd name="connsiteY22" fmla="*/ 11460 h 71860"/>
                <a:gd name="connsiteX23" fmla="*/ 22616 w 40548"/>
                <a:gd name="connsiteY23" fmla="*/ 7428 h 71860"/>
                <a:gd name="connsiteX24" fmla="*/ 30688 w 40548"/>
                <a:gd name="connsiteY24" fmla="*/ 8100 h 71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0548" h="71860">
                  <a:moveTo>
                    <a:pt x="20598" y="36"/>
                  </a:moveTo>
                  <a:cubicBezTo>
                    <a:pt x="16408" y="-194"/>
                    <a:pt x="12231" y="687"/>
                    <a:pt x="8491" y="2589"/>
                  </a:cubicBezTo>
                  <a:cubicBezTo>
                    <a:pt x="5454" y="4433"/>
                    <a:pt x="3167" y="7289"/>
                    <a:pt x="2033" y="10653"/>
                  </a:cubicBezTo>
                  <a:cubicBezTo>
                    <a:pt x="666" y="15461"/>
                    <a:pt x="-14" y="20439"/>
                    <a:pt x="15" y="25437"/>
                  </a:cubicBezTo>
                  <a:cubicBezTo>
                    <a:pt x="-152" y="31147"/>
                    <a:pt x="1047" y="36815"/>
                    <a:pt x="3513" y="41968"/>
                  </a:cubicBezTo>
                  <a:cubicBezTo>
                    <a:pt x="6531" y="46814"/>
                    <a:pt x="12111" y="49444"/>
                    <a:pt x="17773" y="48688"/>
                  </a:cubicBezTo>
                  <a:lnTo>
                    <a:pt x="31226" y="48688"/>
                  </a:lnTo>
                  <a:cubicBezTo>
                    <a:pt x="31313" y="51948"/>
                    <a:pt x="30950" y="55204"/>
                    <a:pt x="30150" y="58365"/>
                  </a:cubicBezTo>
                  <a:cubicBezTo>
                    <a:pt x="29695" y="60136"/>
                    <a:pt x="28652" y="61700"/>
                    <a:pt x="27190" y="62800"/>
                  </a:cubicBezTo>
                  <a:cubicBezTo>
                    <a:pt x="25548" y="63559"/>
                    <a:pt x="23752" y="63927"/>
                    <a:pt x="21944" y="63875"/>
                  </a:cubicBezTo>
                  <a:cubicBezTo>
                    <a:pt x="17432" y="63674"/>
                    <a:pt x="12938" y="63180"/>
                    <a:pt x="8491" y="62397"/>
                  </a:cubicBezTo>
                  <a:lnTo>
                    <a:pt x="8491" y="70326"/>
                  </a:lnTo>
                  <a:cubicBezTo>
                    <a:pt x="13387" y="71136"/>
                    <a:pt x="18330" y="71630"/>
                    <a:pt x="23289" y="71805"/>
                  </a:cubicBezTo>
                  <a:cubicBezTo>
                    <a:pt x="28975" y="72321"/>
                    <a:pt x="34368" y="69197"/>
                    <a:pt x="36742" y="64010"/>
                  </a:cubicBezTo>
                  <a:cubicBezTo>
                    <a:pt x="39512" y="57049"/>
                    <a:pt x="40795" y="49587"/>
                    <a:pt x="40509" y="42102"/>
                  </a:cubicBezTo>
                  <a:lnTo>
                    <a:pt x="40509" y="1783"/>
                  </a:lnTo>
                  <a:lnTo>
                    <a:pt x="31361" y="439"/>
                  </a:lnTo>
                  <a:cubicBezTo>
                    <a:pt x="27784" y="100"/>
                    <a:pt x="24191" y="-35"/>
                    <a:pt x="20598" y="36"/>
                  </a:cubicBezTo>
                  <a:close/>
                  <a:moveTo>
                    <a:pt x="30688" y="40355"/>
                  </a:moveTo>
                  <a:lnTo>
                    <a:pt x="20733" y="40355"/>
                  </a:lnTo>
                  <a:cubicBezTo>
                    <a:pt x="16990" y="40847"/>
                    <a:pt x="13291" y="39181"/>
                    <a:pt x="11181" y="36055"/>
                  </a:cubicBezTo>
                  <a:cubicBezTo>
                    <a:pt x="9602" y="32555"/>
                    <a:pt x="8865" y="28735"/>
                    <a:pt x="9029" y="24899"/>
                  </a:cubicBezTo>
                  <a:cubicBezTo>
                    <a:pt x="8609" y="20222"/>
                    <a:pt x="9643" y="15529"/>
                    <a:pt x="11988" y="11460"/>
                  </a:cubicBezTo>
                  <a:cubicBezTo>
                    <a:pt x="14667" y="8473"/>
                    <a:pt x="18629" y="6970"/>
                    <a:pt x="22616" y="7428"/>
                  </a:cubicBezTo>
                  <a:cubicBezTo>
                    <a:pt x="25318" y="7478"/>
                    <a:pt x="28014" y="7703"/>
                    <a:pt x="30688" y="8100"/>
                  </a:cubicBez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42" name="Freeform 541">
              <a:extLst>
                <a:ext uri="{FF2B5EF4-FFF2-40B4-BE49-F238E27FC236}">
                  <a16:creationId xmlns:a16="http://schemas.microsoft.com/office/drawing/2014/main" id="{5A38B5A3-9AA6-C349-9BEB-AE9BFA7B02EA}"/>
                </a:ext>
              </a:extLst>
            </p:cNvPr>
            <p:cNvSpPr/>
            <p:nvPr/>
          </p:nvSpPr>
          <p:spPr>
            <a:xfrm>
              <a:off x="2946614" y="2303464"/>
              <a:ext cx="7937" cy="9139"/>
            </a:xfrm>
            <a:custGeom>
              <a:avLst/>
              <a:gdLst>
                <a:gd name="connsiteX0" fmla="*/ 0 w 7937"/>
                <a:gd name="connsiteY0" fmla="*/ 0 h 9139"/>
                <a:gd name="connsiteX1" fmla="*/ 7937 w 7937"/>
                <a:gd name="connsiteY1" fmla="*/ 0 h 9139"/>
                <a:gd name="connsiteX2" fmla="*/ 7937 w 7937"/>
                <a:gd name="connsiteY2" fmla="*/ 9139 h 9139"/>
                <a:gd name="connsiteX3" fmla="*/ 0 w 7937"/>
                <a:gd name="connsiteY3" fmla="*/ 9139 h 9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37" h="9139">
                  <a:moveTo>
                    <a:pt x="0" y="0"/>
                  </a:moveTo>
                  <a:lnTo>
                    <a:pt x="7937" y="0"/>
                  </a:lnTo>
                  <a:lnTo>
                    <a:pt x="7937" y="9139"/>
                  </a:lnTo>
                  <a:lnTo>
                    <a:pt x="0" y="9139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43" name="Freeform 542">
              <a:extLst>
                <a:ext uri="{FF2B5EF4-FFF2-40B4-BE49-F238E27FC236}">
                  <a16:creationId xmlns:a16="http://schemas.microsoft.com/office/drawing/2014/main" id="{7CD4D0B7-7BCA-B241-B901-8FFB63D790E0}"/>
                </a:ext>
              </a:extLst>
            </p:cNvPr>
            <p:cNvSpPr/>
            <p:nvPr/>
          </p:nvSpPr>
          <p:spPr>
            <a:xfrm>
              <a:off x="2933969" y="2303464"/>
              <a:ext cx="7937" cy="9139"/>
            </a:xfrm>
            <a:custGeom>
              <a:avLst/>
              <a:gdLst>
                <a:gd name="connsiteX0" fmla="*/ 0 w 7937"/>
                <a:gd name="connsiteY0" fmla="*/ 0 h 9139"/>
                <a:gd name="connsiteX1" fmla="*/ 7937 w 7937"/>
                <a:gd name="connsiteY1" fmla="*/ 0 h 9139"/>
                <a:gd name="connsiteX2" fmla="*/ 7937 w 7937"/>
                <a:gd name="connsiteY2" fmla="*/ 9139 h 9139"/>
                <a:gd name="connsiteX3" fmla="*/ 0 w 7937"/>
                <a:gd name="connsiteY3" fmla="*/ 9139 h 9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37" h="9139">
                  <a:moveTo>
                    <a:pt x="0" y="0"/>
                  </a:moveTo>
                  <a:lnTo>
                    <a:pt x="7937" y="0"/>
                  </a:lnTo>
                  <a:lnTo>
                    <a:pt x="7937" y="9139"/>
                  </a:lnTo>
                  <a:lnTo>
                    <a:pt x="0" y="9139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44" name="Freeform 543">
              <a:extLst>
                <a:ext uri="{FF2B5EF4-FFF2-40B4-BE49-F238E27FC236}">
                  <a16:creationId xmlns:a16="http://schemas.microsoft.com/office/drawing/2014/main" id="{EEDED078-EC28-AB4D-98FE-548C97FAB34D}"/>
                </a:ext>
              </a:extLst>
            </p:cNvPr>
            <p:cNvSpPr/>
            <p:nvPr/>
          </p:nvSpPr>
          <p:spPr>
            <a:xfrm>
              <a:off x="3018454" y="2375502"/>
              <a:ext cx="7937" cy="9004"/>
            </a:xfrm>
            <a:custGeom>
              <a:avLst/>
              <a:gdLst>
                <a:gd name="connsiteX0" fmla="*/ 0 w 7937"/>
                <a:gd name="connsiteY0" fmla="*/ 0 h 9004"/>
                <a:gd name="connsiteX1" fmla="*/ 7937 w 7937"/>
                <a:gd name="connsiteY1" fmla="*/ 0 h 9004"/>
                <a:gd name="connsiteX2" fmla="*/ 7937 w 7937"/>
                <a:gd name="connsiteY2" fmla="*/ 9005 h 9004"/>
                <a:gd name="connsiteX3" fmla="*/ 0 w 7937"/>
                <a:gd name="connsiteY3" fmla="*/ 9005 h 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37" h="9004">
                  <a:moveTo>
                    <a:pt x="0" y="0"/>
                  </a:moveTo>
                  <a:lnTo>
                    <a:pt x="7937" y="0"/>
                  </a:lnTo>
                  <a:lnTo>
                    <a:pt x="7937" y="9005"/>
                  </a:lnTo>
                  <a:lnTo>
                    <a:pt x="0" y="9005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45" name="Freeform 544">
              <a:extLst>
                <a:ext uri="{FF2B5EF4-FFF2-40B4-BE49-F238E27FC236}">
                  <a16:creationId xmlns:a16="http://schemas.microsoft.com/office/drawing/2014/main" id="{4B8140D3-5989-5740-A4EA-FD3EBF45FE6E}"/>
                </a:ext>
              </a:extLst>
            </p:cNvPr>
            <p:cNvSpPr/>
            <p:nvPr/>
          </p:nvSpPr>
          <p:spPr>
            <a:xfrm>
              <a:off x="2919280" y="2320636"/>
              <a:ext cx="101326" cy="47227"/>
            </a:xfrm>
            <a:custGeom>
              <a:avLst/>
              <a:gdLst>
                <a:gd name="connsiteX0" fmla="*/ 101326 w 101326"/>
                <a:gd name="connsiteY0" fmla="*/ 569 h 47227"/>
                <a:gd name="connsiteX1" fmla="*/ 92447 w 101326"/>
                <a:gd name="connsiteY1" fmla="*/ 569 h 47227"/>
                <a:gd name="connsiteX2" fmla="*/ 92447 w 101326"/>
                <a:gd name="connsiteY2" fmla="*/ 39410 h 47227"/>
                <a:gd name="connsiteX3" fmla="*/ 44689 w 101326"/>
                <a:gd name="connsiteY3" fmla="*/ 39410 h 47227"/>
                <a:gd name="connsiteX4" fmla="*/ 44689 w 101326"/>
                <a:gd name="connsiteY4" fmla="*/ 703 h 47227"/>
                <a:gd name="connsiteX5" fmla="*/ 34196 w 101326"/>
                <a:gd name="connsiteY5" fmla="*/ 31 h 47227"/>
                <a:gd name="connsiteX6" fmla="*/ 22761 w 101326"/>
                <a:gd name="connsiteY6" fmla="*/ 31 h 47227"/>
                <a:gd name="connsiteX7" fmla="*/ 9308 w 101326"/>
                <a:gd name="connsiteY7" fmla="*/ 2316 h 47227"/>
                <a:gd name="connsiteX8" fmla="*/ 2178 w 101326"/>
                <a:gd name="connsiteY8" fmla="*/ 9842 h 47227"/>
                <a:gd name="connsiteX9" fmla="*/ 25 w 101326"/>
                <a:gd name="connsiteY9" fmla="*/ 23282 h 47227"/>
                <a:gd name="connsiteX10" fmla="*/ 2312 w 101326"/>
                <a:gd name="connsiteY10" fmla="*/ 37528 h 47227"/>
                <a:gd name="connsiteX11" fmla="*/ 9577 w 101326"/>
                <a:gd name="connsiteY11" fmla="*/ 44920 h 47227"/>
                <a:gd name="connsiteX12" fmla="*/ 23030 w 101326"/>
                <a:gd name="connsiteY12" fmla="*/ 47205 h 47227"/>
                <a:gd name="connsiteX13" fmla="*/ 101057 w 101326"/>
                <a:gd name="connsiteY13" fmla="*/ 47205 h 47227"/>
                <a:gd name="connsiteX14" fmla="*/ 35810 w 101326"/>
                <a:gd name="connsiteY14" fmla="*/ 39410 h 47227"/>
                <a:gd name="connsiteX15" fmla="*/ 24375 w 101326"/>
                <a:gd name="connsiteY15" fmla="*/ 39410 h 47227"/>
                <a:gd name="connsiteX16" fmla="*/ 15361 w 101326"/>
                <a:gd name="connsiteY16" fmla="*/ 37931 h 47227"/>
                <a:gd name="connsiteX17" fmla="*/ 10518 w 101326"/>
                <a:gd name="connsiteY17" fmla="*/ 32959 h 47227"/>
                <a:gd name="connsiteX18" fmla="*/ 9173 w 101326"/>
                <a:gd name="connsiteY18" fmla="*/ 23416 h 47227"/>
                <a:gd name="connsiteX19" fmla="*/ 10518 w 101326"/>
                <a:gd name="connsiteY19" fmla="*/ 14143 h 47227"/>
                <a:gd name="connsiteX20" fmla="*/ 15227 w 101326"/>
                <a:gd name="connsiteY20" fmla="*/ 9304 h 47227"/>
                <a:gd name="connsiteX21" fmla="*/ 23971 w 101326"/>
                <a:gd name="connsiteY21" fmla="*/ 7692 h 47227"/>
                <a:gd name="connsiteX22" fmla="*/ 35810 w 101326"/>
                <a:gd name="connsiteY22" fmla="*/ 7692 h 47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1326" h="47227">
                  <a:moveTo>
                    <a:pt x="101326" y="569"/>
                  </a:moveTo>
                  <a:lnTo>
                    <a:pt x="92447" y="569"/>
                  </a:lnTo>
                  <a:lnTo>
                    <a:pt x="92447" y="39410"/>
                  </a:lnTo>
                  <a:lnTo>
                    <a:pt x="44689" y="39410"/>
                  </a:lnTo>
                  <a:lnTo>
                    <a:pt x="44689" y="703"/>
                  </a:lnTo>
                  <a:lnTo>
                    <a:pt x="34196" y="31"/>
                  </a:lnTo>
                  <a:lnTo>
                    <a:pt x="22761" y="31"/>
                  </a:lnTo>
                  <a:cubicBezTo>
                    <a:pt x="18165" y="-170"/>
                    <a:pt x="13579" y="609"/>
                    <a:pt x="9308" y="2316"/>
                  </a:cubicBezTo>
                  <a:cubicBezTo>
                    <a:pt x="6085" y="3863"/>
                    <a:pt x="3546" y="6542"/>
                    <a:pt x="2178" y="9842"/>
                  </a:cubicBezTo>
                  <a:cubicBezTo>
                    <a:pt x="703" y="14168"/>
                    <a:pt x="-25" y="18712"/>
                    <a:pt x="25" y="23282"/>
                  </a:cubicBezTo>
                  <a:cubicBezTo>
                    <a:pt x="-153" y="28134"/>
                    <a:pt x="624" y="32975"/>
                    <a:pt x="2312" y="37528"/>
                  </a:cubicBezTo>
                  <a:cubicBezTo>
                    <a:pt x="3648" y="40863"/>
                    <a:pt x="6264" y="43525"/>
                    <a:pt x="9577" y="44920"/>
                  </a:cubicBezTo>
                  <a:cubicBezTo>
                    <a:pt x="13856" y="46596"/>
                    <a:pt x="18436" y="47373"/>
                    <a:pt x="23030" y="47205"/>
                  </a:cubicBezTo>
                  <a:lnTo>
                    <a:pt x="101057" y="47205"/>
                  </a:lnTo>
                  <a:close/>
                  <a:moveTo>
                    <a:pt x="35810" y="39410"/>
                  </a:moveTo>
                  <a:lnTo>
                    <a:pt x="24375" y="39410"/>
                  </a:lnTo>
                  <a:cubicBezTo>
                    <a:pt x="21297" y="39598"/>
                    <a:pt x="18217" y="39092"/>
                    <a:pt x="15361" y="37931"/>
                  </a:cubicBezTo>
                  <a:cubicBezTo>
                    <a:pt x="13164" y="36962"/>
                    <a:pt x="11428" y="35180"/>
                    <a:pt x="10518" y="32959"/>
                  </a:cubicBezTo>
                  <a:cubicBezTo>
                    <a:pt x="9498" y="29885"/>
                    <a:pt x="9042" y="26652"/>
                    <a:pt x="9173" y="23416"/>
                  </a:cubicBezTo>
                  <a:cubicBezTo>
                    <a:pt x="9032" y="20268"/>
                    <a:pt x="9489" y="17122"/>
                    <a:pt x="10518" y="14143"/>
                  </a:cubicBezTo>
                  <a:cubicBezTo>
                    <a:pt x="11413" y="11989"/>
                    <a:pt x="13097" y="10258"/>
                    <a:pt x="15227" y="9304"/>
                  </a:cubicBezTo>
                  <a:cubicBezTo>
                    <a:pt x="17979" y="8101"/>
                    <a:pt x="20971" y="7550"/>
                    <a:pt x="23971" y="7692"/>
                  </a:cubicBezTo>
                  <a:cubicBezTo>
                    <a:pt x="26931" y="7692"/>
                    <a:pt x="30832" y="7692"/>
                    <a:pt x="35810" y="7692"/>
                  </a:cubicBez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46" name="Freeform 545">
              <a:extLst>
                <a:ext uri="{FF2B5EF4-FFF2-40B4-BE49-F238E27FC236}">
                  <a16:creationId xmlns:a16="http://schemas.microsoft.com/office/drawing/2014/main" id="{987D1691-2C00-0F4B-AF12-D2929A1EF43E}"/>
                </a:ext>
              </a:extLst>
            </p:cNvPr>
            <p:cNvSpPr/>
            <p:nvPr/>
          </p:nvSpPr>
          <p:spPr>
            <a:xfrm>
              <a:off x="3005942" y="2375502"/>
              <a:ext cx="7937" cy="9004"/>
            </a:xfrm>
            <a:custGeom>
              <a:avLst/>
              <a:gdLst>
                <a:gd name="connsiteX0" fmla="*/ 0 w 7937"/>
                <a:gd name="connsiteY0" fmla="*/ 0 h 9004"/>
                <a:gd name="connsiteX1" fmla="*/ 7937 w 7937"/>
                <a:gd name="connsiteY1" fmla="*/ 0 h 9004"/>
                <a:gd name="connsiteX2" fmla="*/ 7937 w 7937"/>
                <a:gd name="connsiteY2" fmla="*/ 9005 h 9004"/>
                <a:gd name="connsiteX3" fmla="*/ 0 w 7937"/>
                <a:gd name="connsiteY3" fmla="*/ 9005 h 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37" h="9004">
                  <a:moveTo>
                    <a:pt x="0" y="0"/>
                  </a:moveTo>
                  <a:lnTo>
                    <a:pt x="7937" y="0"/>
                  </a:lnTo>
                  <a:lnTo>
                    <a:pt x="7937" y="9005"/>
                  </a:lnTo>
                  <a:lnTo>
                    <a:pt x="0" y="9005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D848F4B0-9BE8-474E-B9AC-3BE9D4748E73}"/>
                </a:ext>
              </a:extLst>
            </p:cNvPr>
            <p:cNvSpPr/>
            <p:nvPr/>
          </p:nvSpPr>
          <p:spPr>
            <a:xfrm>
              <a:off x="3031613" y="2319419"/>
              <a:ext cx="40043" cy="71863"/>
            </a:xfrm>
            <a:custGeom>
              <a:avLst/>
              <a:gdLst>
                <a:gd name="connsiteX0" fmla="*/ 20607 w 40043"/>
                <a:gd name="connsiteY0" fmla="*/ 39 h 71863"/>
                <a:gd name="connsiteX1" fmla="*/ 8365 w 40043"/>
                <a:gd name="connsiteY1" fmla="*/ 2592 h 71863"/>
                <a:gd name="connsiteX2" fmla="*/ 2042 w 40043"/>
                <a:gd name="connsiteY2" fmla="*/ 10657 h 71863"/>
                <a:gd name="connsiteX3" fmla="*/ 24 w 40043"/>
                <a:gd name="connsiteY3" fmla="*/ 25440 h 71863"/>
                <a:gd name="connsiteX4" fmla="*/ 3388 w 40043"/>
                <a:gd name="connsiteY4" fmla="*/ 41972 h 71863"/>
                <a:gd name="connsiteX5" fmla="*/ 17782 w 40043"/>
                <a:gd name="connsiteY5" fmla="*/ 48691 h 71863"/>
                <a:gd name="connsiteX6" fmla="*/ 31235 w 40043"/>
                <a:gd name="connsiteY6" fmla="*/ 48691 h 71863"/>
                <a:gd name="connsiteX7" fmla="*/ 30159 w 40043"/>
                <a:gd name="connsiteY7" fmla="*/ 58368 h 71863"/>
                <a:gd name="connsiteX8" fmla="*/ 27199 w 40043"/>
                <a:gd name="connsiteY8" fmla="*/ 62803 h 71863"/>
                <a:gd name="connsiteX9" fmla="*/ 22087 w 40043"/>
                <a:gd name="connsiteY9" fmla="*/ 63878 h 71863"/>
                <a:gd name="connsiteX10" fmla="*/ 7961 w 40043"/>
                <a:gd name="connsiteY10" fmla="*/ 62400 h 71863"/>
                <a:gd name="connsiteX11" fmla="*/ 7962 w 40043"/>
                <a:gd name="connsiteY11" fmla="*/ 70330 h 71863"/>
                <a:gd name="connsiteX12" fmla="*/ 22760 w 40043"/>
                <a:gd name="connsiteY12" fmla="*/ 71808 h 71863"/>
                <a:gd name="connsiteX13" fmla="*/ 36213 w 40043"/>
                <a:gd name="connsiteY13" fmla="*/ 64013 h 71863"/>
                <a:gd name="connsiteX14" fmla="*/ 39980 w 40043"/>
                <a:gd name="connsiteY14" fmla="*/ 42106 h 71863"/>
                <a:gd name="connsiteX15" fmla="*/ 39980 w 40043"/>
                <a:gd name="connsiteY15" fmla="*/ 1786 h 71863"/>
                <a:gd name="connsiteX16" fmla="*/ 30832 w 40043"/>
                <a:gd name="connsiteY16" fmla="*/ 442 h 71863"/>
                <a:gd name="connsiteX17" fmla="*/ 20607 w 40043"/>
                <a:gd name="connsiteY17" fmla="*/ 39 h 71863"/>
                <a:gd name="connsiteX18" fmla="*/ 30697 w 40043"/>
                <a:gd name="connsiteY18" fmla="*/ 40359 h 71863"/>
                <a:gd name="connsiteX19" fmla="*/ 20607 w 40043"/>
                <a:gd name="connsiteY19" fmla="*/ 40359 h 71863"/>
                <a:gd name="connsiteX20" fmla="*/ 11190 w 40043"/>
                <a:gd name="connsiteY20" fmla="*/ 36058 h 71863"/>
                <a:gd name="connsiteX21" fmla="*/ 8903 w 40043"/>
                <a:gd name="connsiteY21" fmla="*/ 24903 h 71863"/>
                <a:gd name="connsiteX22" fmla="*/ 11997 w 40043"/>
                <a:gd name="connsiteY22" fmla="*/ 11463 h 71863"/>
                <a:gd name="connsiteX23" fmla="*/ 22491 w 40043"/>
                <a:gd name="connsiteY23" fmla="*/ 7431 h 71863"/>
                <a:gd name="connsiteX24" fmla="*/ 30697 w 40043"/>
                <a:gd name="connsiteY24" fmla="*/ 8103 h 71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0043" h="71863">
                  <a:moveTo>
                    <a:pt x="20607" y="39"/>
                  </a:moveTo>
                  <a:cubicBezTo>
                    <a:pt x="16373" y="-202"/>
                    <a:pt x="12150" y="679"/>
                    <a:pt x="8365" y="2592"/>
                  </a:cubicBezTo>
                  <a:cubicBezTo>
                    <a:pt x="5330" y="4404"/>
                    <a:pt x="3076" y="7278"/>
                    <a:pt x="2042" y="10657"/>
                  </a:cubicBezTo>
                  <a:cubicBezTo>
                    <a:pt x="541" y="15436"/>
                    <a:pt x="-141" y="20434"/>
                    <a:pt x="24" y="25440"/>
                  </a:cubicBezTo>
                  <a:cubicBezTo>
                    <a:pt x="-186" y="31140"/>
                    <a:pt x="968" y="36806"/>
                    <a:pt x="3388" y="41972"/>
                  </a:cubicBezTo>
                  <a:cubicBezTo>
                    <a:pt x="6450" y="46839"/>
                    <a:pt x="12080" y="49468"/>
                    <a:pt x="17782" y="48691"/>
                  </a:cubicBezTo>
                  <a:lnTo>
                    <a:pt x="31235" y="48691"/>
                  </a:lnTo>
                  <a:cubicBezTo>
                    <a:pt x="31390" y="51953"/>
                    <a:pt x="31027" y="55219"/>
                    <a:pt x="30159" y="58368"/>
                  </a:cubicBezTo>
                  <a:cubicBezTo>
                    <a:pt x="29759" y="60163"/>
                    <a:pt x="28703" y="61744"/>
                    <a:pt x="27199" y="62803"/>
                  </a:cubicBezTo>
                  <a:cubicBezTo>
                    <a:pt x="25606" y="63565"/>
                    <a:pt x="23853" y="63934"/>
                    <a:pt x="22087" y="63878"/>
                  </a:cubicBezTo>
                  <a:cubicBezTo>
                    <a:pt x="17349" y="63719"/>
                    <a:pt x="12629" y="63225"/>
                    <a:pt x="7961" y="62400"/>
                  </a:cubicBezTo>
                  <a:lnTo>
                    <a:pt x="7962" y="70330"/>
                  </a:lnTo>
                  <a:cubicBezTo>
                    <a:pt x="12856" y="71151"/>
                    <a:pt x="17800" y="71646"/>
                    <a:pt x="22760" y="71808"/>
                  </a:cubicBezTo>
                  <a:cubicBezTo>
                    <a:pt x="28446" y="72325"/>
                    <a:pt x="33838" y="69200"/>
                    <a:pt x="36213" y="64013"/>
                  </a:cubicBezTo>
                  <a:cubicBezTo>
                    <a:pt x="39068" y="57076"/>
                    <a:pt x="40354" y="49596"/>
                    <a:pt x="39980" y="42106"/>
                  </a:cubicBezTo>
                  <a:lnTo>
                    <a:pt x="39980" y="1786"/>
                  </a:lnTo>
                  <a:cubicBezTo>
                    <a:pt x="37558" y="1786"/>
                    <a:pt x="34598" y="845"/>
                    <a:pt x="30832" y="442"/>
                  </a:cubicBezTo>
                  <a:cubicBezTo>
                    <a:pt x="27434" y="117"/>
                    <a:pt x="24020" y="-18"/>
                    <a:pt x="20607" y="39"/>
                  </a:cubicBezTo>
                  <a:close/>
                  <a:moveTo>
                    <a:pt x="30697" y="40359"/>
                  </a:moveTo>
                  <a:lnTo>
                    <a:pt x="20607" y="40359"/>
                  </a:lnTo>
                  <a:cubicBezTo>
                    <a:pt x="16895" y="40897"/>
                    <a:pt x="13212" y="39214"/>
                    <a:pt x="11190" y="36058"/>
                  </a:cubicBezTo>
                  <a:cubicBezTo>
                    <a:pt x="9565" y="32569"/>
                    <a:pt x="8782" y="28749"/>
                    <a:pt x="8903" y="24903"/>
                  </a:cubicBezTo>
                  <a:cubicBezTo>
                    <a:pt x="8516" y="20210"/>
                    <a:pt x="9597" y="15514"/>
                    <a:pt x="11997" y="11463"/>
                  </a:cubicBezTo>
                  <a:cubicBezTo>
                    <a:pt x="14621" y="8479"/>
                    <a:pt x="18543" y="6973"/>
                    <a:pt x="22491" y="7431"/>
                  </a:cubicBezTo>
                  <a:cubicBezTo>
                    <a:pt x="25238" y="7481"/>
                    <a:pt x="27979" y="7705"/>
                    <a:pt x="30697" y="8103"/>
                  </a:cubicBez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48" name="Freeform 547">
              <a:extLst>
                <a:ext uri="{FF2B5EF4-FFF2-40B4-BE49-F238E27FC236}">
                  <a16:creationId xmlns:a16="http://schemas.microsoft.com/office/drawing/2014/main" id="{D3C5ADA9-359E-8A4B-9E92-0CAB98B18A25}"/>
                </a:ext>
              </a:extLst>
            </p:cNvPr>
            <p:cNvSpPr/>
            <p:nvPr/>
          </p:nvSpPr>
          <p:spPr>
            <a:xfrm>
              <a:off x="3148679" y="2303464"/>
              <a:ext cx="7937" cy="9139"/>
            </a:xfrm>
            <a:custGeom>
              <a:avLst/>
              <a:gdLst>
                <a:gd name="connsiteX0" fmla="*/ 0 w 7937"/>
                <a:gd name="connsiteY0" fmla="*/ 0 h 9139"/>
                <a:gd name="connsiteX1" fmla="*/ 7937 w 7937"/>
                <a:gd name="connsiteY1" fmla="*/ 0 h 9139"/>
                <a:gd name="connsiteX2" fmla="*/ 7937 w 7937"/>
                <a:gd name="connsiteY2" fmla="*/ 9139 h 9139"/>
                <a:gd name="connsiteX3" fmla="*/ 0 w 7937"/>
                <a:gd name="connsiteY3" fmla="*/ 9139 h 9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37" h="9139">
                  <a:moveTo>
                    <a:pt x="0" y="0"/>
                  </a:moveTo>
                  <a:lnTo>
                    <a:pt x="7937" y="0"/>
                  </a:lnTo>
                  <a:lnTo>
                    <a:pt x="7937" y="9139"/>
                  </a:lnTo>
                  <a:lnTo>
                    <a:pt x="0" y="9139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49" name="Freeform 548">
              <a:extLst>
                <a:ext uri="{FF2B5EF4-FFF2-40B4-BE49-F238E27FC236}">
                  <a16:creationId xmlns:a16="http://schemas.microsoft.com/office/drawing/2014/main" id="{E657C69A-54AE-FD46-BA95-F89F1AB375D9}"/>
                </a:ext>
              </a:extLst>
            </p:cNvPr>
            <p:cNvSpPr/>
            <p:nvPr/>
          </p:nvSpPr>
          <p:spPr>
            <a:xfrm>
              <a:off x="3136033" y="2303464"/>
              <a:ext cx="7937" cy="9139"/>
            </a:xfrm>
            <a:custGeom>
              <a:avLst/>
              <a:gdLst>
                <a:gd name="connsiteX0" fmla="*/ 0 w 7937"/>
                <a:gd name="connsiteY0" fmla="*/ 0 h 9139"/>
                <a:gd name="connsiteX1" fmla="*/ 7937 w 7937"/>
                <a:gd name="connsiteY1" fmla="*/ 0 h 9139"/>
                <a:gd name="connsiteX2" fmla="*/ 7937 w 7937"/>
                <a:gd name="connsiteY2" fmla="*/ 9139 h 9139"/>
                <a:gd name="connsiteX3" fmla="*/ 0 w 7937"/>
                <a:gd name="connsiteY3" fmla="*/ 9139 h 9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37" h="9139">
                  <a:moveTo>
                    <a:pt x="0" y="0"/>
                  </a:moveTo>
                  <a:lnTo>
                    <a:pt x="7937" y="0"/>
                  </a:lnTo>
                  <a:lnTo>
                    <a:pt x="7937" y="9139"/>
                  </a:lnTo>
                  <a:lnTo>
                    <a:pt x="0" y="9139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50" name="Freeform 549">
              <a:extLst>
                <a:ext uri="{FF2B5EF4-FFF2-40B4-BE49-F238E27FC236}">
                  <a16:creationId xmlns:a16="http://schemas.microsoft.com/office/drawing/2014/main" id="{6F46AD60-2C32-5940-80DE-4256FD43C7F7}"/>
                </a:ext>
              </a:extLst>
            </p:cNvPr>
            <p:cNvSpPr/>
            <p:nvPr/>
          </p:nvSpPr>
          <p:spPr>
            <a:xfrm>
              <a:off x="3080607" y="2301582"/>
              <a:ext cx="113947" cy="89928"/>
            </a:xfrm>
            <a:custGeom>
              <a:avLst/>
              <a:gdLst>
                <a:gd name="connsiteX0" fmla="*/ 104799 w 113947"/>
                <a:gd name="connsiteY0" fmla="*/ 58464 h 89928"/>
                <a:gd name="connsiteX1" fmla="*/ 84754 w 113947"/>
                <a:gd name="connsiteY1" fmla="*/ 58464 h 89928"/>
                <a:gd name="connsiteX2" fmla="*/ 84754 w 113947"/>
                <a:gd name="connsiteY2" fmla="*/ 20697 h 89928"/>
                <a:gd name="connsiteX3" fmla="*/ 81391 w 113947"/>
                <a:gd name="connsiteY3" fmla="*/ 20697 h 89928"/>
                <a:gd name="connsiteX4" fmla="*/ 67938 w 113947"/>
                <a:gd name="connsiteY4" fmla="*/ 20025 h 89928"/>
                <a:gd name="connsiteX5" fmla="*/ 54485 w 113947"/>
                <a:gd name="connsiteY5" fmla="*/ 22176 h 89928"/>
                <a:gd name="connsiteX6" fmla="*/ 47354 w 113947"/>
                <a:gd name="connsiteY6" fmla="*/ 29433 h 89928"/>
                <a:gd name="connsiteX7" fmla="*/ 45068 w 113947"/>
                <a:gd name="connsiteY7" fmla="*/ 43814 h 89928"/>
                <a:gd name="connsiteX8" fmla="*/ 47220 w 113947"/>
                <a:gd name="connsiteY8" fmla="*/ 58732 h 89928"/>
                <a:gd name="connsiteX9" fmla="*/ 22063 w 113947"/>
                <a:gd name="connsiteY9" fmla="*/ 58732 h 89928"/>
                <a:gd name="connsiteX10" fmla="*/ 22063 w 113947"/>
                <a:gd name="connsiteY10" fmla="*/ 20026 h 89928"/>
                <a:gd name="connsiteX11" fmla="*/ 13587 w 113947"/>
                <a:gd name="connsiteY11" fmla="*/ 20026 h 89928"/>
                <a:gd name="connsiteX12" fmla="*/ 13587 w 113947"/>
                <a:gd name="connsiteY12" fmla="*/ 69215 h 89928"/>
                <a:gd name="connsiteX13" fmla="*/ 11435 w 113947"/>
                <a:gd name="connsiteY13" fmla="*/ 78623 h 89928"/>
                <a:gd name="connsiteX14" fmla="*/ 4978 w 113947"/>
                <a:gd name="connsiteY14" fmla="*/ 81983 h 89928"/>
                <a:gd name="connsiteX15" fmla="*/ 0 w 113947"/>
                <a:gd name="connsiteY15" fmla="*/ 81984 h 89928"/>
                <a:gd name="connsiteX16" fmla="*/ 0 w 113947"/>
                <a:gd name="connsiteY16" fmla="*/ 89913 h 89928"/>
                <a:gd name="connsiteX17" fmla="*/ 2152 w 113947"/>
                <a:gd name="connsiteY17" fmla="*/ 89913 h 89928"/>
                <a:gd name="connsiteX18" fmla="*/ 6861 w 113947"/>
                <a:gd name="connsiteY18" fmla="*/ 89913 h 89928"/>
                <a:gd name="connsiteX19" fmla="*/ 18565 w 113947"/>
                <a:gd name="connsiteY19" fmla="*/ 84134 h 89928"/>
                <a:gd name="connsiteX20" fmla="*/ 22332 w 113947"/>
                <a:gd name="connsiteY20" fmla="*/ 67200 h 89928"/>
                <a:gd name="connsiteX21" fmla="*/ 22332 w 113947"/>
                <a:gd name="connsiteY21" fmla="*/ 67200 h 89928"/>
                <a:gd name="connsiteX22" fmla="*/ 113947 w 113947"/>
                <a:gd name="connsiteY22" fmla="*/ 67200 h 89928"/>
                <a:gd name="connsiteX23" fmla="*/ 113947 w 113947"/>
                <a:gd name="connsiteY23" fmla="*/ 0 h 89928"/>
                <a:gd name="connsiteX24" fmla="*/ 105068 w 113947"/>
                <a:gd name="connsiteY24" fmla="*/ 0 h 89928"/>
                <a:gd name="connsiteX25" fmla="*/ 75740 w 113947"/>
                <a:gd name="connsiteY25" fmla="*/ 58464 h 89928"/>
                <a:gd name="connsiteX26" fmla="*/ 56906 w 113947"/>
                <a:gd name="connsiteY26" fmla="*/ 58464 h 89928"/>
                <a:gd name="connsiteX27" fmla="*/ 54754 w 113947"/>
                <a:gd name="connsiteY27" fmla="*/ 53356 h 89928"/>
                <a:gd name="connsiteX28" fmla="*/ 53947 w 113947"/>
                <a:gd name="connsiteY28" fmla="*/ 44217 h 89928"/>
                <a:gd name="connsiteX29" fmla="*/ 55023 w 113947"/>
                <a:gd name="connsiteY29" fmla="*/ 34137 h 89928"/>
                <a:gd name="connsiteX30" fmla="*/ 59059 w 113947"/>
                <a:gd name="connsiteY30" fmla="*/ 29030 h 89928"/>
                <a:gd name="connsiteX31" fmla="*/ 67669 w 113947"/>
                <a:gd name="connsiteY31" fmla="*/ 27418 h 89928"/>
                <a:gd name="connsiteX32" fmla="*/ 75740 w 113947"/>
                <a:gd name="connsiteY32" fmla="*/ 27417 h 89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13947" h="89928">
                  <a:moveTo>
                    <a:pt x="104799" y="58464"/>
                  </a:moveTo>
                  <a:lnTo>
                    <a:pt x="84754" y="58464"/>
                  </a:lnTo>
                  <a:lnTo>
                    <a:pt x="84754" y="20697"/>
                  </a:lnTo>
                  <a:lnTo>
                    <a:pt x="81391" y="20697"/>
                  </a:lnTo>
                  <a:cubicBezTo>
                    <a:pt x="76927" y="20168"/>
                    <a:pt x="72432" y="19944"/>
                    <a:pt x="67938" y="20025"/>
                  </a:cubicBezTo>
                  <a:cubicBezTo>
                    <a:pt x="63354" y="19829"/>
                    <a:pt x="58778" y="20560"/>
                    <a:pt x="54485" y="22176"/>
                  </a:cubicBezTo>
                  <a:cubicBezTo>
                    <a:pt x="51248" y="23569"/>
                    <a:pt x="48688" y="26175"/>
                    <a:pt x="47354" y="29433"/>
                  </a:cubicBezTo>
                  <a:cubicBezTo>
                    <a:pt x="45578" y="34010"/>
                    <a:pt x="44798" y="38912"/>
                    <a:pt x="45068" y="43814"/>
                  </a:cubicBezTo>
                  <a:cubicBezTo>
                    <a:pt x="44840" y="48878"/>
                    <a:pt x="45570" y="53939"/>
                    <a:pt x="47220" y="58732"/>
                  </a:cubicBezTo>
                  <a:lnTo>
                    <a:pt x="22063" y="58732"/>
                  </a:lnTo>
                  <a:lnTo>
                    <a:pt x="22063" y="20026"/>
                  </a:lnTo>
                  <a:lnTo>
                    <a:pt x="13587" y="20026"/>
                  </a:lnTo>
                  <a:lnTo>
                    <a:pt x="13587" y="69215"/>
                  </a:lnTo>
                  <a:cubicBezTo>
                    <a:pt x="13720" y="72487"/>
                    <a:pt x="12977" y="75734"/>
                    <a:pt x="11435" y="78623"/>
                  </a:cubicBezTo>
                  <a:cubicBezTo>
                    <a:pt x="10060" y="80840"/>
                    <a:pt x="7583" y="82128"/>
                    <a:pt x="4978" y="81983"/>
                  </a:cubicBezTo>
                  <a:lnTo>
                    <a:pt x="0" y="81984"/>
                  </a:lnTo>
                  <a:lnTo>
                    <a:pt x="0" y="89913"/>
                  </a:lnTo>
                  <a:lnTo>
                    <a:pt x="2152" y="89913"/>
                  </a:lnTo>
                  <a:lnTo>
                    <a:pt x="6861" y="89913"/>
                  </a:lnTo>
                  <a:cubicBezTo>
                    <a:pt x="11499" y="90134"/>
                    <a:pt x="15924" y="87949"/>
                    <a:pt x="18565" y="84134"/>
                  </a:cubicBezTo>
                  <a:cubicBezTo>
                    <a:pt x="21392" y="78956"/>
                    <a:pt x="22698" y="73086"/>
                    <a:pt x="22332" y="67200"/>
                  </a:cubicBezTo>
                  <a:lnTo>
                    <a:pt x="22332" y="67200"/>
                  </a:lnTo>
                  <a:lnTo>
                    <a:pt x="113947" y="67200"/>
                  </a:lnTo>
                  <a:lnTo>
                    <a:pt x="113947" y="0"/>
                  </a:lnTo>
                  <a:lnTo>
                    <a:pt x="105068" y="0"/>
                  </a:lnTo>
                  <a:close/>
                  <a:moveTo>
                    <a:pt x="75740" y="58464"/>
                  </a:moveTo>
                  <a:lnTo>
                    <a:pt x="56906" y="58464"/>
                  </a:lnTo>
                  <a:cubicBezTo>
                    <a:pt x="55964" y="56865"/>
                    <a:pt x="55240" y="55147"/>
                    <a:pt x="54754" y="53356"/>
                  </a:cubicBezTo>
                  <a:cubicBezTo>
                    <a:pt x="54120" y="50353"/>
                    <a:pt x="53849" y="47285"/>
                    <a:pt x="53947" y="44217"/>
                  </a:cubicBezTo>
                  <a:cubicBezTo>
                    <a:pt x="53864" y="40825"/>
                    <a:pt x="54226" y="37436"/>
                    <a:pt x="55023" y="34137"/>
                  </a:cubicBezTo>
                  <a:cubicBezTo>
                    <a:pt x="55660" y="31979"/>
                    <a:pt x="57105" y="30150"/>
                    <a:pt x="59059" y="29030"/>
                  </a:cubicBezTo>
                  <a:cubicBezTo>
                    <a:pt x="61757" y="27809"/>
                    <a:pt x="64711" y="27256"/>
                    <a:pt x="67669" y="27418"/>
                  </a:cubicBezTo>
                  <a:lnTo>
                    <a:pt x="75740" y="27417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51" name="Freeform 550">
              <a:extLst>
                <a:ext uri="{FF2B5EF4-FFF2-40B4-BE49-F238E27FC236}">
                  <a16:creationId xmlns:a16="http://schemas.microsoft.com/office/drawing/2014/main" id="{6E578EBB-288D-9D4A-847F-564F0F83E0C5}"/>
                </a:ext>
              </a:extLst>
            </p:cNvPr>
            <p:cNvSpPr/>
            <p:nvPr/>
          </p:nvSpPr>
          <p:spPr>
            <a:xfrm>
              <a:off x="3210563" y="2301314"/>
              <a:ext cx="8878" cy="66661"/>
            </a:xfrm>
            <a:custGeom>
              <a:avLst/>
              <a:gdLst>
                <a:gd name="connsiteX0" fmla="*/ 0 w 8878"/>
                <a:gd name="connsiteY0" fmla="*/ 0 h 66661"/>
                <a:gd name="connsiteX1" fmla="*/ 8879 w 8878"/>
                <a:gd name="connsiteY1" fmla="*/ 0 h 66661"/>
                <a:gd name="connsiteX2" fmla="*/ 8879 w 8878"/>
                <a:gd name="connsiteY2" fmla="*/ 66662 h 66661"/>
                <a:gd name="connsiteX3" fmla="*/ 0 w 8878"/>
                <a:gd name="connsiteY3" fmla="*/ 66662 h 66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78" h="66661">
                  <a:moveTo>
                    <a:pt x="0" y="0"/>
                  </a:moveTo>
                  <a:lnTo>
                    <a:pt x="8879" y="0"/>
                  </a:lnTo>
                  <a:lnTo>
                    <a:pt x="8879" y="66662"/>
                  </a:lnTo>
                  <a:lnTo>
                    <a:pt x="0" y="66662"/>
                  </a:ln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52" name="Freeform 551">
              <a:extLst>
                <a:ext uri="{FF2B5EF4-FFF2-40B4-BE49-F238E27FC236}">
                  <a16:creationId xmlns:a16="http://schemas.microsoft.com/office/drawing/2014/main" id="{8C027A04-721B-9646-AF23-34212FAC7A3B}"/>
                </a:ext>
              </a:extLst>
            </p:cNvPr>
            <p:cNvSpPr/>
            <p:nvPr/>
          </p:nvSpPr>
          <p:spPr>
            <a:xfrm>
              <a:off x="3231669" y="2319427"/>
              <a:ext cx="39888" cy="71854"/>
            </a:xfrm>
            <a:custGeom>
              <a:avLst/>
              <a:gdLst>
                <a:gd name="connsiteX0" fmla="*/ 20599 w 39888"/>
                <a:gd name="connsiteY0" fmla="*/ 30 h 71854"/>
                <a:gd name="connsiteX1" fmla="*/ 8356 w 39888"/>
                <a:gd name="connsiteY1" fmla="*/ 2584 h 71854"/>
                <a:gd name="connsiteX2" fmla="*/ 2033 w 39888"/>
                <a:gd name="connsiteY2" fmla="*/ 10648 h 71854"/>
                <a:gd name="connsiteX3" fmla="*/ 15 w 39888"/>
                <a:gd name="connsiteY3" fmla="*/ 25432 h 71854"/>
                <a:gd name="connsiteX4" fmla="*/ 3513 w 39888"/>
                <a:gd name="connsiteY4" fmla="*/ 41963 h 71854"/>
                <a:gd name="connsiteX5" fmla="*/ 17773 w 39888"/>
                <a:gd name="connsiteY5" fmla="*/ 48683 h 71854"/>
                <a:gd name="connsiteX6" fmla="*/ 31226 w 39888"/>
                <a:gd name="connsiteY6" fmla="*/ 48683 h 71854"/>
                <a:gd name="connsiteX7" fmla="*/ 30285 w 39888"/>
                <a:gd name="connsiteY7" fmla="*/ 58359 h 71854"/>
                <a:gd name="connsiteX8" fmla="*/ 27190 w 39888"/>
                <a:gd name="connsiteY8" fmla="*/ 62795 h 71854"/>
                <a:gd name="connsiteX9" fmla="*/ 22078 w 39888"/>
                <a:gd name="connsiteY9" fmla="*/ 63870 h 71854"/>
                <a:gd name="connsiteX10" fmla="*/ 7952 w 39888"/>
                <a:gd name="connsiteY10" fmla="*/ 62391 h 71854"/>
                <a:gd name="connsiteX11" fmla="*/ 7953 w 39888"/>
                <a:gd name="connsiteY11" fmla="*/ 70321 h 71854"/>
                <a:gd name="connsiteX12" fmla="*/ 22751 w 39888"/>
                <a:gd name="connsiteY12" fmla="*/ 71799 h 71854"/>
                <a:gd name="connsiteX13" fmla="*/ 36204 w 39888"/>
                <a:gd name="connsiteY13" fmla="*/ 64004 h 71854"/>
                <a:gd name="connsiteX14" fmla="*/ 39836 w 39888"/>
                <a:gd name="connsiteY14" fmla="*/ 42097 h 71854"/>
                <a:gd name="connsiteX15" fmla="*/ 39836 w 39888"/>
                <a:gd name="connsiteY15" fmla="*/ 1778 h 71854"/>
                <a:gd name="connsiteX16" fmla="*/ 30688 w 39888"/>
                <a:gd name="connsiteY16" fmla="*/ 434 h 71854"/>
                <a:gd name="connsiteX17" fmla="*/ 20599 w 39888"/>
                <a:gd name="connsiteY17" fmla="*/ 30 h 71854"/>
                <a:gd name="connsiteX18" fmla="*/ 30688 w 39888"/>
                <a:gd name="connsiteY18" fmla="*/ 40350 h 71854"/>
                <a:gd name="connsiteX19" fmla="*/ 20599 w 39888"/>
                <a:gd name="connsiteY19" fmla="*/ 40350 h 71854"/>
                <a:gd name="connsiteX20" fmla="*/ 11181 w 39888"/>
                <a:gd name="connsiteY20" fmla="*/ 36049 h 71854"/>
                <a:gd name="connsiteX21" fmla="*/ 8895 w 39888"/>
                <a:gd name="connsiteY21" fmla="*/ 24894 h 71854"/>
                <a:gd name="connsiteX22" fmla="*/ 11989 w 39888"/>
                <a:gd name="connsiteY22" fmla="*/ 11454 h 71854"/>
                <a:gd name="connsiteX23" fmla="*/ 22482 w 39888"/>
                <a:gd name="connsiteY23" fmla="*/ 7422 h 71854"/>
                <a:gd name="connsiteX24" fmla="*/ 30688 w 39888"/>
                <a:gd name="connsiteY24" fmla="*/ 8094 h 71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9888" h="71854">
                  <a:moveTo>
                    <a:pt x="20599" y="30"/>
                  </a:moveTo>
                  <a:cubicBezTo>
                    <a:pt x="16366" y="-179"/>
                    <a:pt x="12151" y="700"/>
                    <a:pt x="8356" y="2584"/>
                  </a:cubicBezTo>
                  <a:cubicBezTo>
                    <a:pt x="5354" y="4433"/>
                    <a:pt x="3112" y="7293"/>
                    <a:pt x="2033" y="10648"/>
                  </a:cubicBezTo>
                  <a:cubicBezTo>
                    <a:pt x="666" y="15456"/>
                    <a:pt x="-14" y="20433"/>
                    <a:pt x="15" y="25432"/>
                  </a:cubicBezTo>
                  <a:cubicBezTo>
                    <a:pt x="-152" y="31142"/>
                    <a:pt x="1047" y="36809"/>
                    <a:pt x="3513" y="41963"/>
                  </a:cubicBezTo>
                  <a:cubicBezTo>
                    <a:pt x="6507" y="46836"/>
                    <a:pt x="12105" y="49474"/>
                    <a:pt x="17773" y="48683"/>
                  </a:cubicBezTo>
                  <a:lnTo>
                    <a:pt x="31226" y="48683"/>
                  </a:lnTo>
                  <a:cubicBezTo>
                    <a:pt x="31347" y="51936"/>
                    <a:pt x="31030" y="55190"/>
                    <a:pt x="30285" y="58359"/>
                  </a:cubicBezTo>
                  <a:cubicBezTo>
                    <a:pt x="29785" y="60145"/>
                    <a:pt x="28694" y="61708"/>
                    <a:pt x="27190" y="62795"/>
                  </a:cubicBezTo>
                  <a:cubicBezTo>
                    <a:pt x="25601" y="63567"/>
                    <a:pt x="23845" y="63936"/>
                    <a:pt x="22078" y="63870"/>
                  </a:cubicBezTo>
                  <a:cubicBezTo>
                    <a:pt x="17341" y="63711"/>
                    <a:pt x="12620" y="63217"/>
                    <a:pt x="7952" y="62391"/>
                  </a:cubicBezTo>
                  <a:lnTo>
                    <a:pt x="7953" y="70321"/>
                  </a:lnTo>
                  <a:cubicBezTo>
                    <a:pt x="12848" y="71137"/>
                    <a:pt x="17791" y="71631"/>
                    <a:pt x="22751" y="71799"/>
                  </a:cubicBezTo>
                  <a:cubicBezTo>
                    <a:pt x="28437" y="72316"/>
                    <a:pt x="33830" y="69191"/>
                    <a:pt x="36204" y="64004"/>
                  </a:cubicBezTo>
                  <a:cubicBezTo>
                    <a:pt x="38928" y="57034"/>
                    <a:pt x="40165" y="49573"/>
                    <a:pt x="39836" y="42097"/>
                  </a:cubicBezTo>
                  <a:lnTo>
                    <a:pt x="39836" y="1778"/>
                  </a:lnTo>
                  <a:cubicBezTo>
                    <a:pt x="37549" y="1778"/>
                    <a:pt x="34455" y="837"/>
                    <a:pt x="30688" y="434"/>
                  </a:cubicBezTo>
                  <a:cubicBezTo>
                    <a:pt x="27335" y="110"/>
                    <a:pt x="23967" y="-25"/>
                    <a:pt x="20599" y="30"/>
                  </a:cubicBezTo>
                  <a:close/>
                  <a:moveTo>
                    <a:pt x="30688" y="40350"/>
                  </a:moveTo>
                  <a:lnTo>
                    <a:pt x="20599" y="40350"/>
                  </a:lnTo>
                  <a:cubicBezTo>
                    <a:pt x="16891" y="40854"/>
                    <a:pt x="13226" y="39179"/>
                    <a:pt x="11181" y="36049"/>
                  </a:cubicBezTo>
                  <a:cubicBezTo>
                    <a:pt x="9556" y="32561"/>
                    <a:pt x="8773" y="28740"/>
                    <a:pt x="8895" y="24894"/>
                  </a:cubicBezTo>
                  <a:cubicBezTo>
                    <a:pt x="8507" y="20202"/>
                    <a:pt x="9588" y="15505"/>
                    <a:pt x="11989" y="11454"/>
                  </a:cubicBezTo>
                  <a:cubicBezTo>
                    <a:pt x="14625" y="8490"/>
                    <a:pt x="18537" y="6987"/>
                    <a:pt x="22482" y="7422"/>
                  </a:cubicBezTo>
                  <a:cubicBezTo>
                    <a:pt x="25229" y="7472"/>
                    <a:pt x="27970" y="7697"/>
                    <a:pt x="30688" y="8094"/>
                  </a:cubicBezTo>
                  <a:close/>
                </a:path>
              </a:pathLst>
            </a:custGeom>
            <a:solidFill>
              <a:srgbClr val="FFFFFF"/>
            </a:solidFill>
            <a:ln w="13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53" name="Freeform 552">
              <a:extLst>
                <a:ext uri="{FF2B5EF4-FFF2-40B4-BE49-F238E27FC236}">
                  <a16:creationId xmlns:a16="http://schemas.microsoft.com/office/drawing/2014/main" id="{4325A980-84B1-F642-AE4F-A7DEBA96E500}"/>
                </a:ext>
              </a:extLst>
            </p:cNvPr>
            <p:cNvSpPr/>
            <p:nvPr/>
          </p:nvSpPr>
          <p:spPr>
            <a:xfrm>
              <a:off x="2344457" y="1487259"/>
              <a:ext cx="13453" cy="926950"/>
            </a:xfrm>
            <a:custGeom>
              <a:avLst/>
              <a:gdLst>
                <a:gd name="connsiteX0" fmla="*/ 0 w 13453"/>
                <a:gd name="connsiteY0" fmla="*/ 926950 h 926950"/>
                <a:gd name="connsiteX1" fmla="*/ 0 w 13453"/>
                <a:gd name="connsiteY1" fmla="*/ 0 h 926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453" h="926950">
                  <a:moveTo>
                    <a:pt x="0" y="926950"/>
                  </a:moveTo>
                  <a:lnTo>
                    <a:pt x="0" y="0"/>
                  </a:lnTo>
                </a:path>
              </a:pathLst>
            </a:custGeom>
            <a:ln w="632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</p:grpSp>
      <p:pic>
        <p:nvPicPr>
          <p:cNvPr id="288" name="Picture 287">
            <a:extLst>
              <a:ext uri="{FF2B5EF4-FFF2-40B4-BE49-F238E27FC236}">
                <a16:creationId xmlns:a16="http://schemas.microsoft.com/office/drawing/2014/main" id="{279C2DD5-3FF4-044B-95C4-97EFE1A471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61732" y="2188538"/>
            <a:ext cx="2447457" cy="513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371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Dark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DB9236E-F9DB-0247-9357-1D3B57DB7925}"/>
              </a:ext>
            </a:extLst>
          </p:cNvPr>
          <p:cNvGrpSpPr/>
          <p:nvPr userDrawn="1"/>
        </p:nvGrpSpPr>
        <p:grpSpPr>
          <a:xfrm>
            <a:off x="-1942" y="1777689"/>
            <a:ext cx="20106042" cy="1478991"/>
            <a:chOff x="0" y="297531"/>
            <a:chExt cx="16863785" cy="871120"/>
          </a:xfrm>
        </p:grpSpPr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1D735B0-F1EA-8147-A3A9-D743082E0DB2}"/>
                </a:ext>
              </a:extLst>
            </p:cNvPr>
            <p:cNvSpPr/>
            <p:nvPr userDrawn="1"/>
          </p:nvSpPr>
          <p:spPr>
            <a:xfrm>
              <a:off x="0" y="297531"/>
              <a:ext cx="5803900" cy="871120"/>
            </a:xfrm>
            <a:custGeom>
              <a:avLst/>
              <a:gdLst>
                <a:gd name="connsiteX0" fmla="*/ 8613454 w 8613454"/>
                <a:gd name="connsiteY0" fmla="*/ 0 h 2795995"/>
                <a:gd name="connsiteX1" fmla="*/ 8613454 w 8613454"/>
                <a:gd name="connsiteY1" fmla="*/ 2662663 h 2795995"/>
                <a:gd name="connsiteX2" fmla="*/ 4779311 w 8613454"/>
                <a:gd name="connsiteY2" fmla="*/ 2662663 h 2795995"/>
                <a:gd name="connsiteX3" fmla="*/ 4779311 w 8613454"/>
                <a:gd name="connsiteY3" fmla="*/ 2394287 h 2795995"/>
                <a:gd name="connsiteX4" fmla="*/ 4496731 w 8613454"/>
                <a:gd name="connsiteY4" fmla="*/ 2394287 h 2795995"/>
                <a:gd name="connsiteX5" fmla="*/ 4496731 w 8613454"/>
                <a:gd name="connsiteY5" fmla="*/ 1899445 h 2795995"/>
                <a:gd name="connsiteX6" fmla="*/ 4332702 w 8613454"/>
                <a:gd name="connsiteY6" fmla="*/ 1899445 h 2795995"/>
                <a:gd name="connsiteX7" fmla="*/ 4332702 w 8613454"/>
                <a:gd name="connsiteY7" fmla="*/ 1655493 h 2795995"/>
                <a:gd name="connsiteX8" fmla="*/ 4126904 w 8613454"/>
                <a:gd name="connsiteY8" fmla="*/ 1655493 h 2795995"/>
                <a:gd name="connsiteX9" fmla="*/ 4126904 w 8613454"/>
                <a:gd name="connsiteY9" fmla="*/ 1533469 h 2795995"/>
                <a:gd name="connsiteX10" fmla="*/ 3816351 w 8613454"/>
                <a:gd name="connsiteY10" fmla="*/ 1533469 h 2795995"/>
                <a:gd name="connsiteX11" fmla="*/ 3816351 w 8613454"/>
                <a:gd name="connsiteY11" fmla="*/ 1645039 h 2795995"/>
                <a:gd name="connsiteX12" fmla="*/ 3757076 w 8613454"/>
                <a:gd name="connsiteY12" fmla="*/ 1721731 h 2795995"/>
                <a:gd name="connsiteX13" fmla="*/ 3757076 w 8613454"/>
                <a:gd name="connsiteY13" fmla="*/ 2150335 h 2795995"/>
                <a:gd name="connsiteX14" fmla="*/ 3610458 w 8613454"/>
                <a:gd name="connsiteY14" fmla="*/ 2150335 h 2795995"/>
                <a:gd name="connsiteX15" fmla="*/ 3610458 w 8613454"/>
                <a:gd name="connsiteY15" fmla="*/ 1829690 h 2795995"/>
                <a:gd name="connsiteX16" fmla="*/ 3523305 w 8613454"/>
                <a:gd name="connsiteY16" fmla="*/ 1721731 h 2795995"/>
                <a:gd name="connsiteX17" fmla="*/ 3422072 w 8613454"/>
                <a:gd name="connsiteY17" fmla="*/ 1721731 h 2795995"/>
                <a:gd name="connsiteX18" fmla="*/ 3422072 w 8613454"/>
                <a:gd name="connsiteY18" fmla="*/ 1603224 h 2795995"/>
                <a:gd name="connsiteX19" fmla="*/ 3195246 w 8613454"/>
                <a:gd name="connsiteY19" fmla="*/ 1603224 h 2795995"/>
                <a:gd name="connsiteX20" fmla="*/ 3195246 w 8613454"/>
                <a:gd name="connsiteY20" fmla="*/ 2359505 h 2795995"/>
                <a:gd name="connsiteX21" fmla="*/ 3003339 w 8613454"/>
                <a:gd name="connsiteY21" fmla="*/ 2359505 h 2795995"/>
                <a:gd name="connsiteX22" fmla="*/ 3003339 w 8613454"/>
                <a:gd name="connsiteY22" fmla="*/ 2077159 h 2795995"/>
                <a:gd name="connsiteX23" fmla="*/ 2738171 w 8613454"/>
                <a:gd name="connsiteY23" fmla="*/ 2077159 h 2795995"/>
                <a:gd name="connsiteX24" fmla="*/ 2738171 w 8613454"/>
                <a:gd name="connsiteY24" fmla="*/ 2349051 h 2795995"/>
                <a:gd name="connsiteX25" fmla="*/ 2344842 w 8613454"/>
                <a:gd name="connsiteY25" fmla="*/ 2352472 h 2795995"/>
                <a:gd name="connsiteX26" fmla="*/ 2344842 w 8613454"/>
                <a:gd name="connsiteY26" fmla="*/ 2003982 h 2795995"/>
                <a:gd name="connsiteX27" fmla="*/ 2257595 w 8613454"/>
                <a:gd name="connsiteY27" fmla="*/ 1882054 h 2795995"/>
                <a:gd name="connsiteX28" fmla="*/ 2062263 w 8613454"/>
                <a:gd name="connsiteY28" fmla="*/ 1882054 h 2795995"/>
                <a:gd name="connsiteX29" fmla="*/ 2062263 w 8613454"/>
                <a:gd name="connsiteY29" fmla="*/ 2293266 h 2795995"/>
                <a:gd name="connsiteX30" fmla="*/ 2009933 w 8613454"/>
                <a:gd name="connsiteY30" fmla="*/ 2293266 h 2795995"/>
                <a:gd name="connsiteX31" fmla="*/ 2009933 w 8613454"/>
                <a:gd name="connsiteY31" fmla="*/ 2192150 h 2795995"/>
                <a:gd name="connsiteX32" fmla="*/ 1776162 w 8613454"/>
                <a:gd name="connsiteY32" fmla="*/ 2192150 h 2795995"/>
                <a:gd name="connsiteX33" fmla="*/ 1776162 w 8613454"/>
                <a:gd name="connsiteY33" fmla="*/ 2056726 h 2795995"/>
                <a:gd name="connsiteX34" fmla="*/ 1664462 w 8613454"/>
                <a:gd name="connsiteY34" fmla="*/ 2056726 h 2795995"/>
                <a:gd name="connsiteX35" fmla="*/ 1664462 w 8613454"/>
                <a:gd name="connsiteY35" fmla="*/ 1871980 h 2795995"/>
                <a:gd name="connsiteX36" fmla="*/ 1406335 w 8613454"/>
                <a:gd name="connsiteY36" fmla="*/ 1871980 h 2795995"/>
                <a:gd name="connsiteX37" fmla="*/ 1406335 w 8613454"/>
                <a:gd name="connsiteY37" fmla="*/ 2362926 h 2795995"/>
                <a:gd name="connsiteX38" fmla="*/ 1301580 w 8613454"/>
                <a:gd name="connsiteY38" fmla="*/ 2362926 h 2795995"/>
                <a:gd name="connsiteX39" fmla="*/ 1301580 w 8613454"/>
                <a:gd name="connsiteY39" fmla="*/ 2244513 h 2795995"/>
                <a:gd name="connsiteX40" fmla="*/ 1207387 w 8613454"/>
                <a:gd name="connsiteY40" fmla="*/ 2244513 h 2795995"/>
                <a:gd name="connsiteX41" fmla="*/ 1207387 w 8613454"/>
                <a:gd name="connsiteY41" fmla="*/ 1625557 h 2795995"/>
                <a:gd name="connsiteX42" fmla="*/ 1092262 w 8613454"/>
                <a:gd name="connsiteY42" fmla="*/ 1625557 h 2795995"/>
                <a:gd name="connsiteX43" fmla="*/ 1039932 w 8613454"/>
                <a:gd name="connsiteY43" fmla="*/ 1507049 h 2795995"/>
                <a:gd name="connsiteX44" fmla="*/ 893409 w 8613454"/>
                <a:gd name="connsiteY44" fmla="*/ 1507049 h 2795995"/>
                <a:gd name="connsiteX45" fmla="*/ 893409 w 8613454"/>
                <a:gd name="connsiteY45" fmla="*/ 1597712 h 2795995"/>
                <a:gd name="connsiteX46" fmla="*/ 834419 w 8613454"/>
                <a:gd name="connsiteY46" fmla="*/ 1597712 h 2795995"/>
                <a:gd name="connsiteX47" fmla="*/ 834419 w 8613454"/>
                <a:gd name="connsiteY47" fmla="*/ 2063379 h 2795995"/>
                <a:gd name="connsiteX48" fmla="*/ 370399 w 8613454"/>
                <a:gd name="connsiteY48" fmla="*/ 2063379 h 2795995"/>
                <a:gd name="connsiteX49" fmla="*/ 370399 w 8613454"/>
                <a:gd name="connsiteY49" fmla="*/ 2795996 h 2795995"/>
                <a:gd name="connsiteX50" fmla="*/ 0 w 8613454"/>
                <a:gd name="connsiteY50" fmla="*/ 2795996 h 2795995"/>
                <a:gd name="connsiteX51" fmla="*/ 0 w 8613454"/>
                <a:gd name="connsiteY51" fmla="*/ 0 h 2795995"/>
                <a:gd name="connsiteX52" fmla="*/ 8613454 w 8613454"/>
                <a:gd name="connsiteY52" fmla="*/ 0 h 2795995"/>
                <a:gd name="connsiteX0" fmla="*/ 0 w 8613454"/>
                <a:gd name="connsiteY0" fmla="*/ 0 h 2795996"/>
                <a:gd name="connsiteX1" fmla="*/ 8613454 w 8613454"/>
                <a:gd name="connsiteY1" fmla="*/ 0 h 2795996"/>
                <a:gd name="connsiteX2" fmla="*/ 8613454 w 8613454"/>
                <a:gd name="connsiteY2" fmla="*/ 2662663 h 2795996"/>
                <a:gd name="connsiteX3" fmla="*/ 4779311 w 8613454"/>
                <a:gd name="connsiteY3" fmla="*/ 2662663 h 2795996"/>
                <a:gd name="connsiteX4" fmla="*/ 4779311 w 8613454"/>
                <a:gd name="connsiteY4" fmla="*/ 2394287 h 2795996"/>
                <a:gd name="connsiteX5" fmla="*/ 4496731 w 8613454"/>
                <a:gd name="connsiteY5" fmla="*/ 2394287 h 2795996"/>
                <a:gd name="connsiteX6" fmla="*/ 4496731 w 8613454"/>
                <a:gd name="connsiteY6" fmla="*/ 1899445 h 2795996"/>
                <a:gd name="connsiteX7" fmla="*/ 4332702 w 8613454"/>
                <a:gd name="connsiteY7" fmla="*/ 1899445 h 2795996"/>
                <a:gd name="connsiteX8" fmla="*/ 4332702 w 8613454"/>
                <a:gd name="connsiteY8" fmla="*/ 1655493 h 2795996"/>
                <a:gd name="connsiteX9" fmla="*/ 4126904 w 8613454"/>
                <a:gd name="connsiteY9" fmla="*/ 1655493 h 2795996"/>
                <a:gd name="connsiteX10" fmla="*/ 4126904 w 8613454"/>
                <a:gd name="connsiteY10" fmla="*/ 1533469 h 2795996"/>
                <a:gd name="connsiteX11" fmla="*/ 3816351 w 8613454"/>
                <a:gd name="connsiteY11" fmla="*/ 1533469 h 2795996"/>
                <a:gd name="connsiteX12" fmla="*/ 3816351 w 8613454"/>
                <a:gd name="connsiteY12" fmla="*/ 1645039 h 2795996"/>
                <a:gd name="connsiteX13" fmla="*/ 3757076 w 8613454"/>
                <a:gd name="connsiteY13" fmla="*/ 1721731 h 2795996"/>
                <a:gd name="connsiteX14" fmla="*/ 3757076 w 8613454"/>
                <a:gd name="connsiteY14" fmla="*/ 2150335 h 2795996"/>
                <a:gd name="connsiteX15" fmla="*/ 3610458 w 8613454"/>
                <a:gd name="connsiteY15" fmla="*/ 2150335 h 2795996"/>
                <a:gd name="connsiteX16" fmla="*/ 3610458 w 8613454"/>
                <a:gd name="connsiteY16" fmla="*/ 1829690 h 2795996"/>
                <a:gd name="connsiteX17" fmla="*/ 3523305 w 8613454"/>
                <a:gd name="connsiteY17" fmla="*/ 1721731 h 2795996"/>
                <a:gd name="connsiteX18" fmla="*/ 3422072 w 8613454"/>
                <a:gd name="connsiteY18" fmla="*/ 1721731 h 2795996"/>
                <a:gd name="connsiteX19" fmla="*/ 3422072 w 8613454"/>
                <a:gd name="connsiteY19" fmla="*/ 1603224 h 2795996"/>
                <a:gd name="connsiteX20" fmla="*/ 3195246 w 8613454"/>
                <a:gd name="connsiteY20" fmla="*/ 1603224 h 2795996"/>
                <a:gd name="connsiteX21" fmla="*/ 3195246 w 8613454"/>
                <a:gd name="connsiteY21" fmla="*/ 2359505 h 2795996"/>
                <a:gd name="connsiteX22" fmla="*/ 3003339 w 8613454"/>
                <a:gd name="connsiteY22" fmla="*/ 2359505 h 2795996"/>
                <a:gd name="connsiteX23" fmla="*/ 3003339 w 8613454"/>
                <a:gd name="connsiteY23" fmla="*/ 2077159 h 2795996"/>
                <a:gd name="connsiteX24" fmla="*/ 2738171 w 8613454"/>
                <a:gd name="connsiteY24" fmla="*/ 2077159 h 2795996"/>
                <a:gd name="connsiteX25" fmla="*/ 2738171 w 8613454"/>
                <a:gd name="connsiteY25" fmla="*/ 2349051 h 2795996"/>
                <a:gd name="connsiteX26" fmla="*/ 2344842 w 8613454"/>
                <a:gd name="connsiteY26" fmla="*/ 2352472 h 2795996"/>
                <a:gd name="connsiteX27" fmla="*/ 2344842 w 8613454"/>
                <a:gd name="connsiteY27" fmla="*/ 2003982 h 2795996"/>
                <a:gd name="connsiteX28" fmla="*/ 2257595 w 8613454"/>
                <a:gd name="connsiteY28" fmla="*/ 1882054 h 2795996"/>
                <a:gd name="connsiteX29" fmla="*/ 2062263 w 8613454"/>
                <a:gd name="connsiteY29" fmla="*/ 1882054 h 2795996"/>
                <a:gd name="connsiteX30" fmla="*/ 2062263 w 8613454"/>
                <a:gd name="connsiteY30" fmla="*/ 2293266 h 2795996"/>
                <a:gd name="connsiteX31" fmla="*/ 2009933 w 8613454"/>
                <a:gd name="connsiteY31" fmla="*/ 2293266 h 2795996"/>
                <a:gd name="connsiteX32" fmla="*/ 2009933 w 8613454"/>
                <a:gd name="connsiteY32" fmla="*/ 2192150 h 2795996"/>
                <a:gd name="connsiteX33" fmla="*/ 1776162 w 8613454"/>
                <a:gd name="connsiteY33" fmla="*/ 2192150 h 2795996"/>
                <a:gd name="connsiteX34" fmla="*/ 1776162 w 8613454"/>
                <a:gd name="connsiteY34" fmla="*/ 2056726 h 2795996"/>
                <a:gd name="connsiteX35" fmla="*/ 1664462 w 8613454"/>
                <a:gd name="connsiteY35" fmla="*/ 2056726 h 2795996"/>
                <a:gd name="connsiteX36" fmla="*/ 1664462 w 8613454"/>
                <a:gd name="connsiteY36" fmla="*/ 1871980 h 2795996"/>
                <a:gd name="connsiteX37" fmla="*/ 1406335 w 8613454"/>
                <a:gd name="connsiteY37" fmla="*/ 1871980 h 2795996"/>
                <a:gd name="connsiteX38" fmla="*/ 1406335 w 8613454"/>
                <a:gd name="connsiteY38" fmla="*/ 2362926 h 2795996"/>
                <a:gd name="connsiteX39" fmla="*/ 1301580 w 8613454"/>
                <a:gd name="connsiteY39" fmla="*/ 2362926 h 2795996"/>
                <a:gd name="connsiteX40" fmla="*/ 1301580 w 8613454"/>
                <a:gd name="connsiteY40" fmla="*/ 2244513 h 2795996"/>
                <a:gd name="connsiteX41" fmla="*/ 1207387 w 8613454"/>
                <a:gd name="connsiteY41" fmla="*/ 2244513 h 2795996"/>
                <a:gd name="connsiteX42" fmla="*/ 1207387 w 8613454"/>
                <a:gd name="connsiteY42" fmla="*/ 1625557 h 2795996"/>
                <a:gd name="connsiteX43" fmla="*/ 1092262 w 8613454"/>
                <a:gd name="connsiteY43" fmla="*/ 1625557 h 2795996"/>
                <a:gd name="connsiteX44" fmla="*/ 1039932 w 8613454"/>
                <a:gd name="connsiteY44" fmla="*/ 1507049 h 2795996"/>
                <a:gd name="connsiteX45" fmla="*/ 893409 w 8613454"/>
                <a:gd name="connsiteY45" fmla="*/ 1507049 h 2795996"/>
                <a:gd name="connsiteX46" fmla="*/ 893409 w 8613454"/>
                <a:gd name="connsiteY46" fmla="*/ 1597712 h 2795996"/>
                <a:gd name="connsiteX47" fmla="*/ 834419 w 8613454"/>
                <a:gd name="connsiteY47" fmla="*/ 1597712 h 2795996"/>
                <a:gd name="connsiteX48" fmla="*/ 834419 w 8613454"/>
                <a:gd name="connsiteY48" fmla="*/ 2063379 h 2795996"/>
                <a:gd name="connsiteX49" fmla="*/ 370399 w 8613454"/>
                <a:gd name="connsiteY49" fmla="*/ 2063379 h 2795996"/>
                <a:gd name="connsiteX50" fmla="*/ 370399 w 8613454"/>
                <a:gd name="connsiteY50" fmla="*/ 2795996 h 2795996"/>
                <a:gd name="connsiteX51" fmla="*/ 0 w 8613454"/>
                <a:gd name="connsiteY51" fmla="*/ 2795996 h 2795996"/>
                <a:gd name="connsiteX52" fmla="*/ 64617 w 8613454"/>
                <a:gd name="connsiteY52" fmla="*/ 64424 h 2795996"/>
                <a:gd name="connsiteX0" fmla="*/ 0 w 8613454"/>
                <a:gd name="connsiteY0" fmla="*/ 0 h 2795996"/>
                <a:gd name="connsiteX1" fmla="*/ 8613454 w 8613454"/>
                <a:gd name="connsiteY1" fmla="*/ 0 h 2795996"/>
                <a:gd name="connsiteX2" fmla="*/ 8613454 w 8613454"/>
                <a:gd name="connsiteY2" fmla="*/ 2662663 h 2795996"/>
                <a:gd name="connsiteX3" fmla="*/ 4779311 w 8613454"/>
                <a:gd name="connsiteY3" fmla="*/ 2662663 h 2795996"/>
                <a:gd name="connsiteX4" fmla="*/ 4779311 w 8613454"/>
                <a:gd name="connsiteY4" fmla="*/ 2394287 h 2795996"/>
                <a:gd name="connsiteX5" fmla="*/ 4496731 w 8613454"/>
                <a:gd name="connsiteY5" fmla="*/ 2394287 h 2795996"/>
                <a:gd name="connsiteX6" fmla="*/ 4496731 w 8613454"/>
                <a:gd name="connsiteY6" fmla="*/ 1899445 h 2795996"/>
                <a:gd name="connsiteX7" fmla="*/ 4332702 w 8613454"/>
                <a:gd name="connsiteY7" fmla="*/ 1899445 h 2795996"/>
                <a:gd name="connsiteX8" fmla="*/ 4332702 w 8613454"/>
                <a:gd name="connsiteY8" fmla="*/ 1655493 h 2795996"/>
                <a:gd name="connsiteX9" fmla="*/ 4126904 w 8613454"/>
                <a:gd name="connsiteY9" fmla="*/ 1655493 h 2795996"/>
                <a:gd name="connsiteX10" fmla="*/ 4126904 w 8613454"/>
                <a:gd name="connsiteY10" fmla="*/ 1533469 h 2795996"/>
                <a:gd name="connsiteX11" fmla="*/ 3816351 w 8613454"/>
                <a:gd name="connsiteY11" fmla="*/ 1533469 h 2795996"/>
                <a:gd name="connsiteX12" fmla="*/ 3816351 w 8613454"/>
                <a:gd name="connsiteY12" fmla="*/ 1645039 h 2795996"/>
                <a:gd name="connsiteX13" fmla="*/ 3757076 w 8613454"/>
                <a:gd name="connsiteY13" fmla="*/ 1721731 h 2795996"/>
                <a:gd name="connsiteX14" fmla="*/ 3757076 w 8613454"/>
                <a:gd name="connsiteY14" fmla="*/ 2150335 h 2795996"/>
                <a:gd name="connsiteX15" fmla="*/ 3610458 w 8613454"/>
                <a:gd name="connsiteY15" fmla="*/ 2150335 h 2795996"/>
                <a:gd name="connsiteX16" fmla="*/ 3610458 w 8613454"/>
                <a:gd name="connsiteY16" fmla="*/ 1829690 h 2795996"/>
                <a:gd name="connsiteX17" fmla="*/ 3523305 w 8613454"/>
                <a:gd name="connsiteY17" fmla="*/ 1721731 h 2795996"/>
                <a:gd name="connsiteX18" fmla="*/ 3422072 w 8613454"/>
                <a:gd name="connsiteY18" fmla="*/ 1721731 h 2795996"/>
                <a:gd name="connsiteX19" fmla="*/ 3422072 w 8613454"/>
                <a:gd name="connsiteY19" fmla="*/ 1603224 h 2795996"/>
                <a:gd name="connsiteX20" fmla="*/ 3195246 w 8613454"/>
                <a:gd name="connsiteY20" fmla="*/ 1603224 h 2795996"/>
                <a:gd name="connsiteX21" fmla="*/ 3195246 w 8613454"/>
                <a:gd name="connsiteY21" fmla="*/ 2359505 h 2795996"/>
                <a:gd name="connsiteX22" fmla="*/ 3003339 w 8613454"/>
                <a:gd name="connsiteY22" fmla="*/ 2359505 h 2795996"/>
                <a:gd name="connsiteX23" fmla="*/ 3003339 w 8613454"/>
                <a:gd name="connsiteY23" fmla="*/ 2077159 h 2795996"/>
                <a:gd name="connsiteX24" fmla="*/ 2738171 w 8613454"/>
                <a:gd name="connsiteY24" fmla="*/ 2077159 h 2795996"/>
                <a:gd name="connsiteX25" fmla="*/ 2738171 w 8613454"/>
                <a:gd name="connsiteY25" fmla="*/ 2349051 h 2795996"/>
                <a:gd name="connsiteX26" fmla="*/ 2344842 w 8613454"/>
                <a:gd name="connsiteY26" fmla="*/ 2352472 h 2795996"/>
                <a:gd name="connsiteX27" fmla="*/ 2344842 w 8613454"/>
                <a:gd name="connsiteY27" fmla="*/ 2003982 h 2795996"/>
                <a:gd name="connsiteX28" fmla="*/ 2257595 w 8613454"/>
                <a:gd name="connsiteY28" fmla="*/ 1882054 h 2795996"/>
                <a:gd name="connsiteX29" fmla="*/ 2062263 w 8613454"/>
                <a:gd name="connsiteY29" fmla="*/ 1882054 h 2795996"/>
                <a:gd name="connsiteX30" fmla="*/ 2062263 w 8613454"/>
                <a:gd name="connsiteY30" fmla="*/ 2293266 h 2795996"/>
                <a:gd name="connsiteX31" fmla="*/ 2009933 w 8613454"/>
                <a:gd name="connsiteY31" fmla="*/ 2293266 h 2795996"/>
                <a:gd name="connsiteX32" fmla="*/ 2009933 w 8613454"/>
                <a:gd name="connsiteY32" fmla="*/ 2192150 h 2795996"/>
                <a:gd name="connsiteX33" fmla="*/ 1776162 w 8613454"/>
                <a:gd name="connsiteY33" fmla="*/ 2192150 h 2795996"/>
                <a:gd name="connsiteX34" fmla="*/ 1776162 w 8613454"/>
                <a:gd name="connsiteY34" fmla="*/ 2056726 h 2795996"/>
                <a:gd name="connsiteX35" fmla="*/ 1664462 w 8613454"/>
                <a:gd name="connsiteY35" fmla="*/ 2056726 h 2795996"/>
                <a:gd name="connsiteX36" fmla="*/ 1664462 w 8613454"/>
                <a:gd name="connsiteY36" fmla="*/ 1871980 h 2795996"/>
                <a:gd name="connsiteX37" fmla="*/ 1406335 w 8613454"/>
                <a:gd name="connsiteY37" fmla="*/ 1871980 h 2795996"/>
                <a:gd name="connsiteX38" fmla="*/ 1406335 w 8613454"/>
                <a:gd name="connsiteY38" fmla="*/ 2362926 h 2795996"/>
                <a:gd name="connsiteX39" fmla="*/ 1301580 w 8613454"/>
                <a:gd name="connsiteY39" fmla="*/ 2362926 h 2795996"/>
                <a:gd name="connsiteX40" fmla="*/ 1301580 w 8613454"/>
                <a:gd name="connsiteY40" fmla="*/ 2244513 h 2795996"/>
                <a:gd name="connsiteX41" fmla="*/ 1207387 w 8613454"/>
                <a:gd name="connsiteY41" fmla="*/ 2244513 h 2795996"/>
                <a:gd name="connsiteX42" fmla="*/ 1207387 w 8613454"/>
                <a:gd name="connsiteY42" fmla="*/ 1625557 h 2795996"/>
                <a:gd name="connsiteX43" fmla="*/ 1092262 w 8613454"/>
                <a:gd name="connsiteY43" fmla="*/ 1625557 h 2795996"/>
                <a:gd name="connsiteX44" fmla="*/ 1039932 w 8613454"/>
                <a:gd name="connsiteY44" fmla="*/ 1507049 h 2795996"/>
                <a:gd name="connsiteX45" fmla="*/ 893409 w 8613454"/>
                <a:gd name="connsiteY45" fmla="*/ 1507049 h 2795996"/>
                <a:gd name="connsiteX46" fmla="*/ 893409 w 8613454"/>
                <a:gd name="connsiteY46" fmla="*/ 1597712 h 2795996"/>
                <a:gd name="connsiteX47" fmla="*/ 834419 w 8613454"/>
                <a:gd name="connsiteY47" fmla="*/ 1597712 h 2795996"/>
                <a:gd name="connsiteX48" fmla="*/ 834419 w 8613454"/>
                <a:gd name="connsiteY48" fmla="*/ 2063379 h 2795996"/>
                <a:gd name="connsiteX49" fmla="*/ 370399 w 8613454"/>
                <a:gd name="connsiteY49" fmla="*/ 2063379 h 2795996"/>
                <a:gd name="connsiteX50" fmla="*/ 370399 w 8613454"/>
                <a:gd name="connsiteY50" fmla="*/ 2795996 h 2795996"/>
                <a:gd name="connsiteX51" fmla="*/ 0 w 8613454"/>
                <a:gd name="connsiteY51" fmla="*/ 2795996 h 2795996"/>
                <a:gd name="connsiteX0" fmla="*/ 8613454 w 8613454"/>
                <a:gd name="connsiteY0" fmla="*/ 0 h 2795996"/>
                <a:gd name="connsiteX1" fmla="*/ 8613454 w 8613454"/>
                <a:gd name="connsiteY1" fmla="*/ 2662663 h 2795996"/>
                <a:gd name="connsiteX2" fmla="*/ 4779311 w 8613454"/>
                <a:gd name="connsiteY2" fmla="*/ 2662663 h 2795996"/>
                <a:gd name="connsiteX3" fmla="*/ 4779311 w 8613454"/>
                <a:gd name="connsiteY3" fmla="*/ 2394287 h 2795996"/>
                <a:gd name="connsiteX4" fmla="*/ 4496731 w 8613454"/>
                <a:gd name="connsiteY4" fmla="*/ 2394287 h 2795996"/>
                <a:gd name="connsiteX5" fmla="*/ 4496731 w 8613454"/>
                <a:gd name="connsiteY5" fmla="*/ 1899445 h 2795996"/>
                <a:gd name="connsiteX6" fmla="*/ 4332702 w 8613454"/>
                <a:gd name="connsiteY6" fmla="*/ 1899445 h 2795996"/>
                <a:gd name="connsiteX7" fmla="*/ 4332702 w 8613454"/>
                <a:gd name="connsiteY7" fmla="*/ 1655493 h 2795996"/>
                <a:gd name="connsiteX8" fmla="*/ 4126904 w 8613454"/>
                <a:gd name="connsiteY8" fmla="*/ 1655493 h 2795996"/>
                <a:gd name="connsiteX9" fmla="*/ 4126904 w 8613454"/>
                <a:gd name="connsiteY9" fmla="*/ 1533469 h 2795996"/>
                <a:gd name="connsiteX10" fmla="*/ 3816351 w 8613454"/>
                <a:gd name="connsiteY10" fmla="*/ 1533469 h 2795996"/>
                <a:gd name="connsiteX11" fmla="*/ 3816351 w 8613454"/>
                <a:gd name="connsiteY11" fmla="*/ 1645039 h 2795996"/>
                <a:gd name="connsiteX12" fmla="*/ 3757076 w 8613454"/>
                <a:gd name="connsiteY12" fmla="*/ 1721731 h 2795996"/>
                <a:gd name="connsiteX13" fmla="*/ 3757076 w 8613454"/>
                <a:gd name="connsiteY13" fmla="*/ 2150335 h 2795996"/>
                <a:gd name="connsiteX14" fmla="*/ 3610458 w 8613454"/>
                <a:gd name="connsiteY14" fmla="*/ 2150335 h 2795996"/>
                <a:gd name="connsiteX15" fmla="*/ 3610458 w 8613454"/>
                <a:gd name="connsiteY15" fmla="*/ 1829690 h 2795996"/>
                <a:gd name="connsiteX16" fmla="*/ 3523305 w 8613454"/>
                <a:gd name="connsiteY16" fmla="*/ 1721731 h 2795996"/>
                <a:gd name="connsiteX17" fmla="*/ 3422072 w 8613454"/>
                <a:gd name="connsiteY17" fmla="*/ 1721731 h 2795996"/>
                <a:gd name="connsiteX18" fmla="*/ 3422072 w 8613454"/>
                <a:gd name="connsiteY18" fmla="*/ 1603224 h 2795996"/>
                <a:gd name="connsiteX19" fmla="*/ 3195246 w 8613454"/>
                <a:gd name="connsiteY19" fmla="*/ 1603224 h 2795996"/>
                <a:gd name="connsiteX20" fmla="*/ 3195246 w 8613454"/>
                <a:gd name="connsiteY20" fmla="*/ 2359505 h 2795996"/>
                <a:gd name="connsiteX21" fmla="*/ 3003339 w 8613454"/>
                <a:gd name="connsiteY21" fmla="*/ 2359505 h 2795996"/>
                <a:gd name="connsiteX22" fmla="*/ 3003339 w 8613454"/>
                <a:gd name="connsiteY22" fmla="*/ 2077159 h 2795996"/>
                <a:gd name="connsiteX23" fmla="*/ 2738171 w 8613454"/>
                <a:gd name="connsiteY23" fmla="*/ 2077159 h 2795996"/>
                <a:gd name="connsiteX24" fmla="*/ 2738171 w 8613454"/>
                <a:gd name="connsiteY24" fmla="*/ 2349051 h 2795996"/>
                <a:gd name="connsiteX25" fmla="*/ 2344842 w 8613454"/>
                <a:gd name="connsiteY25" fmla="*/ 2352472 h 2795996"/>
                <a:gd name="connsiteX26" fmla="*/ 2344842 w 8613454"/>
                <a:gd name="connsiteY26" fmla="*/ 2003982 h 2795996"/>
                <a:gd name="connsiteX27" fmla="*/ 2257595 w 8613454"/>
                <a:gd name="connsiteY27" fmla="*/ 1882054 h 2795996"/>
                <a:gd name="connsiteX28" fmla="*/ 2062263 w 8613454"/>
                <a:gd name="connsiteY28" fmla="*/ 1882054 h 2795996"/>
                <a:gd name="connsiteX29" fmla="*/ 2062263 w 8613454"/>
                <a:gd name="connsiteY29" fmla="*/ 2293266 h 2795996"/>
                <a:gd name="connsiteX30" fmla="*/ 2009933 w 8613454"/>
                <a:gd name="connsiteY30" fmla="*/ 2293266 h 2795996"/>
                <a:gd name="connsiteX31" fmla="*/ 2009933 w 8613454"/>
                <a:gd name="connsiteY31" fmla="*/ 2192150 h 2795996"/>
                <a:gd name="connsiteX32" fmla="*/ 1776162 w 8613454"/>
                <a:gd name="connsiteY32" fmla="*/ 2192150 h 2795996"/>
                <a:gd name="connsiteX33" fmla="*/ 1776162 w 8613454"/>
                <a:gd name="connsiteY33" fmla="*/ 2056726 h 2795996"/>
                <a:gd name="connsiteX34" fmla="*/ 1664462 w 8613454"/>
                <a:gd name="connsiteY34" fmla="*/ 2056726 h 2795996"/>
                <a:gd name="connsiteX35" fmla="*/ 1664462 w 8613454"/>
                <a:gd name="connsiteY35" fmla="*/ 1871980 h 2795996"/>
                <a:gd name="connsiteX36" fmla="*/ 1406335 w 8613454"/>
                <a:gd name="connsiteY36" fmla="*/ 1871980 h 2795996"/>
                <a:gd name="connsiteX37" fmla="*/ 1406335 w 8613454"/>
                <a:gd name="connsiteY37" fmla="*/ 2362926 h 2795996"/>
                <a:gd name="connsiteX38" fmla="*/ 1301580 w 8613454"/>
                <a:gd name="connsiteY38" fmla="*/ 2362926 h 2795996"/>
                <a:gd name="connsiteX39" fmla="*/ 1301580 w 8613454"/>
                <a:gd name="connsiteY39" fmla="*/ 2244513 h 2795996"/>
                <a:gd name="connsiteX40" fmla="*/ 1207387 w 8613454"/>
                <a:gd name="connsiteY40" fmla="*/ 2244513 h 2795996"/>
                <a:gd name="connsiteX41" fmla="*/ 1207387 w 8613454"/>
                <a:gd name="connsiteY41" fmla="*/ 1625557 h 2795996"/>
                <a:gd name="connsiteX42" fmla="*/ 1092262 w 8613454"/>
                <a:gd name="connsiteY42" fmla="*/ 1625557 h 2795996"/>
                <a:gd name="connsiteX43" fmla="*/ 1039932 w 8613454"/>
                <a:gd name="connsiteY43" fmla="*/ 1507049 h 2795996"/>
                <a:gd name="connsiteX44" fmla="*/ 893409 w 8613454"/>
                <a:gd name="connsiteY44" fmla="*/ 1507049 h 2795996"/>
                <a:gd name="connsiteX45" fmla="*/ 893409 w 8613454"/>
                <a:gd name="connsiteY45" fmla="*/ 1597712 h 2795996"/>
                <a:gd name="connsiteX46" fmla="*/ 834419 w 8613454"/>
                <a:gd name="connsiteY46" fmla="*/ 1597712 h 2795996"/>
                <a:gd name="connsiteX47" fmla="*/ 834419 w 8613454"/>
                <a:gd name="connsiteY47" fmla="*/ 2063379 h 2795996"/>
                <a:gd name="connsiteX48" fmla="*/ 370399 w 8613454"/>
                <a:gd name="connsiteY48" fmla="*/ 2063379 h 2795996"/>
                <a:gd name="connsiteX49" fmla="*/ 370399 w 8613454"/>
                <a:gd name="connsiteY49" fmla="*/ 2795996 h 2795996"/>
                <a:gd name="connsiteX50" fmla="*/ 0 w 8613454"/>
                <a:gd name="connsiteY50" fmla="*/ 2795996 h 2795996"/>
                <a:gd name="connsiteX0" fmla="*/ 8613454 w 8613454"/>
                <a:gd name="connsiteY0" fmla="*/ 1155614 h 1288947"/>
                <a:gd name="connsiteX1" fmla="*/ 4779311 w 8613454"/>
                <a:gd name="connsiteY1" fmla="*/ 1155614 h 1288947"/>
                <a:gd name="connsiteX2" fmla="*/ 4779311 w 8613454"/>
                <a:gd name="connsiteY2" fmla="*/ 887238 h 1288947"/>
                <a:gd name="connsiteX3" fmla="*/ 4496731 w 8613454"/>
                <a:gd name="connsiteY3" fmla="*/ 887238 h 1288947"/>
                <a:gd name="connsiteX4" fmla="*/ 4496731 w 8613454"/>
                <a:gd name="connsiteY4" fmla="*/ 392396 h 1288947"/>
                <a:gd name="connsiteX5" fmla="*/ 4332702 w 8613454"/>
                <a:gd name="connsiteY5" fmla="*/ 392396 h 1288947"/>
                <a:gd name="connsiteX6" fmla="*/ 4332702 w 8613454"/>
                <a:gd name="connsiteY6" fmla="*/ 148444 h 1288947"/>
                <a:gd name="connsiteX7" fmla="*/ 4126904 w 8613454"/>
                <a:gd name="connsiteY7" fmla="*/ 148444 h 1288947"/>
                <a:gd name="connsiteX8" fmla="*/ 4126904 w 8613454"/>
                <a:gd name="connsiteY8" fmla="*/ 26420 h 1288947"/>
                <a:gd name="connsiteX9" fmla="*/ 3816351 w 8613454"/>
                <a:gd name="connsiteY9" fmla="*/ 26420 h 1288947"/>
                <a:gd name="connsiteX10" fmla="*/ 3816351 w 8613454"/>
                <a:gd name="connsiteY10" fmla="*/ 137990 h 1288947"/>
                <a:gd name="connsiteX11" fmla="*/ 3757076 w 8613454"/>
                <a:gd name="connsiteY11" fmla="*/ 214682 h 1288947"/>
                <a:gd name="connsiteX12" fmla="*/ 3757076 w 8613454"/>
                <a:gd name="connsiteY12" fmla="*/ 643286 h 1288947"/>
                <a:gd name="connsiteX13" fmla="*/ 3610458 w 8613454"/>
                <a:gd name="connsiteY13" fmla="*/ 643286 h 1288947"/>
                <a:gd name="connsiteX14" fmla="*/ 3610458 w 8613454"/>
                <a:gd name="connsiteY14" fmla="*/ 322641 h 1288947"/>
                <a:gd name="connsiteX15" fmla="*/ 3523305 w 8613454"/>
                <a:gd name="connsiteY15" fmla="*/ 214682 h 1288947"/>
                <a:gd name="connsiteX16" fmla="*/ 3422072 w 8613454"/>
                <a:gd name="connsiteY16" fmla="*/ 214682 h 1288947"/>
                <a:gd name="connsiteX17" fmla="*/ 3422072 w 8613454"/>
                <a:gd name="connsiteY17" fmla="*/ 96175 h 1288947"/>
                <a:gd name="connsiteX18" fmla="*/ 3195246 w 8613454"/>
                <a:gd name="connsiteY18" fmla="*/ 96175 h 1288947"/>
                <a:gd name="connsiteX19" fmla="*/ 3195246 w 8613454"/>
                <a:gd name="connsiteY19" fmla="*/ 852456 h 1288947"/>
                <a:gd name="connsiteX20" fmla="*/ 3003339 w 8613454"/>
                <a:gd name="connsiteY20" fmla="*/ 852456 h 1288947"/>
                <a:gd name="connsiteX21" fmla="*/ 3003339 w 8613454"/>
                <a:gd name="connsiteY21" fmla="*/ 570110 h 1288947"/>
                <a:gd name="connsiteX22" fmla="*/ 2738171 w 8613454"/>
                <a:gd name="connsiteY22" fmla="*/ 570110 h 1288947"/>
                <a:gd name="connsiteX23" fmla="*/ 2738171 w 8613454"/>
                <a:gd name="connsiteY23" fmla="*/ 842002 h 1288947"/>
                <a:gd name="connsiteX24" fmla="*/ 2344842 w 8613454"/>
                <a:gd name="connsiteY24" fmla="*/ 845423 h 1288947"/>
                <a:gd name="connsiteX25" fmla="*/ 2344842 w 8613454"/>
                <a:gd name="connsiteY25" fmla="*/ 496933 h 1288947"/>
                <a:gd name="connsiteX26" fmla="*/ 2257595 w 8613454"/>
                <a:gd name="connsiteY26" fmla="*/ 375005 h 1288947"/>
                <a:gd name="connsiteX27" fmla="*/ 2062263 w 8613454"/>
                <a:gd name="connsiteY27" fmla="*/ 375005 h 1288947"/>
                <a:gd name="connsiteX28" fmla="*/ 2062263 w 8613454"/>
                <a:gd name="connsiteY28" fmla="*/ 786217 h 1288947"/>
                <a:gd name="connsiteX29" fmla="*/ 2009933 w 8613454"/>
                <a:gd name="connsiteY29" fmla="*/ 786217 h 1288947"/>
                <a:gd name="connsiteX30" fmla="*/ 2009933 w 8613454"/>
                <a:gd name="connsiteY30" fmla="*/ 685101 h 1288947"/>
                <a:gd name="connsiteX31" fmla="*/ 1776162 w 8613454"/>
                <a:gd name="connsiteY31" fmla="*/ 685101 h 1288947"/>
                <a:gd name="connsiteX32" fmla="*/ 1776162 w 8613454"/>
                <a:gd name="connsiteY32" fmla="*/ 549677 h 1288947"/>
                <a:gd name="connsiteX33" fmla="*/ 1664462 w 8613454"/>
                <a:gd name="connsiteY33" fmla="*/ 549677 h 1288947"/>
                <a:gd name="connsiteX34" fmla="*/ 1664462 w 8613454"/>
                <a:gd name="connsiteY34" fmla="*/ 364931 h 1288947"/>
                <a:gd name="connsiteX35" fmla="*/ 1406335 w 8613454"/>
                <a:gd name="connsiteY35" fmla="*/ 364931 h 1288947"/>
                <a:gd name="connsiteX36" fmla="*/ 1406335 w 8613454"/>
                <a:gd name="connsiteY36" fmla="*/ 855877 h 1288947"/>
                <a:gd name="connsiteX37" fmla="*/ 1301580 w 8613454"/>
                <a:gd name="connsiteY37" fmla="*/ 855877 h 1288947"/>
                <a:gd name="connsiteX38" fmla="*/ 1301580 w 8613454"/>
                <a:gd name="connsiteY38" fmla="*/ 737464 h 1288947"/>
                <a:gd name="connsiteX39" fmla="*/ 1207387 w 8613454"/>
                <a:gd name="connsiteY39" fmla="*/ 737464 h 1288947"/>
                <a:gd name="connsiteX40" fmla="*/ 1207387 w 8613454"/>
                <a:gd name="connsiteY40" fmla="*/ 118508 h 1288947"/>
                <a:gd name="connsiteX41" fmla="*/ 1092262 w 8613454"/>
                <a:gd name="connsiteY41" fmla="*/ 118508 h 1288947"/>
                <a:gd name="connsiteX42" fmla="*/ 1039932 w 8613454"/>
                <a:gd name="connsiteY42" fmla="*/ 0 h 1288947"/>
                <a:gd name="connsiteX43" fmla="*/ 893409 w 8613454"/>
                <a:gd name="connsiteY43" fmla="*/ 0 h 1288947"/>
                <a:gd name="connsiteX44" fmla="*/ 893409 w 8613454"/>
                <a:gd name="connsiteY44" fmla="*/ 90663 h 1288947"/>
                <a:gd name="connsiteX45" fmla="*/ 834419 w 8613454"/>
                <a:gd name="connsiteY45" fmla="*/ 90663 h 1288947"/>
                <a:gd name="connsiteX46" fmla="*/ 834419 w 8613454"/>
                <a:gd name="connsiteY46" fmla="*/ 556330 h 1288947"/>
                <a:gd name="connsiteX47" fmla="*/ 370399 w 8613454"/>
                <a:gd name="connsiteY47" fmla="*/ 556330 h 1288947"/>
                <a:gd name="connsiteX48" fmla="*/ 370399 w 8613454"/>
                <a:gd name="connsiteY48" fmla="*/ 1288947 h 1288947"/>
                <a:gd name="connsiteX49" fmla="*/ 0 w 8613454"/>
                <a:gd name="connsiteY49" fmla="*/ 1288947 h 1288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8613454" h="1288947">
                  <a:moveTo>
                    <a:pt x="8613454" y="1155614"/>
                  </a:moveTo>
                  <a:lnTo>
                    <a:pt x="4779311" y="1155614"/>
                  </a:lnTo>
                  <a:lnTo>
                    <a:pt x="4779311" y="887238"/>
                  </a:lnTo>
                  <a:lnTo>
                    <a:pt x="4496731" y="887238"/>
                  </a:lnTo>
                  <a:lnTo>
                    <a:pt x="4496731" y="392396"/>
                  </a:lnTo>
                  <a:lnTo>
                    <a:pt x="4332702" y="392396"/>
                  </a:lnTo>
                  <a:lnTo>
                    <a:pt x="4332702" y="148444"/>
                  </a:lnTo>
                  <a:lnTo>
                    <a:pt x="4126904" y="148444"/>
                  </a:lnTo>
                  <a:lnTo>
                    <a:pt x="4126904" y="26420"/>
                  </a:lnTo>
                  <a:lnTo>
                    <a:pt x="3816351" y="26420"/>
                  </a:lnTo>
                  <a:lnTo>
                    <a:pt x="3816351" y="137990"/>
                  </a:lnTo>
                  <a:lnTo>
                    <a:pt x="3757076" y="214682"/>
                  </a:lnTo>
                  <a:lnTo>
                    <a:pt x="3757076" y="643286"/>
                  </a:lnTo>
                  <a:lnTo>
                    <a:pt x="3610458" y="643286"/>
                  </a:lnTo>
                  <a:lnTo>
                    <a:pt x="3610458" y="322641"/>
                  </a:lnTo>
                  <a:lnTo>
                    <a:pt x="3523305" y="214682"/>
                  </a:lnTo>
                  <a:lnTo>
                    <a:pt x="3422072" y="214682"/>
                  </a:lnTo>
                  <a:lnTo>
                    <a:pt x="3422072" y="96175"/>
                  </a:lnTo>
                  <a:lnTo>
                    <a:pt x="3195246" y="96175"/>
                  </a:lnTo>
                  <a:lnTo>
                    <a:pt x="3195246" y="852456"/>
                  </a:lnTo>
                  <a:lnTo>
                    <a:pt x="3003339" y="852456"/>
                  </a:lnTo>
                  <a:lnTo>
                    <a:pt x="3003339" y="570110"/>
                  </a:lnTo>
                  <a:lnTo>
                    <a:pt x="2738171" y="570110"/>
                  </a:lnTo>
                  <a:lnTo>
                    <a:pt x="2738171" y="842002"/>
                  </a:lnTo>
                  <a:lnTo>
                    <a:pt x="2344842" y="845423"/>
                  </a:lnTo>
                  <a:lnTo>
                    <a:pt x="2344842" y="496933"/>
                  </a:lnTo>
                  <a:lnTo>
                    <a:pt x="2257595" y="375005"/>
                  </a:lnTo>
                  <a:lnTo>
                    <a:pt x="2062263" y="375005"/>
                  </a:lnTo>
                  <a:lnTo>
                    <a:pt x="2062263" y="786217"/>
                  </a:lnTo>
                  <a:lnTo>
                    <a:pt x="2009933" y="786217"/>
                  </a:lnTo>
                  <a:lnTo>
                    <a:pt x="2009933" y="685101"/>
                  </a:lnTo>
                  <a:lnTo>
                    <a:pt x="1776162" y="685101"/>
                  </a:lnTo>
                  <a:lnTo>
                    <a:pt x="1776162" y="549677"/>
                  </a:lnTo>
                  <a:lnTo>
                    <a:pt x="1664462" y="549677"/>
                  </a:lnTo>
                  <a:lnTo>
                    <a:pt x="1664462" y="364931"/>
                  </a:lnTo>
                  <a:lnTo>
                    <a:pt x="1406335" y="364931"/>
                  </a:lnTo>
                  <a:lnTo>
                    <a:pt x="1406335" y="855877"/>
                  </a:lnTo>
                  <a:lnTo>
                    <a:pt x="1301580" y="855877"/>
                  </a:lnTo>
                  <a:lnTo>
                    <a:pt x="1301580" y="737464"/>
                  </a:lnTo>
                  <a:lnTo>
                    <a:pt x="1207387" y="737464"/>
                  </a:lnTo>
                  <a:lnTo>
                    <a:pt x="1207387" y="118508"/>
                  </a:lnTo>
                  <a:lnTo>
                    <a:pt x="1092262" y="118508"/>
                  </a:lnTo>
                  <a:lnTo>
                    <a:pt x="1039932" y="0"/>
                  </a:lnTo>
                  <a:lnTo>
                    <a:pt x="893409" y="0"/>
                  </a:lnTo>
                  <a:lnTo>
                    <a:pt x="893409" y="90663"/>
                  </a:lnTo>
                  <a:lnTo>
                    <a:pt x="834419" y="90663"/>
                  </a:lnTo>
                  <a:lnTo>
                    <a:pt x="834419" y="556330"/>
                  </a:lnTo>
                  <a:lnTo>
                    <a:pt x="370399" y="556330"/>
                  </a:lnTo>
                  <a:lnTo>
                    <a:pt x="370399" y="1288947"/>
                  </a:lnTo>
                  <a:lnTo>
                    <a:pt x="0" y="1288947"/>
                  </a:lnTo>
                </a:path>
              </a:pathLst>
            </a:custGeom>
            <a:noFill/>
            <a:ln w="9525" cap="flat">
              <a:solidFill>
                <a:srgbClr val="08707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l" defTabSz="1507846" rtl="0" eaLnBrk="1" latinLnBrk="0" hangingPunct="1"/>
              <a:endParaRPr lang="en-US" sz="2968"/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3169E86-E3A0-FE49-A7F9-682DECC6CE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790727" y="1078540"/>
              <a:ext cx="8346767" cy="0"/>
            </a:xfrm>
            <a:prstGeom prst="line">
              <a:avLst/>
            </a:prstGeom>
            <a:noFill/>
            <a:ln w="9525" cap="flat">
              <a:solidFill>
                <a:srgbClr val="087074"/>
              </a:solidFill>
              <a:prstDash val="solid"/>
              <a:miter/>
            </a:ln>
          </p:spPr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1AE4BF9B-80C7-1A40-B078-05F11F7639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835763" y="1078540"/>
              <a:ext cx="1028022" cy="0"/>
            </a:xfrm>
            <a:prstGeom prst="line">
              <a:avLst/>
            </a:prstGeom>
            <a:noFill/>
            <a:ln w="9525" cap="flat">
              <a:solidFill>
                <a:srgbClr val="087074"/>
              </a:solidFill>
              <a:prstDash val="solid"/>
              <a:miter/>
            </a:ln>
          </p:spPr>
        </p:cxn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CC81D043-6E2A-C149-BE73-E5AB3B665259}"/>
              </a:ext>
            </a:extLst>
          </p:cNvPr>
          <p:cNvSpPr txBox="1"/>
          <p:nvPr userDrawn="1"/>
        </p:nvSpPr>
        <p:spPr>
          <a:xfrm>
            <a:off x="16716996" y="2485104"/>
            <a:ext cx="2203572" cy="59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1507846" rtl="0" eaLnBrk="1" latinLnBrk="0" hangingPunct="1"/>
            <a:r>
              <a:rPr lang="ar-SA" sz="3298" b="1" i="0" dirty="0">
                <a:solidFill>
                  <a:srgbClr val="087074"/>
                </a:solidFill>
                <a:latin typeface="Bahij TheSansArabic SemiBold" panose="02040503050201020203" pitchFamily="18" charset="-78"/>
                <a:cs typeface="Bahij TheSansArabic SemiBold" panose="02040503050201020203" pitchFamily="18" charset="-78"/>
              </a:rPr>
              <a:t>المحتويات</a:t>
            </a:r>
            <a:endParaRPr lang="en-US" sz="3298" b="1" i="0" dirty="0">
              <a:solidFill>
                <a:srgbClr val="087074"/>
              </a:solidFill>
              <a:latin typeface="Bahij TheSansArabic SemiBold" panose="02040503050201020203" pitchFamily="18" charset="-78"/>
              <a:cs typeface="Bahij TheSansArabic SemiBold" panose="02040503050201020203" pitchFamily="18" charset="-78"/>
            </a:endParaRPr>
          </a:p>
        </p:txBody>
      </p:sp>
      <p:pic>
        <p:nvPicPr>
          <p:cNvPr id="191" name="Graphic 190">
            <a:extLst>
              <a:ext uri="{FF2B5EF4-FFF2-40B4-BE49-F238E27FC236}">
                <a16:creationId xmlns:a16="http://schemas.microsoft.com/office/drawing/2014/main" id="{C5A8BBD3-622B-AA44-99E7-9F9A91EFDD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260423" y="621543"/>
            <a:ext cx="1213525" cy="98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118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r pag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DB9236E-F9DB-0247-9357-1D3B57DB7925}"/>
              </a:ext>
            </a:extLst>
          </p:cNvPr>
          <p:cNvGrpSpPr/>
          <p:nvPr userDrawn="1"/>
        </p:nvGrpSpPr>
        <p:grpSpPr>
          <a:xfrm>
            <a:off x="1196" y="14580991"/>
            <a:ext cx="20102905" cy="947729"/>
            <a:chOff x="1370" y="315386"/>
            <a:chExt cx="23051649" cy="763154"/>
          </a:xfrm>
        </p:grpSpPr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41D735B0-F1EA-8147-A3A9-D743082E0DB2}"/>
                </a:ext>
              </a:extLst>
            </p:cNvPr>
            <p:cNvSpPr/>
            <p:nvPr userDrawn="1"/>
          </p:nvSpPr>
          <p:spPr>
            <a:xfrm>
              <a:off x="1370" y="315386"/>
              <a:ext cx="4223904" cy="763154"/>
            </a:xfrm>
            <a:custGeom>
              <a:avLst/>
              <a:gdLst>
                <a:gd name="connsiteX0" fmla="*/ 8613454 w 8613454"/>
                <a:gd name="connsiteY0" fmla="*/ 0 h 2795995"/>
                <a:gd name="connsiteX1" fmla="*/ 8613454 w 8613454"/>
                <a:gd name="connsiteY1" fmla="*/ 2662663 h 2795995"/>
                <a:gd name="connsiteX2" fmla="*/ 4779311 w 8613454"/>
                <a:gd name="connsiteY2" fmla="*/ 2662663 h 2795995"/>
                <a:gd name="connsiteX3" fmla="*/ 4779311 w 8613454"/>
                <a:gd name="connsiteY3" fmla="*/ 2394287 h 2795995"/>
                <a:gd name="connsiteX4" fmla="*/ 4496731 w 8613454"/>
                <a:gd name="connsiteY4" fmla="*/ 2394287 h 2795995"/>
                <a:gd name="connsiteX5" fmla="*/ 4496731 w 8613454"/>
                <a:gd name="connsiteY5" fmla="*/ 1899445 h 2795995"/>
                <a:gd name="connsiteX6" fmla="*/ 4332702 w 8613454"/>
                <a:gd name="connsiteY6" fmla="*/ 1899445 h 2795995"/>
                <a:gd name="connsiteX7" fmla="*/ 4332702 w 8613454"/>
                <a:gd name="connsiteY7" fmla="*/ 1655493 h 2795995"/>
                <a:gd name="connsiteX8" fmla="*/ 4126904 w 8613454"/>
                <a:gd name="connsiteY8" fmla="*/ 1655493 h 2795995"/>
                <a:gd name="connsiteX9" fmla="*/ 4126904 w 8613454"/>
                <a:gd name="connsiteY9" fmla="*/ 1533469 h 2795995"/>
                <a:gd name="connsiteX10" fmla="*/ 3816351 w 8613454"/>
                <a:gd name="connsiteY10" fmla="*/ 1533469 h 2795995"/>
                <a:gd name="connsiteX11" fmla="*/ 3816351 w 8613454"/>
                <a:gd name="connsiteY11" fmla="*/ 1645039 h 2795995"/>
                <a:gd name="connsiteX12" fmla="*/ 3757076 w 8613454"/>
                <a:gd name="connsiteY12" fmla="*/ 1721731 h 2795995"/>
                <a:gd name="connsiteX13" fmla="*/ 3757076 w 8613454"/>
                <a:gd name="connsiteY13" fmla="*/ 2150335 h 2795995"/>
                <a:gd name="connsiteX14" fmla="*/ 3610458 w 8613454"/>
                <a:gd name="connsiteY14" fmla="*/ 2150335 h 2795995"/>
                <a:gd name="connsiteX15" fmla="*/ 3610458 w 8613454"/>
                <a:gd name="connsiteY15" fmla="*/ 1829690 h 2795995"/>
                <a:gd name="connsiteX16" fmla="*/ 3523305 w 8613454"/>
                <a:gd name="connsiteY16" fmla="*/ 1721731 h 2795995"/>
                <a:gd name="connsiteX17" fmla="*/ 3422072 w 8613454"/>
                <a:gd name="connsiteY17" fmla="*/ 1721731 h 2795995"/>
                <a:gd name="connsiteX18" fmla="*/ 3422072 w 8613454"/>
                <a:gd name="connsiteY18" fmla="*/ 1603224 h 2795995"/>
                <a:gd name="connsiteX19" fmla="*/ 3195246 w 8613454"/>
                <a:gd name="connsiteY19" fmla="*/ 1603224 h 2795995"/>
                <a:gd name="connsiteX20" fmla="*/ 3195246 w 8613454"/>
                <a:gd name="connsiteY20" fmla="*/ 2359505 h 2795995"/>
                <a:gd name="connsiteX21" fmla="*/ 3003339 w 8613454"/>
                <a:gd name="connsiteY21" fmla="*/ 2359505 h 2795995"/>
                <a:gd name="connsiteX22" fmla="*/ 3003339 w 8613454"/>
                <a:gd name="connsiteY22" fmla="*/ 2077159 h 2795995"/>
                <a:gd name="connsiteX23" fmla="*/ 2738171 w 8613454"/>
                <a:gd name="connsiteY23" fmla="*/ 2077159 h 2795995"/>
                <a:gd name="connsiteX24" fmla="*/ 2738171 w 8613454"/>
                <a:gd name="connsiteY24" fmla="*/ 2349051 h 2795995"/>
                <a:gd name="connsiteX25" fmla="*/ 2344842 w 8613454"/>
                <a:gd name="connsiteY25" fmla="*/ 2352472 h 2795995"/>
                <a:gd name="connsiteX26" fmla="*/ 2344842 w 8613454"/>
                <a:gd name="connsiteY26" fmla="*/ 2003982 h 2795995"/>
                <a:gd name="connsiteX27" fmla="*/ 2257595 w 8613454"/>
                <a:gd name="connsiteY27" fmla="*/ 1882054 h 2795995"/>
                <a:gd name="connsiteX28" fmla="*/ 2062263 w 8613454"/>
                <a:gd name="connsiteY28" fmla="*/ 1882054 h 2795995"/>
                <a:gd name="connsiteX29" fmla="*/ 2062263 w 8613454"/>
                <a:gd name="connsiteY29" fmla="*/ 2293266 h 2795995"/>
                <a:gd name="connsiteX30" fmla="*/ 2009933 w 8613454"/>
                <a:gd name="connsiteY30" fmla="*/ 2293266 h 2795995"/>
                <a:gd name="connsiteX31" fmla="*/ 2009933 w 8613454"/>
                <a:gd name="connsiteY31" fmla="*/ 2192150 h 2795995"/>
                <a:gd name="connsiteX32" fmla="*/ 1776162 w 8613454"/>
                <a:gd name="connsiteY32" fmla="*/ 2192150 h 2795995"/>
                <a:gd name="connsiteX33" fmla="*/ 1776162 w 8613454"/>
                <a:gd name="connsiteY33" fmla="*/ 2056726 h 2795995"/>
                <a:gd name="connsiteX34" fmla="*/ 1664462 w 8613454"/>
                <a:gd name="connsiteY34" fmla="*/ 2056726 h 2795995"/>
                <a:gd name="connsiteX35" fmla="*/ 1664462 w 8613454"/>
                <a:gd name="connsiteY35" fmla="*/ 1871980 h 2795995"/>
                <a:gd name="connsiteX36" fmla="*/ 1406335 w 8613454"/>
                <a:gd name="connsiteY36" fmla="*/ 1871980 h 2795995"/>
                <a:gd name="connsiteX37" fmla="*/ 1406335 w 8613454"/>
                <a:gd name="connsiteY37" fmla="*/ 2362926 h 2795995"/>
                <a:gd name="connsiteX38" fmla="*/ 1301580 w 8613454"/>
                <a:gd name="connsiteY38" fmla="*/ 2362926 h 2795995"/>
                <a:gd name="connsiteX39" fmla="*/ 1301580 w 8613454"/>
                <a:gd name="connsiteY39" fmla="*/ 2244513 h 2795995"/>
                <a:gd name="connsiteX40" fmla="*/ 1207387 w 8613454"/>
                <a:gd name="connsiteY40" fmla="*/ 2244513 h 2795995"/>
                <a:gd name="connsiteX41" fmla="*/ 1207387 w 8613454"/>
                <a:gd name="connsiteY41" fmla="*/ 1625557 h 2795995"/>
                <a:gd name="connsiteX42" fmla="*/ 1092262 w 8613454"/>
                <a:gd name="connsiteY42" fmla="*/ 1625557 h 2795995"/>
                <a:gd name="connsiteX43" fmla="*/ 1039932 w 8613454"/>
                <a:gd name="connsiteY43" fmla="*/ 1507049 h 2795995"/>
                <a:gd name="connsiteX44" fmla="*/ 893409 w 8613454"/>
                <a:gd name="connsiteY44" fmla="*/ 1507049 h 2795995"/>
                <a:gd name="connsiteX45" fmla="*/ 893409 w 8613454"/>
                <a:gd name="connsiteY45" fmla="*/ 1597712 h 2795995"/>
                <a:gd name="connsiteX46" fmla="*/ 834419 w 8613454"/>
                <a:gd name="connsiteY46" fmla="*/ 1597712 h 2795995"/>
                <a:gd name="connsiteX47" fmla="*/ 834419 w 8613454"/>
                <a:gd name="connsiteY47" fmla="*/ 2063379 h 2795995"/>
                <a:gd name="connsiteX48" fmla="*/ 370399 w 8613454"/>
                <a:gd name="connsiteY48" fmla="*/ 2063379 h 2795995"/>
                <a:gd name="connsiteX49" fmla="*/ 370399 w 8613454"/>
                <a:gd name="connsiteY49" fmla="*/ 2795996 h 2795995"/>
                <a:gd name="connsiteX50" fmla="*/ 0 w 8613454"/>
                <a:gd name="connsiteY50" fmla="*/ 2795996 h 2795995"/>
                <a:gd name="connsiteX51" fmla="*/ 0 w 8613454"/>
                <a:gd name="connsiteY51" fmla="*/ 0 h 2795995"/>
                <a:gd name="connsiteX52" fmla="*/ 8613454 w 8613454"/>
                <a:gd name="connsiteY52" fmla="*/ 0 h 2795995"/>
                <a:gd name="connsiteX0" fmla="*/ 0 w 8613454"/>
                <a:gd name="connsiteY0" fmla="*/ 0 h 2795996"/>
                <a:gd name="connsiteX1" fmla="*/ 8613454 w 8613454"/>
                <a:gd name="connsiteY1" fmla="*/ 0 h 2795996"/>
                <a:gd name="connsiteX2" fmla="*/ 8613454 w 8613454"/>
                <a:gd name="connsiteY2" fmla="*/ 2662663 h 2795996"/>
                <a:gd name="connsiteX3" fmla="*/ 4779311 w 8613454"/>
                <a:gd name="connsiteY3" fmla="*/ 2662663 h 2795996"/>
                <a:gd name="connsiteX4" fmla="*/ 4779311 w 8613454"/>
                <a:gd name="connsiteY4" fmla="*/ 2394287 h 2795996"/>
                <a:gd name="connsiteX5" fmla="*/ 4496731 w 8613454"/>
                <a:gd name="connsiteY5" fmla="*/ 2394287 h 2795996"/>
                <a:gd name="connsiteX6" fmla="*/ 4496731 w 8613454"/>
                <a:gd name="connsiteY6" fmla="*/ 1899445 h 2795996"/>
                <a:gd name="connsiteX7" fmla="*/ 4332702 w 8613454"/>
                <a:gd name="connsiteY7" fmla="*/ 1899445 h 2795996"/>
                <a:gd name="connsiteX8" fmla="*/ 4332702 w 8613454"/>
                <a:gd name="connsiteY8" fmla="*/ 1655493 h 2795996"/>
                <a:gd name="connsiteX9" fmla="*/ 4126904 w 8613454"/>
                <a:gd name="connsiteY9" fmla="*/ 1655493 h 2795996"/>
                <a:gd name="connsiteX10" fmla="*/ 4126904 w 8613454"/>
                <a:gd name="connsiteY10" fmla="*/ 1533469 h 2795996"/>
                <a:gd name="connsiteX11" fmla="*/ 3816351 w 8613454"/>
                <a:gd name="connsiteY11" fmla="*/ 1533469 h 2795996"/>
                <a:gd name="connsiteX12" fmla="*/ 3816351 w 8613454"/>
                <a:gd name="connsiteY12" fmla="*/ 1645039 h 2795996"/>
                <a:gd name="connsiteX13" fmla="*/ 3757076 w 8613454"/>
                <a:gd name="connsiteY13" fmla="*/ 1721731 h 2795996"/>
                <a:gd name="connsiteX14" fmla="*/ 3757076 w 8613454"/>
                <a:gd name="connsiteY14" fmla="*/ 2150335 h 2795996"/>
                <a:gd name="connsiteX15" fmla="*/ 3610458 w 8613454"/>
                <a:gd name="connsiteY15" fmla="*/ 2150335 h 2795996"/>
                <a:gd name="connsiteX16" fmla="*/ 3610458 w 8613454"/>
                <a:gd name="connsiteY16" fmla="*/ 1829690 h 2795996"/>
                <a:gd name="connsiteX17" fmla="*/ 3523305 w 8613454"/>
                <a:gd name="connsiteY17" fmla="*/ 1721731 h 2795996"/>
                <a:gd name="connsiteX18" fmla="*/ 3422072 w 8613454"/>
                <a:gd name="connsiteY18" fmla="*/ 1721731 h 2795996"/>
                <a:gd name="connsiteX19" fmla="*/ 3422072 w 8613454"/>
                <a:gd name="connsiteY19" fmla="*/ 1603224 h 2795996"/>
                <a:gd name="connsiteX20" fmla="*/ 3195246 w 8613454"/>
                <a:gd name="connsiteY20" fmla="*/ 1603224 h 2795996"/>
                <a:gd name="connsiteX21" fmla="*/ 3195246 w 8613454"/>
                <a:gd name="connsiteY21" fmla="*/ 2359505 h 2795996"/>
                <a:gd name="connsiteX22" fmla="*/ 3003339 w 8613454"/>
                <a:gd name="connsiteY22" fmla="*/ 2359505 h 2795996"/>
                <a:gd name="connsiteX23" fmla="*/ 3003339 w 8613454"/>
                <a:gd name="connsiteY23" fmla="*/ 2077159 h 2795996"/>
                <a:gd name="connsiteX24" fmla="*/ 2738171 w 8613454"/>
                <a:gd name="connsiteY24" fmla="*/ 2077159 h 2795996"/>
                <a:gd name="connsiteX25" fmla="*/ 2738171 w 8613454"/>
                <a:gd name="connsiteY25" fmla="*/ 2349051 h 2795996"/>
                <a:gd name="connsiteX26" fmla="*/ 2344842 w 8613454"/>
                <a:gd name="connsiteY26" fmla="*/ 2352472 h 2795996"/>
                <a:gd name="connsiteX27" fmla="*/ 2344842 w 8613454"/>
                <a:gd name="connsiteY27" fmla="*/ 2003982 h 2795996"/>
                <a:gd name="connsiteX28" fmla="*/ 2257595 w 8613454"/>
                <a:gd name="connsiteY28" fmla="*/ 1882054 h 2795996"/>
                <a:gd name="connsiteX29" fmla="*/ 2062263 w 8613454"/>
                <a:gd name="connsiteY29" fmla="*/ 1882054 h 2795996"/>
                <a:gd name="connsiteX30" fmla="*/ 2062263 w 8613454"/>
                <a:gd name="connsiteY30" fmla="*/ 2293266 h 2795996"/>
                <a:gd name="connsiteX31" fmla="*/ 2009933 w 8613454"/>
                <a:gd name="connsiteY31" fmla="*/ 2293266 h 2795996"/>
                <a:gd name="connsiteX32" fmla="*/ 2009933 w 8613454"/>
                <a:gd name="connsiteY32" fmla="*/ 2192150 h 2795996"/>
                <a:gd name="connsiteX33" fmla="*/ 1776162 w 8613454"/>
                <a:gd name="connsiteY33" fmla="*/ 2192150 h 2795996"/>
                <a:gd name="connsiteX34" fmla="*/ 1776162 w 8613454"/>
                <a:gd name="connsiteY34" fmla="*/ 2056726 h 2795996"/>
                <a:gd name="connsiteX35" fmla="*/ 1664462 w 8613454"/>
                <a:gd name="connsiteY35" fmla="*/ 2056726 h 2795996"/>
                <a:gd name="connsiteX36" fmla="*/ 1664462 w 8613454"/>
                <a:gd name="connsiteY36" fmla="*/ 1871980 h 2795996"/>
                <a:gd name="connsiteX37" fmla="*/ 1406335 w 8613454"/>
                <a:gd name="connsiteY37" fmla="*/ 1871980 h 2795996"/>
                <a:gd name="connsiteX38" fmla="*/ 1406335 w 8613454"/>
                <a:gd name="connsiteY38" fmla="*/ 2362926 h 2795996"/>
                <a:gd name="connsiteX39" fmla="*/ 1301580 w 8613454"/>
                <a:gd name="connsiteY39" fmla="*/ 2362926 h 2795996"/>
                <a:gd name="connsiteX40" fmla="*/ 1301580 w 8613454"/>
                <a:gd name="connsiteY40" fmla="*/ 2244513 h 2795996"/>
                <a:gd name="connsiteX41" fmla="*/ 1207387 w 8613454"/>
                <a:gd name="connsiteY41" fmla="*/ 2244513 h 2795996"/>
                <a:gd name="connsiteX42" fmla="*/ 1207387 w 8613454"/>
                <a:gd name="connsiteY42" fmla="*/ 1625557 h 2795996"/>
                <a:gd name="connsiteX43" fmla="*/ 1092262 w 8613454"/>
                <a:gd name="connsiteY43" fmla="*/ 1625557 h 2795996"/>
                <a:gd name="connsiteX44" fmla="*/ 1039932 w 8613454"/>
                <a:gd name="connsiteY44" fmla="*/ 1507049 h 2795996"/>
                <a:gd name="connsiteX45" fmla="*/ 893409 w 8613454"/>
                <a:gd name="connsiteY45" fmla="*/ 1507049 h 2795996"/>
                <a:gd name="connsiteX46" fmla="*/ 893409 w 8613454"/>
                <a:gd name="connsiteY46" fmla="*/ 1597712 h 2795996"/>
                <a:gd name="connsiteX47" fmla="*/ 834419 w 8613454"/>
                <a:gd name="connsiteY47" fmla="*/ 1597712 h 2795996"/>
                <a:gd name="connsiteX48" fmla="*/ 834419 w 8613454"/>
                <a:gd name="connsiteY48" fmla="*/ 2063379 h 2795996"/>
                <a:gd name="connsiteX49" fmla="*/ 370399 w 8613454"/>
                <a:gd name="connsiteY49" fmla="*/ 2063379 h 2795996"/>
                <a:gd name="connsiteX50" fmla="*/ 370399 w 8613454"/>
                <a:gd name="connsiteY50" fmla="*/ 2795996 h 2795996"/>
                <a:gd name="connsiteX51" fmla="*/ 0 w 8613454"/>
                <a:gd name="connsiteY51" fmla="*/ 2795996 h 2795996"/>
                <a:gd name="connsiteX52" fmla="*/ 64617 w 8613454"/>
                <a:gd name="connsiteY52" fmla="*/ 64424 h 2795996"/>
                <a:gd name="connsiteX0" fmla="*/ 0 w 8613454"/>
                <a:gd name="connsiteY0" fmla="*/ 0 h 2795996"/>
                <a:gd name="connsiteX1" fmla="*/ 8613454 w 8613454"/>
                <a:gd name="connsiteY1" fmla="*/ 0 h 2795996"/>
                <a:gd name="connsiteX2" fmla="*/ 8613454 w 8613454"/>
                <a:gd name="connsiteY2" fmla="*/ 2662663 h 2795996"/>
                <a:gd name="connsiteX3" fmla="*/ 4779311 w 8613454"/>
                <a:gd name="connsiteY3" fmla="*/ 2662663 h 2795996"/>
                <a:gd name="connsiteX4" fmla="*/ 4779311 w 8613454"/>
                <a:gd name="connsiteY4" fmla="*/ 2394287 h 2795996"/>
                <a:gd name="connsiteX5" fmla="*/ 4496731 w 8613454"/>
                <a:gd name="connsiteY5" fmla="*/ 2394287 h 2795996"/>
                <a:gd name="connsiteX6" fmla="*/ 4496731 w 8613454"/>
                <a:gd name="connsiteY6" fmla="*/ 1899445 h 2795996"/>
                <a:gd name="connsiteX7" fmla="*/ 4332702 w 8613454"/>
                <a:gd name="connsiteY7" fmla="*/ 1899445 h 2795996"/>
                <a:gd name="connsiteX8" fmla="*/ 4332702 w 8613454"/>
                <a:gd name="connsiteY8" fmla="*/ 1655493 h 2795996"/>
                <a:gd name="connsiteX9" fmla="*/ 4126904 w 8613454"/>
                <a:gd name="connsiteY9" fmla="*/ 1655493 h 2795996"/>
                <a:gd name="connsiteX10" fmla="*/ 4126904 w 8613454"/>
                <a:gd name="connsiteY10" fmla="*/ 1533469 h 2795996"/>
                <a:gd name="connsiteX11" fmla="*/ 3816351 w 8613454"/>
                <a:gd name="connsiteY11" fmla="*/ 1533469 h 2795996"/>
                <a:gd name="connsiteX12" fmla="*/ 3816351 w 8613454"/>
                <a:gd name="connsiteY12" fmla="*/ 1645039 h 2795996"/>
                <a:gd name="connsiteX13" fmla="*/ 3757076 w 8613454"/>
                <a:gd name="connsiteY13" fmla="*/ 1721731 h 2795996"/>
                <a:gd name="connsiteX14" fmla="*/ 3757076 w 8613454"/>
                <a:gd name="connsiteY14" fmla="*/ 2150335 h 2795996"/>
                <a:gd name="connsiteX15" fmla="*/ 3610458 w 8613454"/>
                <a:gd name="connsiteY15" fmla="*/ 2150335 h 2795996"/>
                <a:gd name="connsiteX16" fmla="*/ 3610458 w 8613454"/>
                <a:gd name="connsiteY16" fmla="*/ 1829690 h 2795996"/>
                <a:gd name="connsiteX17" fmla="*/ 3523305 w 8613454"/>
                <a:gd name="connsiteY17" fmla="*/ 1721731 h 2795996"/>
                <a:gd name="connsiteX18" fmla="*/ 3422072 w 8613454"/>
                <a:gd name="connsiteY18" fmla="*/ 1721731 h 2795996"/>
                <a:gd name="connsiteX19" fmla="*/ 3422072 w 8613454"/>
                <a:gd name="connsiteY19" fmla="*/ 1603224 h 2795996"/>
                <a:gd name="connsiteX20" fmla="*/ 3195246 w 8613454"/>
                <a:gd name="connsiteY20" fmla="*/ 1603224 h 2795996"/>
                <a:gd name="connsiteX21" fmla="*/ 3195246 w 8613454"/>
                <a:gd name="connsiteY21" fmla="*/ 2359505 h 2795996"/>
                <a:gd name="connsiteX22" fmla="*/ 3003339 w 8613454"/>
                <a:gd name="connsiteY22" fmla="*/ 2359505 h 2795996"/>
                <a:gd name="connsiteX23" fmla="*/ 3003339 w 8613454"/>
                <a:gd name="connsiteY23" fmla="*/ 2077159 h 2795996"/>
                <a:gd name="connsiteX24" fmla="*/ 2738171 w 8613454"/>
                <a:gd name="connsiteY24" fmla="*/ 2077159 h 2795996"/>
                <a:gd name="connsiteX25" fmla="*/ 2738171 w 8613454"/>
                <a:gd name="connsiteY25" fmla="*/ 2349051 h 2795996"/>
                <a:gd name="connsiteX26" fmla="*/ 2344842 w 8613454"/>
                <a:gd name="connsiteY26" fmla="*/ 2352472 h 2795996"/>
                <a:gd name="connsiteX27" fmla="*/ 2344842 w 8613454"/>
                <a:gd name="connsiteY27" fmla="*/ 2003982 h 2795996"/>
                <a:gd name="connsiteX28" fmla="*/ 2257595 w 8613454"/>
                <a:gd name="connsiteY28" fmla="*/ 1882054 h 2795996"/>
                <a:gd name="connsiteX29" fmla="*/ 2062263 w 8613454"/>
                <a:gd name="connsiteY29" fmla="*/ 1882054 h 2795996"/>
                <a:gd name="connsiteX30" fmla="*/ 2062263 w 8613454"/>
                <a:gd name="connsiteY30" fmla="*/ 2293266 h 2795996"/>
                <a:gd name="connsiteX31" fmla="*/ 2009933 w 8613454"/>
                <a:gd name="connsiteY31" fmla="*/ 2293266 h 2795996"/>
                <a:gd name="connsiteX32" fmla="*/ 2009933 w 8613454"/>
                <a:gd name="connsiteY32" fmla="*/ 2192150 h 2795996"/>
                <a:gd name="connsiteX33" fmla="*/ 1776162 w 8613454"/>
                <a:gd name="connsiteY33" fmla="*/ 2192150 h 2795996"/>
                <a:gd name="connsiteX34" fmla="*/ 1776162 w 8613454"/>
                <a:gd name="connsiteY34" fmla="*/ 2056726 h 2795996"/>
                <a:gd name="connsiteX35" fmla="*/ 1664462 w 8613454"/>
                <a:gd name="connsiteY35" fmla="*/ 2056726 h 2795996"/>
                <a:gd name="connsiteX36" fmla="*/ 1664462 w 8613454"/>
                <a:gd name="connsiteY36" fmla="*/ 1871980 h 2795996"/>
                <a:gd name="connsiteX37" fmla="*/ 1406335 w 8613454"/>
                <a:gd name="connsiteY37" fmla="*/ 1871980 h 2795996"/>
                <a:gd name="connsiteX38" fmla="*/ 1406335 w 8613454"/>
                <a:gd name="connsiteY38" fmla="*/ 2362926 h 2795996"/>
                <a:gd name="connsiteX39" fmla="*/ 1301580 w 8613454"/>
                <a:gd name="connsiteY39" fmla="*/ 2362926 h 2795996"/>
                <a:gd name="connsiteX40" fmla="*/ 1301580 w 8613454"/>
                <a:gd name="connsiteY40" fmla="*/ 2244513 h 2795996"/>
                <a:gd name="connsiteX41" fmla="*/ 1207387 w 8613454"/>
                <a:gd name="connsiteY41" fmla="*/ 2244513 h 2795996"/>
                <a:gd name="connsiteX42" fmla="*/ 1207387 w 8613454"/>
                <a:gd name="connsiteY42" fmla="*/ 1625557 h 2795996"/>
                <a:gd name="connsiteX43" fmla="*/ 1092262 w 8613454"/>
                <a:gd name="connsiteY43" fmla="*/ 1625557 h 2795996"/>
                <a:gd name="connsiteX44" fmla="*/ 1039932 w 8613454"/>
                <a:gd name="connsiteY44" fmla="*/ 1507049 h 2795996"/>
                <a:gd name="connsiteX45" fmla="*/ 893409 w 8613454"/>
                <a:gd name="connsiteY45" fmla="*/ 1507049 h 2795996"/>
                <a:gd name="connsiteX46" fmla="*/ 893409 w 8613454"/>
                <a:gd name="connsiteY46" fmla="*/ 1597712 h 2795996"/>
                <a:gd name="connsiteX47" fmla="*/ 834419 w 8613454"/>
                <a:gd name="connsiteY47" fmla="*/ 1597712 h 2795996"/>
                <a:gd name="connsiteX48" fmla="*/ 834419 w 8613454"/>
                <a:gd name="connsiteY48" fmla="*/ 2063379 h 2795996"/>
                <a:gd name="connsiteX49" fmla="*/ 370399 w 8613454"/>
                <a:gd name="connsiteY49" fmla="*/ 2063379 h 2795996"/>
                <a:gd name="connsiteX50" fmla="*/ 370399 w 8613454"/>
                <a:gd name="connsiteY50" fmla="*/ 2795996 h 2795996"/>
                <a:gd name="connsiteX51" fmla="*/ 0 w 8613454"/>
                <a:gd name="connsiteY51" fmla="*/ 2795996 h 2795996"/>
                <a:gd name="connsiteX0" fmla="*/ 8613454 w 8613454"/>
                <a:gd name="connsiteY0" fmla="*/ 0 h 2795996"/>
                <a:gd name="connsiteX1" fmla="*/ 8613454 w 8613454"/>
                <a:gd name="connsiteY1" fmla="*/ 2662663 h 2795996"/>
                <a:gd name="connsiteX2" fmla="*/ 4779311 w 8613454"/>
                <a:gd name="connsiteY2" fmla="*/ 2662663 h 2795996"/>
                <a:gd name="connsiteX3" fmla="*/ 4779311 w 8613454"/>
                <a:gd name="connsiteY3" fmla="*/ 2394287 h 2795996"/>
                <a:gd name="connsiteX4" fmla="*/ 4496731 w 8613454"/>
                <a:gd name="connsiteY4" fmla="*/ 2394287 h 2795996"/>
                <a:gd name="connsiteX5" fmla="*/ 4496731 w 8613454"/>
                <a:gd name="connsiteY5" fmla="*/ 1899445 h 2795996"/>
                <a:gd name="connsiteX6" fmla="*/ 4332702 w 8613454"/>
                <a:gd name="connsiteY6" fmla="*/ 1899445 h 2795996"/>
                <a:gd name="connsiteX7" fmla="*/ 4332702 w 8613454"/>
                <a:gd name="connsiteY7" fmla="*/ 1655493 h 2795996"/>
                <a:gd name="connsiteX8" fmla="*/ 4126904 w 8613454"/>
                <a:gd name="connsiteY8" fmla="*/ 1655493 h 2795996"/>
                <a:gd name="connsiteX9" fmla="*/ 4126904 w 8613454"/>
                <a:gd name="connsiteY9" fmla="*/ 1533469 h 2795996"/>
                <a:gd name="connsiteX10" fmla="*/ 3816351 w 8613454"/>
                <a:gd name="connsiteY10" fmla="*/ 1533469 h 2795996"/>
                <a:gd name="connsiteX11" fmla="*/ 3816351 w 8613454"/>
                <a:gd name="connsiteY11" fmla="*/ 1645039 h 2795996"/>
                <a:gd name="connsiteX12" fmla="*/ 3757076 w 8613454"/>
                <a:gd name="connsiteY12" fmla="*/ 1721731 h 2795996"/>
                <a:gd name="connsiteX13" fmla="*/ 3757076 w 8613454"/>
                <a:gd name="connsiteY13" fmla="*/ 2150335 h 2795996"/>
                <a:gd name="connsiteX14" fmla="*/ 3610458 w 8613454"/>
                <a:gd name="connsiteY14" fmla="*/ 2150335 h 2795996"/>
                <a:gd name="connsiteX15" fmla="*/ 3610458 w 8613454"/>
                <a:gd name="connsiteY15" fmla="*/ 1829690 h 2795996"/>
                <a:gd name="connsiteX16" fmla="*/ 3523305 w 8613454"/>
                <a:gd name="connsiteY16" fmla="*/ 1721731 h 2795996"/>
                <a:gd name="connsiteX17" fmla="*/ 3422072 w 8613454"/>
                <a:gd name="connsiteY17" fmla="*/ 1721731 h 2795996"/>
                <a:gd name="connsiteX18" fmla="*/ 3422072 w 8613454"/>
                <a:gd name="connsiteY18" fmla="*/ 1603224 h 2795996"/>
                <a:gd name="connsiteX19" fmla="*/ 3195246 w 8613454"/>
                <a:gd name="connsiteY19" fmla="*/ 1603224 h 2795996"/>
                <a:gd name="connsiteX20" fmla="*/ 3195246 w 8613454"/>
                <a:gd name="connsiteY20" fmla="*/ 2359505 h 2795996"/>
                <a:gd name="connsiteX21" fmla="*/ 3003339 w 8613454"/>
                <a:gd name="connsiteY21" fmla="*/ 2359505 h 2795996"/>
                <a:gd name="connsiteX22" fmla="*/ 3003339 w 8613454"/>
                <a:gd name="connsiteY22" fmla="*/ 2077159 h 2795996"/>
                <a:gd name="connsiteX23" fmla="*/ 2738171 w 8613454"/>
                <a:gd name="connsiteY23" fmla="*/ 2077159 h 2795996"/>
                <a:gd name="connsiteX24" fmla="*/ 2738171 w 8613454"/>
                <a:gd name="connsiteY24" fmla="*/ 2349051 h 2795996"/>
                <a:gd name="connsiteX25" fmla="*/ 2344842 w 8613454"/>
                <a:gd name="connsiteY25" fmla="*/ 2352472 h 2795996"/>
                <a:gd name="connsiteX26" fmla="*/ 2344842 w 8613454"/>
                <a:gd name="connsiteY26" fmla="*/ 2003982 h 2795996"/>
                <a:gd name="connsiteX27" fmla="*/ 2257595 w 8613454"/>
                <a:gd name="connsiteY27" fmla="*/ 1882054 h 2795996"/>
                <a:gd name="connsiteX28" fmla="*/ 2062263 w 8613454"/>
                <a:gd name="connsiteY28" fmla="*/ 1882054 h 2795996"/>
                <a:gd name="connsiteX29" fmla="*/ 2062263 w 8613454"/>
                <a:gd name="connsiteY29" fmla="*/ 2293266 h 2795996"/>
                <a:gd name="connsiteX30" fmla="*/ 2009933 w 8613454"/>
                <a:gd name="connsiteY30" fmla="*/ 2293266 h 2795996"/>
                <a:gd name="connsiteX31" fmla="*/ 2009933 w 8613454"/>
                <a:gd name="connsiteY31" fmla="*/ 2192150 h 2795996"/>
                <a:gd name="connsiteX32" fmla="*/ 1776162 w 8613454"/>
                <a:gd name="connsiteY32" fmla="*/ 2192150 h 2795996"/>
                <a:gd name="connsiteX33" fmla="*/ 1776162 w 8613454"/>
                <a:gd name="connsiteY33" fmla="*/ 2056726 h 2795996"/>
                <a:gd name="connsiteX34" fmla="*/ 1664462 w 8613454"/>
                <a:gd name="connsiteY34" fmla="*/ 2056726 h 2795996"/>
                <a:gd name="connsiteX35" fmla="*/ 1664462 w 8613454"/>
                <a:gd name="connsiteY35" fmla="*/ 1871980 h 2795996"/>
                <a:gd name="connsiteX36" fmla="*/ 1406335 w 8613454"/>
                <a:gd name="connsiteY36" fmla="*/ 1871980 h 2795996"/>
                <a:gd name="connsiteX37" fmla="*/ 1406335 w 8613454"/>
                <a:gd name="connsiteY37" fmla="*/ 2362926 h 2795996"/>
                <a:gd name="connsiteX38" fmla="*/ 1301580 w 8613454"/>
                <a:gd name="connsiteY38" fmla="*/ 2362926 h 2795996"/>
                <a:gd name="connsiteX39" fmla="*/ 1301580 w 8613454"/>
                <a:gd name="connsiteY39" fmla="*/ 2244513 h 2795996"/>
                <a:gd name="connsiteX40" fmla="*/ 1207387 w 8613454"/>
                <a:gd name="connsiteY40" fmla="*/ 2244513 h 2795996"/>
                <a:gd name="connsiteX41" fmla="*/ 1207387 w 8613454"/>
                <a:gd name="connsiteY41" fmla="*/ 1625557 h 2795996"/>
                <a:gd name="connsiteX42" fmla="*/ 1092262 w 8613454"/>
                <a:gd name="connsiteY42" fmla="*/ 1625557 h 2795996"/>
                <a:gd name="connsiteX43" fmla="*/ 1039932 w 8613454"/>
                <a:gd name="connsiteY43" fmla="*/ 1507049 h 2795996"/>
                <a:gd name="connsiteX44" fmla="*/ 893409 w 8613454"/>
                <a:gd name="connsiteY44" fmla="*/ 1507049 h 2795996"/>
                <a:gd name="connsiteX45" fmla="*/ 893409 w 8613454"/>
                <a:gd name="connsiteY45" fmla="*/ 1597712 h 2795996"/>
                <a:gd name="connsiteX46" fmla="*/ 834419 w 8613454"/>
                <a:gd name="connsiteY46" fmla="*/ 1597712 h 2795996"/>
                <a:gd name="connsiteX47" fmla="*/ 834419 w 8613454"/>
                <a:gd name="connsiteY47" fmla="*/ 2063379 h 2795996"/>
                <a:gd name="connsiteX48" fmla="*/ 370399 w 8613454"/>
                <a:gd name="connsiteY48" fmla="*/ 2063379 h 2795996"/>
                <a:gd name="connsiteX49" fmla="*/ 370399 w 8613454"/>
                <a:gd name="connsiteY49" fmla="*/ 2795996 h 2795996"/>
                <a:gd name="connsiteX50" fmla="*/ 0 w 8613454"/>
                <a:gd name="connsiteY50" fmla="*/ 2795996 h 2795996"/>
                <a:gd name="connsiteX0" fmla="*/ 8613454 w 8613454"/>
                <a:gd name="connsiteY0" fmla="*/ 1155614 h 1288947"/>
                <a:gd name="connsiteX1" fmla="*/ 4779311 w 8613454"/>
                <a:gd name="connsiteY1" fmla="*/ 1155614 h 1288947"/>
                <a:gd name="connsiteX2" fmla="*/ 4779311 w 8613454"/>
                <a:gd name="connsiteY2" fmla="*/ 887238 h 1288947"/>
                <a:gd name="connsiteX3" fmla="*/ 4496731 w 8613454"/>
                <a:gd name="connsiteY3" fmla="*/ 887238 h 1288947"/>
                <a:gd name="connsiteX4" fmla="*/ 4496731 w 8613454"/>
                <a:gd name="connsiteY4" fmla="*/ 392396 h 1288947"/>
                <a:gd name="connsiteX5" fmla="*/ 4332702 w 8613454"/>
                <a:gd name="connsiteY5" fmla="*/ 392396 h 1288947"/>
                <a:gd name="connsiteX6" fmla="*/ 4332702 w 8613454"/>
                <a:gd name="connsiteY6" fmla="*/ 148444 h 1288947"/>
                <a:gd name="connsiteX7" fmla="*/ 4126904 w 8613454"/>
                <a:gd name="connsiteY7" fmla="*/ 148444 h 1288947"/>
                <a:gd name="connsiteX8" fmla="*/ 4126904 w 8613454"/>
                <a:gd name="connsiteY8" fmla="*/ 26420 h 1288947"/>
                <a:gd name="connsiteX9" fmla="*/ 3816351 w 8613454"/>
                <a:gd name="connsiteY9" fmla="*/ 26420 h 1288947"/>
                <a:gd name="connsiteX10" fmla="*/ 3816351 w 8613454"/>
                <a:gd name="connsiteY10" fmla="*/ 137990 h 1288947"/>
                <a:gd name="connsiteX11" fmla="*/ 3757076 w 8613454"/>
                <a:gd name="connsiteY11" fmla="*/ 214682 h 1288947"/>
                <a:gd name="connsiteX12" fmla="*/ 3757076 w 8613454"/>
                <a:gd name="connsiteY12" fmla="*/ 643286 h 1288947"/>
                <a:gd name="connsiteX13" fmla="*/ 3610458 w 8613454"/>
                <a:gd name="connsiteY13" fmla="*/ 643286 h 1288947"/>
                <a:gd name="connsiteX14" fmla="*/ 3610458 w 8613454"/>
                <a:gd name="connsiteY14" fmla="*/ 322641 h 1288947"/>
                <a:gd name="connsiteX15" fmla="*/ 3523305 w 8613454"/>
                <a:gd name="connsiteY15" fmla="*/ 214682 h 1288947"/>
                <a:gd name="connsiteX16" fmla="*/ 3422072 w 8613454"/>
                <a:gd name="connsiteY16" fmla="*/ 214682 h 1288947"/>
                <a:gd name="connsiteX17" fmla="*/ 3422072 w 8613454"/>
                <a:gd name="connsiteY17" fmla="*/ 96175 h 1288947"/>
                <a:gd name="connsiteX18" fmla="*/ 3195246 w 8613454"/>
                <a:gd name="connsiteY18" fmla="*/ 96175 h 1288947"/>
                <a:gd name="connsiteX19" fmla="*/ 3195246 w 8613454"/>
                <a:gd name="connsiteY19" fmla="*/ 852456 h 1288947"/>
                <a:gd name="connsiteX20" fmla="*/ 3003339 w 8613454"/>
                <a:gd name="connsiteY20" fmla="*/ 852456 h 1288947"/>
                <a:gd name="connsiteX21" fmla="*/ 3003339 w 8613454"/>
                <a:gd name="connsiteY21" fmla="*/ 570110 h 1288947"/>
                <a:gd name="connsiteX22" fmla="*/ 2738171 w 8613454"/>
                <a:gd name="connsiteY22" fmla="*/ 570110 h 1288947"/>
                <a:gd name="connsiteX23" fmla="*/ 2738171 w 8613454"/>
                <a:gd name="connsiteY23" fmla="*/ 842002 h 1288947"/>
                <a:gd name="connsiteX24" fmla="*/ 2344842 w 8613454"/>
                <a:gd name="connsiteY24" fmla="*/ 845423 h 1288947"/>
                <a:gd name="connsiteX25" fmla="*/ 2344842 w 8613454"/>
                <a:gd name="connsiteY25" fmla="*/ 496933 h 1288947"/>
                <a:gd name="connsiteX26" fmla="*/ 2257595 w 8613454"/>
                <a:gd name="connsiteY26" fmla="*/ 375005 h 1288947"/>
                <a:gd name="connsiteX27" fmla="*/ 2062263 w 8613454"/>
                <a:gd name="connsiteY27" fmla="*/ 375005 h 1288947"/>
                <a:gd name="connsiteX28" fmla="*/ 2062263 w 8613454"/>
                <a:gd name="connsiteY28" fmla="*/ 786217 h 1288947"/>
                <a:gd name="connsiteX29" fmla="*/ 2009933 w 8613454"/>
                <a:gd name="connsiteY29" fmla="*/ 786217 h 1288947"/>
                <a:gd name="connsiteX30" fmla="*/ 2009933 w 8613454"/>
                <a:gd name="connsiteY30" fmla="*/ 685101 h 1288947"/>
                <a:gd name="connsiteX31" fmla="*/ 1776162 w 8613454"/>
                <a:gd name="connsiteY31" fmla="*/ 685101 h 1288947"/>
                <a:gd name="connsiteX32" fmla="*/ 1776162 w 8613454"/>
                <a:gd name="connsiteY32" fmla="*/ 549677 h 1288947"/>
                <a:gd name="connsiteX33" fmla="*/ 1664462 w 8613454"/>
                <a:gd name="connsiteY33" fmla="*/ 549677 h 1288947"/>
                <a:gd name="connsiteX34" fmla="*/ 1664462 w 8613454"/>
                <a:gd name="connsiteY34" fmla="*/ 364931 h 1288947"/>
                <a:gd name="connsiteX35" fmla="*/ 1406335 w 8613454"/>
                <a:gd name="connsiteY35" fmla="*/ 364931 h 1288947"/>
                <a:gd name="connsiteX36" fmla="*/ 1406335 w 8613454"/>
                <a:gd name="connsiteY36" fmla="*/ 855877 h 1288947"/>
                <a:gd name="connsiteX37" fmla="*/ 1301580 w 8613454"/>
                <a:gd name="connsiteY37" fmla="*/ 855877 h 1288947"/>
                <a:gd name="connsiteX38" fmla="*/ 1301580 w 8613454"/>
                <a:gd name="connsiteY38" fmla="*/ 737464 h 1288947"/>
                <a:gd name="connsiteX39" fmla="*/ 1207387 w 8613454"/>
                <a:gd name="connsiteY39" fmla="*/ 737464 h 1288947"/>
                <a:gd name="connsiteX40" fmla="*/ 1207387 w 8613454"/>
                <a:gd name="connsiteY40" fmla="*/ 118508 h 1288947"/>
                <a:gd name="connsiteX41" fmla="*/ 1092262 w 8613454"/>
                <a:gd name="connsiteY41" fmla="*/ 118508 h 1288947"/>
                <a:gd name="connsiteX42" fmla="*/ 1039932 w 8613454"/>
                <a:gd name="connsiteY42" fmla="*/ 0 h 1288947"/>
                <a:gd name="connsiteX43" fmla="*/ 893409 w 8613454"/>
                <a:gd name="connsiteY43" fmla="*/ 0 h 1288947"/>
                <a:gd name="connsiteX44" fmla="*/ 893409 w 8613454"/>
                <a:gd name="connsiteY44" fmla="*/ 90663 h 1288947"/>
                <a:gd name="connsiteX45" fmla="*/ 834419 w 8613454"/>
                <a:gd name="connsiteY45" fmla="*/ 90663 h 1288947"/>
                <a:gd name="connsiteX46" fmla="*/ 834419 w 8613454"/>
                <a:gd name="connsiteY46" fmla="*/ 556330 h 1288947"/>
                <a:gd name="connsiteX47" fmla="*/ 370399 w 8613454"/>
                <a:gd name="connsiteY47" fmla="*/ 556330 h 1288947"/>
                <a:gd name="connsiteX48" fmla="*/ 370399 w 8613454"/>
                <a:gd name="connsiteY48" fmla="*/ 1288947 h 1288947"/>
                <a:gd name="connsiteX49" fmla="*/ 0 w 8613454"/>
                <a:gd name="connsiteY49" fmla="*/ 1288947 h 1288947"/>
                <a:gd name="connsiteX0" fmla="*/ 8243054 w 8243054"/>
                <a:gd name="connsiteY0" fmla="*/ 1155614 h 1288947"/>
                <a:gd name="connsiteX1" fmla="*/ 4408911 w 8243054"/>
                <a:gd name="connsiteY1" fmla="*/ 1155614 h 1288947"/>
                <a:gd name="connsiteX2" fmla="*/ 4408911 w 8243054"/>
                <a:gd name="connsiteY2" fmla="*/ 887238 h 1288947"/>
                <a:gd name="connsiteX3" fmla="*/ 4126331 w 8243054"/>
                <a:gd name="connsiteY3" fmla="*/ 887238 h 1288947"/>
                <a:gd name="connsiteX4" fmla="*/ 4126331 w 8243054"/>
                <a:gd name="connsiteY4" fmla="*/ 392396 h 1288947"/>
                <a:gd name="connsiteX5" fmla="*/ 3962302 w 8243054"/>
                <a:gd name="connsiteY5" fmla="*/ 392396 h 1288947"/>
                <a:gd name="connsiteX6" fmla="*/ 3962302 w 8243054"/>
                <a:gd name="connsiteY6" fmla="*/ 148444 h 1288947"/>
                <a:gd name="connsiteX7" fmla="*/ 3756504 w 8243054"/>
                <a:gd name="connsiteY7" fmla="*/ 148444 h 1288947"/>
                <a:gd name="connsiteX8" fmla="*/ 3756504 w 8243054"/>
                <a:gd name="connsiteY8" fmla="*/ 26420 h 1288947"/>
                <a:gd name="connsiteX9" fmla="*/ 3445951 w 8243054"/>
                <a:gd name="connsiteY9" fmla="*/ 26420 h 1288947"/>
                <a:gd name="connsiteX10" fmla="*/ 3445951 w 8243054"/>
                <a:gd name="connsiteY10" fmla="*/ 137990 h 1288947"/>
                <a:gd name="connsiteX11" fmla="*/ 3386676 w 8243054"/>
                <a:gd name="connsiteY11" fmla="*/ 214682 h 1288947"/>
                <a:gd name="connsiteX12" fmla="*/ 3386676 w 8243054"/>
                <a:gd name="connsiteY12" fmla="*/ 643286 h 1288947"/>
                <a:gd name="connsiteX13" fmla="*/ 3240058 w 8243054"/>
                <a:gd name="connsiteY13" fmla="*/ 643286 h 1288947"/>
                <a:gd name="connsiteX14" fmla="*/ 3240058 w 8243054"/>
                <a:gd name="connsiteY14" fmla="*/ 322641 h 1288947"/>
                <a:gd name="connsiteX15" fmla="*/ 3152905 w 8243054"/>
                <a:gd name="connsiteY15" fmla="*/ 214682 h 1288947"/>
                <a:gd name="connsiteX16" fmla="*/ 3051672 w 8243054"/>
                <a:gd name="connsiteY16" fmla="*/ 214682 h 1288947"/>
                <a:gd name="connsiteX17" fmla="*/ 3051672 w 8243054"/>
                <a:gd name="connsiteY17" fmla="*/ 96175 h 1288947"/>
                <a:gd name="connsiteX18" fmla="*/ 2824846 w 8243054"/>
                <a:gd name="connsiteY18" fmla="*/ 96175 h 1288947"/>
                <a:gd name="connsiteX19" fmla="*/ 2824846 w 8243054"/>
                <a:gd name="connsiteY19" fmla="*/ 852456 h 1288947"/>
                <a:gd name="connsiteX20" fmla="*/ 2632939 w 8243054"/>
                <a:gd name="connsiteY20" fmla="*/ 852456 h 1288947"/>
                <a:gd name="connsiteX21" fmla="*/ 2632939 w 8243054"/>
                <a:gd name="connsiteY21" fmla="*/ 570110 h 1288947"/>
                <a:gd name="connsiteX22" fmla="*/ 2367771 w 8243054"/>
                <a:gd name="connsiteY22" fmla="*/ 570110 h 1288947"/>
                <a:gd name="connsiteX23" fmla="*/ 2367771 w 8243054"/>
                <a:gd name="connsiteY23" fmla="*/ 842002 h 1288947"/>
                <a:gd name="connsiteX24" fmla="*/ 1974442 w 8243054"/>
                <a:gd name="connsiteY24" fmla="*/ 845423 h 1288947"/>
                <a:gd name="connsiteX25" fmla="*/ 1974442 w 8243054"/>
                <a:gd name="connsiteY25" fmla="*/ 496933 h 1288947"/>
                <a:gd name="connsiteX26" fmla="*/ 1887195 w 8243054"/>
                <a:gd name="connsiteY26" fmla="*/ 375005 h 1288947"/>
                <a:gd name="connsiteX27" fmla="*/ 1691863 w 8243054"/>
                <a:gd name="connsiteY27" fmla="*/ 375005 h 1288947"/>
                <a:gd name="connsiteX28" fmla="*/ 1691863 w 8243054"/>
                <a:gd name="connsiteY28" fmla="*/ 786217 h 1288947"/>
                <a:gd name="connsiteX29" fmla="*/ 1639533 w 8243054"/>
                <a:gd name="connsiteY29" fmla="*/ 786217 h 1288947"/>
                <a:gd name="connsiteX30" fmla="*/ 1639533 w 8243054"/>
                <a:gd name="connsiteY30" fmla="*/ 685101 h 1288947"/>
                <a:gd name="connsiteX31" fmla="*/ 1405762 w 8243054"/>
                <a:gd name="connsiteY31" fmla="*/ 685101 h 1288947"/>
                <a:gd name="connsiteX32" fmla="*/ 1405762 w 8243054"/>
                <a:gd name="connsiteY32" fmla="*/ 549677 h 1288947"/>
                <a:gd name="connsiteX33" fmla="*/ 1294062 w 8243054"/>
                <a:gd name="connsiteY33" fmla="*/ 549677 h 1288947"/>
                <a:gd name="connsiteX34" fmla="*/ 1294062 w 8243054"/>
                <a:gd name="connsiteY34" fmla="*/ 364931 h 1288947"/>
                <a:gd name="connsiteX35" fmla="*/ 1035935 w 8243054"/>
                <a:gd name="connsiteY35" fmla="*/ 364931 h 1288947"/>
                <a:gd name="connsiteX36" fmla="*/ 1035935 w 8243054"/>
                <a:gd name="connsiteY36" fmla="*/ 855877 h 1288947"/>
                <a:gd name="connsiteX37" fmla="*/ 931180 w 8243054"/>
                <a:gd name="connsiteY37" fmla="*/ 855877 h 1288947"/>
                <a:gd name="connsiteX38" fmla="*/ 931180 w 8243054"/>
                <a:gd name="connsiteY38" fmla="*/ 737464 h 1288947"/>
                <a:gd name="connsiteX39" fmla="*/ 836987 w 8243054"/>
                <a:gd name="connsiteY39" fmla="*/ 737464 h 1288947"/>
                <a:gd name="connsiteX40" fmla="*/ 836987 w 8243054"/>
                <a:gd name="connsiteY40" fmla="*/ 118508 h 1288947"/>
                <a:gd name="connsiteX41" fmla="*/ 721862 w 8243054"/>
                <a:gd name="connsiteY41" fmla="*/ 118508 h 1288947"/>
                <a:gd name="connsiteX42" fmla="*/ 669532 w 8243054"/>
                <a:gd name="connsiteY42" fmla="*/ 0 h 1288947"/>
                <a:gd name="connsiteX43" fmla="*/ 523009 w 8243054"/>
                <a:gd name="connsiteY43" fmla="*/ 0 h 1288947"/>
                <a:gd name="connsiteX44" fmla="*/ 523009 w 8243054"/>
                <a:gd name="connsiteY44" fmla="*/ 90663 h 1288947"/>
                <a:gd name="connsiteX45" fmla="*/ 464019 w 8243054"/>
                <a:gd name="connsiteY45" fmla="*/ 90663 h 1288947"/>
                <a:gd name="connsiteX46" fmla="*/ 464019 w 8243054"/>
                <a:gd name="connsiteY46" fmla="*/ 556330 h 1288947"/>
                <a:gd name="connsiteX47" fmla="*/ -1 w 8243054"/>
                <a:gd name="connsiteY47" fmla="*/ 556330 h 1288947"/>
                <a:gd name="connsiteX48" fmla="*/ -1 w 8243054"/>
                <a:gd name="connsiteY48" fmla="*/ 1288947 h 1288947"/>
                <a:gd name="connsiteX0" fmla="*/ 8243054 w 8243054"/>
                <a:gd name="connsiteY0" fmla="*/ 1155614 h 1155614"/>
                <a:gd name="connsiteX1" fmla="*/ 4408911 w 8243054"/>
                <a:gd name="connsiteY1" fmla="*/ 1155614 h 1155614"/>
                <a:gd name="connsiteX2" fmla="*/ 4408911 w 8243054"/>
                <a:gd name="connsiteY2" fmla="*/ 887238 h 1155614"/>
                <a:gd name="connsiteX3" fmla="*/ 4126331 w 8243054"/>
                <a:gd name="connsiteY3" fmla="*/ 887238 h 1155614"/>
                <a:gd name="connsiteX4" fmla="*/ 4126331 w 8243054"/>
                <a:gd name="connsiteY4" fmla="*/ 392396 h 1155614"/>
                <a:gd name="connsiteX5" fmla="*/ 3962302 w 8243054"/>
                <a:gd name="connsiteY5" fmla="*/ 392396 h 1155614"/>
                <a:gd name="connsiteX6" fmla="*/ 3962302 w 8243054"/>
                <a:gd name="connsiteY6" fmla="*/ 148444 h 1155614"/>
                <a:gd name="connsiteX7" fmla="*/ 3756504 w 8243054"/>
                <a:gd name="connsiteY7" fmla="*/ 148444 h 1155614"/>
                <a:gd name="connsiteX8" fmla="*/ 3756504 w 8243054"/>
                <a:gd name="connsiteY8" fmla="*/ 26420 h 1155614"/>
                <a:gd name="connsiteX9" fmla="*/ 3445951 w 8243054"/>
                <a:gd name="connsiteY9" fmla="*/ 26420 h 1155614"/>
                <a:gd name="connsiteX10" fmla="*/ 3445951 w 8243054"/>
                <a:gd name="connsiteY10" fmla="*/ 137990 h 1155614"/>
                <a:gd name="connsiteX11" fmla="*/ 3386676 w 8243054"/>
                <a:gd name="connsiteY11" fmla="*/ 214682 h 1155614"/>
                <a:gd name="connsiteX12" fmla="*/ 3386676 w 8243054"/>
                <a:gd name="connsiteY12" fmla="*/ 643286 h 1155614"/>
                <a:gd name="connsiteX13" fmla="*/ 3240058 w 8243054"/>
                <a:gd name="connsiteY13" fmla="*/ 643286 h 1155614"/>
                <a:gd name="connsiteX14" fmla="*/ 3240058 w 8243054"/>
                <a:gd name="connsiteY14" fmla="*/ 322641 h 1155614"/>
                <a:gd name="connsiteX15" fmla="*/ 3152905 w 8243054"/>
                <a:gd name="connsiteY15" fmla="*/ 214682 h 1155614"/>
                <a:gd name="connsiteX16" fmla="*/ 3051672 w 8243054"/>
                <a:gd name="connsiteY16" fmla="*/ 214682 h 1155614"/>
                <a:gd name="connsiteX17" fmla="*/ 3051672 w 8243054"/>
                <a:gd name="connsiteY17" fmla="*/ 96175 h 1155614"/>
                <a:gd name="connsiteX18" fmla="*/ 2824846 w 8243054"/>
                <a:gd name="connsiteY18" fmla="*/ 96175 h 1155614"/>
                <a:gd name="connsiteX19" fmla="*/ 2824846 w 8243054"/>
                <a:gd name="connsiteY19" fmla="*/ 852456 h 1155614"/>
                <a:gd name="connsiteX20" fmla="*/ 2632939 w 8243054"/>
                <a:gd name="connsiteY20" fmla="*/ 852456 h 1155614"/>
                <a:gd name="connsiteX21" fmla="*/ 2632939 w 8243054"/>
                <a:gd name="connsiteY21" fmla="*/ 570110 h 1155614"/>
                <a:gd name="connsiteX22" fmla="*/ 2367771 w 8243054"/>
                <a:gd name="connsiteY22" fmla="*/ 570110 h 1155614"/>
                <a:gd name="connsiteX23" fmla="*/ 2367771 w 8243054"/>
                <a:gd name="connsiteY23" fmla="*/ 842002 h 1155614"/>
                <a:gd name="connsiteX24" fmla="*/ 1974442 w 8243054"/>
                <a:gd name="connsiteY24" fmla="*/ 845423 h 1155614"/>
                <a:gd name="connsiteX25" fmla="*/ 1974442 w 8243054"/>
                <a:gd name="connsiteY25" fmla="*/ 496933 h 1155614"/>
                <a:gd name="connsiteX26" fmla="*/ 1887195 w 8243054"/>
                <a:gd name="connsiteY26" fmla="*/ 375005 h 1155614"/>
                <a:gd name="connsiteX27" fmla="*/ 1691863 w 8243054"/>
                <a:gd name="connsiteY27" fmla="*/ 375005 h 1155614"/>
                <a:gd name="connsiteX28" fmla="*/ 1691863 w 8243054"/>
                <a:gd name="connsiteY28" fmla="*/ 786217 h 1155614"/>
                <a:gd name="connsiteX29" fmla="*/ 1639533 w 8243054"/>
                <a:gd name="connsiteY29" fmla="*/ 786217 h 1155614"/>
                <a:gd name="connsiteX30" fmla="*/ 1639533 w 8243054"/>
                <a:gd name="connsiteY30" fmla="*/ 685101 h 1155614"/>
                <a:gd name="connsiteX31" fmla="*/ 1405762 w 8243054"/>
                <a:gd name="connsiteY31" fmla="*/ 685101 h 1155614"/>
                <a:gd name="connsiteX32" fmla="*/ 1405762 w 8243054"/>
                <a:gd name="connsiteY32" fmla="*/ 549677 h 1155614"/>
                <a:gd name="connsiteX33" fmla="*/ 1294062 w 8243054"/>
                <a:gd name="connsiteY33" fmla="*/ 549677 h 1155614"/>
                <a:gd name="connsiteX34" fmla="*/ 1294062 w 8243054"/>
                <a:gd name="connsiteY34" fmla="*/ 364931 h 1155614"/>
                <a:gd name="connsiteX35" fmla="*/ 1035935 w 8243054"/>
                <a:gd name="connsiteY35" fmla="*/ 364931 h 1155614"/>
                <a:gd name="connsiteX36" fmla="*/ 1035935 w 8243054"/>
                <a:gd name="connsiteY36" fmla="*/ 855877 h 1155614"/>
                <a:gd name="connsiteX37" fmla="*/ 931180 w 8243054"/>
                <a:gd name="connsiteY37" fmla="*/ 855877 h 1155614"/>
                <a:gd name="connsiteX38" fmla="*/ 931180 w 8243054"/>
                <a:gd name="connsiteY38" fmla="*/ 737464 h 1155614"/>
                <a:gd name="connsiteX39" fmla="*/ 836987 w 8243054"/>
                <a:gd name="connsiteY39" fmla="*/ 737464 h 1155614"/>
                <a:gd name="connsiteX40" fmla="*/ 836987 w 8243054"/>
                <a:gd name="connsiteY40" fmla="*/ 118508 h 1155614"/>
                <a:gd name="connsiteX41" fmla="*/ 721862 w 8243054"/>
                <a:gd name="connsiteY41" fmla="*/ 118508 h 1155614"/>
                <a:gd name="connsiteX42" fmla="*/ 669532 w 8243054"/>
                <a:gd name="connsiteY42" fmla="*/ 0 h 1155614"/>
                <a:gd name="connsiteX43" fmla="*/ 523009 w 8243054"/>
                <a:gd name="connsiteY43" fmla="*/ 0 h 1155614"/>
                <a:gd name="connsiteX44" fmla="*/ 523009 w 8243054"/>
                <a:gd name="connsiteY44" fmla="*/ 90663 h 1155614"/>
                <a:gd name="connsiteX45" fmla="*/ 464019 w 8243054"/>
                <a:gd name="connsiteY45" fmla="*/ 90663 h 1155614"/>
                <a:gd name="connsiteX46" fmla="*/ 464019 w 8243054"/>
                <a:gd name="connsiteY46" fmla="*/ 556330 h 1155614"/>
                <a:gd name="connsiteX47" fmla="*/ -1 w 8243054"/>
                <a:gd name="connsiteY47" fmla="*/ 556330 h 1155614"/>
                <a:gd name="connsiteX0" fmla="*/ 7779035 w 7779035"/>
                <a:gd name="connsiteY0" fmla="*/ 1155614 h 1155614"/>
                <a:gd name="connsiteX1" fmla="*/ 3944892 w 7779035"/>
                <a:gd name="connsiteY1" fmla="*/ 1155614 h 1155614"/>
                <a:gd name="connsiteX2" fmla="*/ 3944892 w 7779035"/>
                <a:gd name="connsiteY2" fmla="*/ 887238 h 1155614"/>
                <a:gd name="connsiteX3" fmla="*/ 3662312 w 7779035"/>
                <a:gd name="connsiteY3" fmla="*/ 887238 h 1155614"/>
                <a:gd name="connsiteX4" fmla="*/ 3662312 w 7779035"/>
                <a:gd name="connsiteY4" fmla="*/ 392396 h 1155614"/>
                <a:gd name="connsiteX5" fmla="*/ 3498283 w 7779035"/>
                <a:gd name="connsiteY5" fmla="*/ 392396 h 1155614"/>
                <a:gd name="connsiteX6" fmla="*/ 3498283 w 7779035"/>
                <a:gd name="connsiteY6" fmla="*/ 148444 h 1155614"/>
                <a:gd name="connsiteX7" fmla="*/ 3292485 w 7779035"/>
                <a:gd name="connsiteY7" fmla="*/ 148444 h 1155614"/>
                <a:gd name="connsiteX8" fmla="*/ 3292485 w 7779035"/>
                <a:gd name="connsiteY8" fmla="*/ 26420 h 1155614"/>
                <a:gd name="connsiteX9" fmla="*/ 2981932 w 7779035"/>
                <a:gd name="connsiteY9" fmla="*/ 26420 h 1155614"/>
                <a:gd name="connsiteX10" fmla="*/ 2981932 w 7779035"/>
                <a:gd name="connsiteY10" fmla="*/ 137990 h 1155614"/>
                <a:gd name="connsiteX11" fmla="*/ 2922657 w 7779035"/>
                <a:gd name="connsiteY11" fmla="*/ 214682 h 1155614"/>
                <a:gd name="connsiteX12" fmla="*/ 2922657 w 7779035"/>
                <a:gd name="connsiteY12" fmla="*/ 643286 h 1155614"/>
                <a:gd name="connsiteX13" fmla="*/ 2776039 w 7779035"/>
                <a:gd name="connsiteY13" fmla="*/ 643286 h 1155614"/>
                <a:gd name="connsiteX14" fmla="*/ 2776039 w 7779035"/>
                <a:gd name="connsiteY14" fmla="*/ 322641 h 1155614"/>
                <a:gd name="connsiteX15" fmla="*/ 2688886 w 7779035"/>
                <a:gd name="connsiteY15" fmla="*/ 214682 h 1155614"/>
                <a:gd name="connsiteX16" fmla="*/ 2587653 w 7779035"/>
                <a:gd name="connsiteY16" fmla="*/ 214682 h 1155614"/>
                <a:gd name="connsiteX17" fmla="*/ 2587653 w 7779035"/>
                <a:gd name="connsiteY17" fmla="*/ 96175 h 1155614"/>
                <a:gd name="connsiteX18" fmla="*/ 2360827 w 7779035"/>
                <a:gd name="connsiteY18" fmla="*/ 96175 h 1155614"/>
                <a:gd name="connsiteX19" fmla="*/ 2360827 w 7779035"/>
                <a:gd name="connsiteY19" fmla="*/ 852456 h 1155614"/>
                <a:gd name="connsiteX20" fmla="*/ 2168920 w 7779035"/>
                <a:gd name="connsiteY20" fmla="*/ 852456 h 1155614"/>
                <a:gd name="connsiteX21" fmla="*/ 2168920 w 7779035"/>
                <a:gd name="connsiteY21" fmla="*/ 570110 h 1155614"/>
                <a:gd name="connsiteX22" fmla="*/ 1903752 w 7779035"/>
                <a:gd name="connsiteY22" fmla="*/ 570110 h 1155614"/>
                <a:gd name="connsiteX23" fmla="*/ 1903752 w 7779035"/>
                <a:gd name="connsiteY23" fmla="*/ 842002 h 1155614"/>
                <a:gd name="connsiteX24" fmla="*/ 1510423 w 7779035"/>
                <a:gd name="connsiteY24" fmla="*/ 845423 h 1155614"/>
                <a:gd name="connsiteX25" fmla="*/ 1510423 w 7779035"/>
                <a:gd name="connsiteY25" fmla="*/ 496933 h 1155614"/>
                <a:gd name="connsiteX26" fmla="*/ 1423176 w 7779035"/>
                <a:gd name="connsiteY26" fmla="*/ 375005 h 1155614"/>
                <a:gd name="connsiteX27" fmla="*/ 1227844 w 7779035"/>
                <a:gd name="connsiteY27" fmla="*/ 375005 h 1155614"/>
                <a:gd name="connsiteX28" fmla="*/ 1227844 w 7779035"/>
                <a:gd name="connsiteY28" fmla="*/ 786217 h 1155614"/>
                <a:gd name="connsiteX29" fmla="*/ 1175514 w 7779035"/>
                <a:gd name="connsiteY29" fmla="*/ 786217 h 1155614"/>
                <a:gd name="connsiteX30" fmla="*/ 1175514 w 7779035"/>
                <a:gd name="connsiteY30" fmla="*/ 685101 h 1155614"/>
                <a:gd name="connsiteX31" fmla="*/ 941743 w 7779035"/>
                <a:gd name="connsiteY31" fmla="*/ 685101 h 1155614"/>
                <a:gd name="connsiteX32" fmla="*/ 941743 w 7779035"/>
                <a:gd name="connsiteY32" fmla="*/ 549677 h 1155614"/>
                <a:gd name="connsiteX33" fmla="*/ 830043 w 7779035"/>
                <a:gd name="connsiteY33" fmla="*/ 549677 h 1155614"/>
                <a:gd name="connsiteX34" fmla="*/ 830043 w 7779035"/>
                <a:gd name="connsiteY34" fmla="*/ 364931 h 1155614"/>
                <a:gd name="connsiteX35" fmla="*/ 571916 w 7779035"/>
                <a:gd name="connsiteY35" fmla="*/ 364931 h 1155614"/>
                <a:gd name="connsiteX36" fmla="*/ 571916 w 7779035"/>
                <a:gd name="connsiteY36" fmla="*/ 855877 h 1155614"/>
                <a:gd name="connsiteX37" fmla="*/ 467161 w 7779035"/>
                <a:gd name="connsiteY37" fmla="*/ 855877 h 1155614"/>
                <a:gd name="connsiteX38" fmla="*/ 467161 w 7779035"/>
                <a:gd name="connsiteY38" fmla="*/ 737464 h 1155614"/>
                <a:gd name="connsiteX39" fmla="*/ 372968 w 7779035"/>
                <a:gd name="connsiteY39" fmla="*/ 737464 h 1155614"/>
                <a:gd name="connsiteX40" fmla="*/ 372968 w 7779035"/>
                <a:gd name="connsiteY40" fmla="*/ 118508 h 1155614"/>
                <a:gd name="connsiteX41" fmla="*/ 257843 w 7779035"/>
                <a:gd name="connsiteY41" fmla="*/ 118508 h 1155614"/>
                <a:gd name="connsiteX42" fmla="*/ 205513 w 7779035"/>
                <a:gd name="connsiteY42" fmla="*/ 0 h 1155614"/>
                <a:gd name="connsiteX43" fmla="*/ 58990 w 7779035"/>
                <a:gd name="connsiteY43" fmla="*/ 0 h 1155614"/>
                <a:gd name="connsiteX44" fmla="*/ 58990 w 7779035"/>
                <a:gd name="connsiteY44" fmla="*/ 90663 h 1155614"/>
                <a:gd name="connsiteX45" fmla="*/ 0 w 7779035"/>
                <a:gd name="connsiteY45" fmla="*/ 90663 h 1155614"/>
                <a:gd name="connsiteX46" fmla="*/ 0 w 7779035"/>
                <a:gd name="connsiteY46" fmla="*/ 556330 h 1155614"/>
                <a:gd name="connsiteX0" fmla="*/ 7779035 w 7779035"/>
                <a:gd name="connsiteY0" fmla="*/ 1155614 h 1155614"/>
                <a:gd name="connsiteX1" fmla="*/ 3944892 w 7779035"/>
                <a:gd name="connsiteY1" fmla="*/ 1155614 h 1155614"/>
                <a:gd name="connsiteX2" fmla="*/ 3944892 w 7779035"/>
                <a:gd name="connsiteY2" fmla="*/ 887238 h 1155614"/>
                <a:gd name="connsiteX3" fmla="*/ 3662312 w 7779035"/>
                <a:gd name="connsiteY3" fmla="*/ 887238 h 1155614"/>
                <a:gd name="connsiteX4" fmla="*/ 3662312 w 7779035"/>
                <a:gd name="connsiteY4" fmla="*/ 392396 h 1155614"/>
                <a:gd name="connsiteX5" fmla="*/ 3498283 w 7779035"/>
                <a:gd name="connsiteY5" fmla="*/ 392396 h 1155614"/>
                <a:gd name="connsiteX6" fmla="*/ 3498283 w 7779035"/>
                <a:gd name="connsiteY6" fmla="*/ 148444 h 1155614"/>
                <a:gd name="connsiteX7" fmla="*/ 3292485 w 7779035"/>
                <a:gd name="connsiteY7" fmla="*/ 148444 h 1155614"/>
                <a:gd name="connsiteX8" fmla="*/ 3292485 w 7779035"/>
                <a:gd name="connsiteY8" fmla="*/ 26420 h 1155614"/>
                <a:gd name="connsiteX9" fmla="*/ 2981932 w 7779035"/>
                <a:gd name="connsiteY9" fmla="*/ 26420 h 1155614"/>
                <a:gd name="connsiteX10" fmla="*/ 2981932 w 7779035"/>
                <a:gd name="connsiteY10" fmla="*/ 137990 h 1155614"/>
                <a:gd name="connsiteX11" fmla="*/ 2922657 w 7779035"/>
                <a:gd name="connsiteY11" fmla="*/ 214682 h 1155614"/>
                <a:gd name="connsiteX12" fmla="*/ 2922657 w 7779035"/>
                <a:gd name="connsiteY12" fmla="*/ 643286 h 1155614"/>
                <a:gd name="connsiteX13" fmla="*/ 2776039 w 7779035"/>
                <a:gd name="connsiteY13" fmla="*/ 643286 h 1155614"/>
                <a:gd name="connsiteX14" fmla="*/ 2776039 w 7779035"/>
                <a:gd name="connsiteY14" fmla="*/ 322641 h 1155614"/>
                <a:gd name="connsiteX15" fmla="*/ 2688886 w 7779035"/>
                <a:gd name="connsiteY15" fmla="*/ 214682 h 1155614"/>
                <a:gd name="connsiteX16" fmla="*/ 2587653 w 7779035"/>
                <a:gd name="connsiteY16" fmla="*/ 214682 h 1155614"/>
                <a:gd name="connsiteX17" fmla="*/ 2587653 w 7779035"/>
                <a:gd name="connsiteY17" fmla="*/ 96175 h 1155614"/>
                <a:gd name="connsiteX18" fmla="*/ 2360827 w 7779035"/>
                <a:gd name="connsiteY18" fmla="*/ 96175 h 1155614"/>
                <a:gd name="connsiteX19" fmla="*/ 2360827 w 7779035"/>
                <a:gd name="connsiteY19" fmla="*/ 852456 h 1155614"/>
                <a:gd name="connsiteX20" fmla="*/ 2168920 w 7779035"/>
                <a:gd name="connsiteY20" fmla="*/ 852456 h 1155614"/>
                <a:gd name="connsiteX21" fmla="*/ 2168920 w 7779035"/>
                <a:gd name="connsiteY21" fmla="*/ 570110 h 1155614"/>
                <a:gd name="connsiteX22" fmla="*/ 1903752 w 7779035"/>
                <a:gd name="connsiteY22" fmla="*/ 570110 h 1155614"/>
                <a:gd name="connsiteX23" fmla="*/ 1903752 w 7779035"/>
                <a:gd name="connsiteY23" fmla="*/ 842002 h 1155614"/>
                <a:gd name="connsiteX24" fmla="*/ 1510423 w 7779035"/>
                <a:gd name="connsiteY24" fmla="*/ 845423 h 1155614"/>
                <a:gd name="connsiteX25" fmla="*/ 1510423 w 7779035"/>
                <a:gd name="connsiteY25" fmla="*/ 496933 h 1155614"/>
                <a:gd name="connsiteX26" fmla="*/ 1423176 w 7779035"/>
                <a:gd name="connsiteY26" fmla="*/ 375005 h 1155614"/>
                <a:gd name="connsiteX27" fmla="*/ 1227844 w 7779035"/>
                <a:gd name="connsiteY27" fmla="*/ 375005 h 1155614"/>
                <a:gd name="connsiteX28" fmla="*/ 1227844 w 7779035"/>
                <a:gd name="connsiteY28" fmla="*/ 786217 h 1155614"/>
                <a:gd name="connsiteX29" fmla="*/ 1175514 w 7779035"/>
                <a:gd name="connsiteY29" fmla="*/ 786217 h 1155614"/>
                <a:gd name="connsiteX30" fmla="*/ 1175514 w 7779035"/>
                <a:gd name="connsiteY30" fmla="*/ 685101 h 1155614"/>
                <a:gd name="connsiteX31" fmla="*/ 941743 w 7779035"/>
                <a:gd name="connsiteY31" fmla="*/ 685101 h 1155614"/>
                <a:gd name="connsiteX32" fmla="*/ 941743 w 7779035"/>
                <a:gd name="connsiteY32" fmla="*/ 549677 h 1155614"/>
                <a:gd name="connsiteX33" fmla="*/ 830043 w 7779035"/>
                <a:gd name="connsiteY33" fmla="*/ 549677 h 1155614"/>
                <a:gd name="connsiteX34" fmla="*/ 830043 w 7779035"/>
                <a:gd name="connsiteY34" fmla="*/ 364931 h 1155614"/>
                <a:gd name="connsiteX35" fmla="*/ 571916 w 7779035"/>
                <a:gd name="connsiteY35" fmla="*/ 364931 h 1155614"/>
                <a:gd name="connsiteX36" fmla="*/ 571916 w 7779035"/>
                <a:gd name="connsiteY36" fmla="*/ 855877 h 1155614"/>
                <a:gd name="connsiteX37" fmla="*/ 467161 w 7779035"/>
                <a:gd name="connsiteY37" fmla="*/ 855877 h 1155614"/>
                <a:gd name="connsiteX38" fmla="*/ 467161 w 7779035"/>
                <a:gd name="connsiteY38" fmla="*/ 737464 h 1155614"/>
                <a:gd name="connsiteX39" fmla="*/ 372968 w 7779035"/>
                <a:gd name="connsiteY39" fmla="*/ 737464 h 1155614"/>
                <a:gd name="connsiteX40" fmla="*/ 372968 w 7779035"/>
                <a:gd name="connsiteY40" fmla="*/ 118508 h 1155614"/>
                <a:gd name="connsiteX41" fmla="*/ 257843 w 7779035"/>
                <a:gd name="connsiteY41" fmla="*/ 118508 h 1155614"/>
                <a:gd name="connsiteX42" fmla="*/ 205513 w 7779035"/>
                <a:gd name="connsiteY42" fmla="*/ 0 h 1155614"/>
                <a:gd name="connsiteX43" fmla="*/ 58990 w 7779035"/>
                <a:gd name="connsiteY43" fmla="*/ 0 h 1155614"/>
                <a:gd name="connsiteX44" fmla="*/ 58990 w 7779035"/>
                <a:gd name="connsiteY44" fmla="*/ 90663 h 1155614"/>
                <a:gd name="connsiteX45" fmla="*/ 0 w 7779035"/>
                <a:gd name="connsiteY45" fmla="*/ 90663 h 1155614"/>
                <a:gd name="connsiteX0" fmla="*/ 7720044 w 7720044"/>
                <a:gd name="connsiteY0" fmla="*/ 1155614 h 1155614"/>
                <a:gd name="connsiteX1" fmla="*/ 3885901 w 7720044"/>
                <a:gd name="connsiteY1" fmla="*/ 1155614 h 1155614"/>
                <a:gd name="connsiteX2" fmla="*/ 3885901 w 7720044"/>
                <a:gd name="connsiteY2" fmla="*/ 887238 h 1155614"/>
                <a:gd name="connsiteX3" fmla="*/ 3603321 w 7720044"/>
                <a:gd name="connsiteY3" fmla="*/ 887238 h 1155614"/>
                <a:gd name="connsiteX4" fmla="*/ 3603321 w 7720044"/>
                <a:gd name="connsiteY4" fmla="*/ 392396 h 1155614"/>
                <a:gd name="connsiteX5" fmla="*/ 3439292 w 7720044"/>
                <a:gd name="connsiteY5" fmla="*/ 392396 h 1155614"/>
                <a:gd name="connsiteX6" fmla="*/ 3439292 w 7720044"/>
                <a:gd name="connsiteY6" fmla="*/ 148444 h 1155614"/>
                <a:gd name="connsiteX7" fmla="*/ 3233494 w 7720044"/>
                <a:gd name="connsiteY7" fmla="*/ 148444 h 1155614"/>
                <a:gd name="connsiteX8" fmla="*/ 3233494 w 7720044"/>
                <a:gd name="connsiteY8" fmla="*/ 26420 h 1155614"/>
                <a:gd name="connsiteX9" fmla="*/ 2922941 w 7720044"/>
                <a:gd name="connsiteY9" fmla="*/ 26420 h 1155614"/>
                <a:gd name="connsiteX10" fmla="*/ 2922941 w 7720044"/>
                <a:gd name="connsiteY10" fmla="*/ 137990 h 1155614"/>
                <a:gd name="connsiteX11" fmla="*/ 2863666 w 7720044"/>
                <a:gd name="connsiteY11" fmla="*/ 214682 h 1155614"/>
                <a:gd name="connsiteX12" fmla="*/ 2863666 w 7720044"/>
                <a:gd name="connsiteY12" fmla="*/ 643286 h 1155614"/>
                <a:gd name="connsiteX13" fmla="*/ 2717048 w 7720044"/>
                <a:gd name="connsiteY13" fmla="*/ 643286 h 1155614"/>
                <a:gd name="connsiteX14" fmla="*/ 2717048 w 7720044"/>
                <a:gd name="connsiteY14" fmla="*/ 322641 h 1155614"/>
                <a:gd name="connsiteX15" fmla="*/ 2629895 w 7720044"/>
                <a:gd name="connsiteY15" fmla="*/ 214682 h 1155614"/>
                <a:gd name="connsiteX16" fmla="*/ 2528662 w 7720044"/>
                <a:gd name="connsiteY16" fmla="*/ 214682 h 1155614"/>
                <a:gd name="connsiteX17" fmla="*/ 2528662 w 7720044"/>
                <a:gd name="connsiteY17" fmla="*/ 96175 h 1155614"/>
                <a:gd name="connsiteX18" fmla="*/ 2301836 w 7720044"/>
                <a:gd name="connsiteY18" fmla="*/ 96175 h 1155614"/>
                <a:gd name="connsiteX19" fmla="*/ 2301836 w 7720044"/>
                <a:gd name="connsiteY19" fmla="*/ 852456 h 1155614"/>
                <a:gd name="connsiteX20" fmla="*/ 2109929 w 7720044"/>
                <a:gd name="connsiteY20" fmla="*/ 852456 h 1155614"/>
                <a:gd name="connsiteX21" fmla="*/ 2109929 w 7720044"/>
                <a:gd name="connsiteY21" fmla="*/ 570110 h 1155614"/>
                <a:gd name="connsiteX22" fmla="*/ 1844761 w 7720044"/>
                <a:gd name="connsiteY22" fmla="*/ 570110 h 1155614"/>
                <a:gd name="connsiteX23" fmla="*/ 1844761 w 7720044"/>
                <a:gd name="connsiteY23" fmla="*/ 842002 h 1155614"/>
                <a:gd name="connsiteX24" fmla="*/ 1451432 w 7720044"/>
                <a:gd name="connsiteY24" fmla="*/ 845423 h 1155614"/>
                <a:gd name="connsiteX25" fmla="*/ 1451432 w 7720044"/>
                <a:gd name="connsiteY25" fmla="*/ 496933 h 1155614"/>
                <a:gd name="connsiteX26" fmla="*/ 1364185 w 7720044"/>
                <a:gd name="connsiteY26" fmla="*/ 375005 h 1155614"/>
                <a:gd name="connsiteX27" fmla="*/ 1168853 w 7720044"/>
                <a:gd name="connsiteY27" fmla="*/ 375005 h 1155614"/>
                <a:gd name="connsiteX28" fmla="*/ 1168853 w 7720044"/>
                <a:gd name="connsiteY28" fmla="*/ 786217 h 1155614"/>
                <a:gd name="connsiteX29" fmla="*/ 1116523 w 7720044"/>
                <a:gd name="connsiteY29" fmla="*/ 786217 h 1155614"/>
                <a:gd name="connsiteX30" fmla="*/ 1116523 w 7720044"/>
                <a:gd name="connsiteY30" fmla="*/ 685101 h 1155614"/>
                <a:gd name="connsiteX31" fmla="*/ 882752 w 7720044"/>
                <a:gd name="connsiteY31" fmla="*/ 685101 h 1155614"/>
                <a:gd name="connsiteX32" fmla="*/ 882752 w 7720044"/>
                <a:gd name="connsiteY32" fmla="*/ 549677 h 1155614"/>
                <a:gd name="connsiteX33" fmla="*/ 771052 w 7720044"/>
                <a:gd name="connsiteY33" fmla="*/ 549677 h 1155614"/>
                <a:gd name="connsiteX34" fmla="*/ 771052 w 7720044"/>
                <a:gd name="connsiteY34" fmla="*/ 364931 h 1155614"/>
                <a:gd name="connsiteX35" fmla="*/ 512925 w 7720044"/>
                <a:gd name="connsiteY35" fmla="*/ 364931 h 1155614"/>
                <a:gd name="connsiteX36" fmla="*/ 512925 w 7720044"/>
                <a:gd name="connsiteY36" fmla="*/ 855877 h 1155614"/>
                <a:gd name="connsiteX37" fmla="*/ 408170 w 7720044"/>
                <a:gd name="connsiteY37" fmla="*/ 855877 h 1155614"/>
                <a:gd name="connsiteX38" fmla="*/ 408170 w 7720044"/>
                <a:gd name="connsiteY38" fmla="*/ 737464 h 1155614"/>
                <a:gd name="connsiteX39" fmla="*/ 313977 w 7720044"/>
                <a:gd name="connsiteY39" fmla="*/ 737464 h 1155614"/>
                <a:gd name="connsiteX40" fmla="*/ 313977 w 7720044"/>
                <a:gd name="connsiteY40" fmla="*/ 118508 h 1155614"/>
                <a:gd name="connsiteX41" fmla="*/ 198852 w 7720044"/>
                <a:gd name="connsiteY41" fmla="*/ 118508 h 1155614"/>
                <a:gd name="connsiteX42" fmla="*/ 146522 w 7720044"/>
                <a:gd name="connsiteY42" fmla="*/ 0 h 1155614"/>
                <a:gd name="connsiteX43" fmla="*/ -1 w 7720044"/>
                <a:gd name="connsiteY43" fmla="*/ 0 h 1155614"/>
                <a:gd name="connsiteX44" fmla="*/ -1 w 7720044"/>
                <a:gd name="connsiteY44" fmla="*/ 90663 h 1155614"/>
                <a:gd name="connsiteX0" fmla="*/ 7720044 w 7720044"/>
                <a:gd name="connsiteY0" fmla="*/ 1155614 h 1155614"/>
                <a:gd name="connsiteX1" fmla="*/ 3885901 w 7720044"/>
                <a:gd name="connsiteY1" fmla="*/ 1155614 h 1155614"/>
                <a:gd name="connsiteX2" fmla="*/ 3885901 w 7720044"/>
                <a:gd name="connsiteY2" fmla="*/ 887238 h 1155614"/>
                <a:gd name="connsiteX3" fmla="*/ 3603321 w 7720044"/>
                <a:gd name="connsiteY3" fmla="*/ 887238 h 1155614"/>
                <a:gd name="connsiteX4" fmla="*/ 3603321 w 7720044"/>
                <a:gd name="connsiteY4" fmla="*/ 392396 h 1155614"/>
                <a:gd name="connsiteX5" fmla="*/ 3439292 w 7720044"/>
                <a:gd name="connsiteY5" fmla="*/ 392396 h 1155614"/>
                <a:gd name="connsiteX6" fmla="*/ 3439292 w 7720044"/>
                <a:gd name="connsiteY6" fmla="*/ 148444 h 1155614"/>
                <a:gd name="connsiteX7" fmla="*/ 3233494 w 7720044"/>
                <a:gd name="connsiteY7" fmla="*/ 148444 h 1155614"/>
                <a:gd name="connsiteX8" fmla="*/ 3233494 w 7720044"/>
                <a:gd name="connsiteY8" fmla="*/ 26420 h 1155614"/>
                <a:gd name="connsiteX9" fmla="*/ 2922941 w 7720044"/>
                <a:gd name="connsiteY9" fmla="*/ 26420 h 1155614"/>
                <a:gd name="connsiteX10" fmla="*/ 2922941 w 7720044"/>
                <a:gd name="connsiteY10" fmla="*/ 137990 h 1155614"/>
                <a:gd name="connsiteX11" fmla="*/ 2863666 w 7720044"/>
                <a:gd name="connsiteY11" fmla="*/ 214682 h 1155614"/>
                <a:gd name="connsiteX12" fmla="*/ 2863666 w 7720044"/>
                <a:gd name="connsiteY12" fmla="*/ 643286 h 1155614"/>
                <a:gd name="connsiteX13" fmla="*/ 2717048 w 7720044"/>
                <a:gd name="connsiteY13" fmla="*/ 643286 h 1155614"/>
                <a:gd name="connsiteX14" fmla="*/ 2717048 w 7720044"/>
                <a:gd name="connsiteY14" fmla="*/ 322641 h 1155614"/>
                <a:gd name="connsiteX15" fmla="*/ 2629895 w 7720044"/>
                <a:gd name="connsiteY15" fmla="*/ 214682 h 1155614"/>
                <a:gd name="connsiteX16" fmla="*/ 2528662 w 7720044"/>
                <a:gd name="connsiteY16" fmla="*/ 214682 h 1155614"/>
                <a:gd name="connsiteX17" fmla="*/ 2528662 w 7720044"/>
                <a:gd name="connsiteY17" fmla="*/ 96175 h 1155614"/>
                <a:gd name="connsiteX18" fmla="*/ 2301836 w 7720044"/>
                <a:gd name="connsiteY18" fmla="*/ 96175 h 1155614"/>
                <a:gd name="connsiteX19" fmla="*/ 2301836 w 7720044"/>
                <a:gd name="connsiteY19" fmla="*/ 852456 h 1155614"/>
                <a:gd name="connsiteX20" fmla="*/ 2109929 w 7720044"/>
                <a:gd name="connsiteY20" fmla="*/ 852456 h 1155614"/>
                <a:gd name="connsiteX21" fmla="*/ 2109929 w 7720044"/>
                <a:gd name="connsiteY21" fmla="*/ 570110 h 1155614"/>
                <a:gd name="connsiteX22" fmla="*/ 1844761 w 7720044"/>
                <a:gd name="connsiteY22" fmla="*/ 570110 h 1155614"/>
                <a:gd name="connsiteX23" fmla="*/ 1844761 w 7720044"/>
                <a:gd name="connsiteY23" fmla="*/ 842002 h 1155614"/>
                <a:gd name="connsiteX24" fmla="*/ 1451432 w 7720044"/>
                <a:gd name="connsiteY24" fmla="*/ 845423 h 1155614"/>
                <a:gd name="connsiteX25" fmla="*/ 1451432 w 7720044"/>
                <a:gd name="connsiteY25" fmla="*/ 496933 h 1155614"/>
                <a:gd name="connsiteX26" fmla="*/ 1364185 w 7720044"/>
                <a:gd name="connsiteY26" fmla="*/ 375005 h 1155614"/>
                <a:gd name="connsiteX27" fmla="*/ 1168853 w 7720044"/>
                <a:gd name="connsiteY27" fmla="*/ 375005 h 1155614"/>
                <a:gd name="connsiteX28" fmla="*/ 1168853 w 7720044"/>
                <a:gd name="connsiteY28" fmla="*/ 786217 h 1155614"/>
                <a:gd name="connsiteX29" fmla="*/ 1116523 w 7720044"/>
                <a:gd name="connsiteY29" fmla="*/ 786217 h 1155614"/>
                <a:gd name="connsiteX30" fmla="*/ 1116523 w 7720044"/>
                <a:gd name="connsiteY30" fmla="*/ 685101 h 1155614"/>
                <a:gd name="connsiteX31" fmla="*/ 882752 w 7720044"/>
                <a:gd name="connsiteY31" fmla="*/ 685101 h 1155614"/>
                <a:gd name="connsiteX32" fmla="*/ 882752 w 7720044"/>
                <a:gd name="connsiteY32" fmla="*/ 549677 h 1155614"/>
                <a:gd name="connsiteX33" fmla="*/ 771052 w 7720044"/>
                <a:gd name="connsiteY33" fmla="*/ 549677 h 1155614"/>
                <a:gd name="connsiteX34" fmla="*/ 771052 w 7720044"/>
                <a:gd name="connsiteY34" fmla="*/ 364931 h 1155614"/>
                <a:gd name="connsiteX35" fmla="*/ 512925 w 7720044"/>
                <a:gd name="connsiteY35" fmla="*/ 364931 h 1155614"/>
                <a:gd name="connsiteX36" fmla="*/ 512925 w 7720044"/>
                <a:gd name="connsiteY36" fmla="*/ 855877 h 1155614"/>
                <a:gd name="connsiteX37" fmla="*/ 408170 w 7720044"/>
                <a:gd name="connsiteY37" fmla="*/ 855877 h 1155614"/>
                <a:gd name="connsiteX38" fmla="*/ 408170 w 7720044"/>
                <a:gd name="connsiteY38" fmla="*/ 737464 h 1155614"/>
                <a:gd name="connsiteX39" fmla="*/ 313977 w 7720044"/>
                <a:gd name="connsiteY39" fmla="*/ 737464 h 1155614"/>
                <a:gd name="connsiteX40" fmla="*/ 313977 w 7720044"/>
                <a:gd name="connsiteY40" fmla="*/ 118508 h 1155614"/>
                <a:gd name="connsiteX41" fmla="*/ 198852 w 7720044"/>
                <a:gd name="connsiteY41" fmla="*/ 118508 h 1155614"/>
                <a:gd name="connsiteX42" fmla="*/ 146522 w 7720044"/>
                <a:gd name="connsiteY42" fmla="*/ 0 h 1155614"/>
                <a:gd name="connsiteX43" fmla="*/ -1 w 7720044"/>
                <a:gd name="connsiteY43" fmla="*/ 0 h 1155614"/>
                <a:gd name="connsiteX0" fmla="*/ 7573521 w 7573521"/>
                <a:gd name="connsiteY0" fmla="*/ 1155614 h 1155614"/>
                <a:gd name="connsiteX1" fmla="*/ 3739378 w 7573521"/>
                <a:gd name="connsiteY1" fmla="*/ 1155614 h 1155614"/>
                <a:gd name="connsiteX2" fmla="*/ 3739378 w 7573521"/>
                <a:gd name="connsiteY2" fmla="*/ 887238 h 1155614"/>
                <a:gd name="connsiteX3" fmla="*/ 3456798 w 7573521"/>
                <a:gd name="connsiteY3" fmla="*/ 887238 h 1155614"/>
                <a:gd name="connsiteX4" fmla="*/ 3456798 w 7573521"/>
                <a:gd name="connsiteY4" fmla="*/ 392396 h 1155614"/>
                <a:gd name="connsiteX5" fmla="*/ 3292769 w 7573521"/>
                <a:gd name="connsiteY5" fmla="*/ 392396 h 1155614"/>
                <a:gd name="connsiteX6" fmla="*/ 3292769 w 7573521"/>
                <a:gd name="connsiteY6" fmla="*/ 148444 h 1155614"/>
                <a:gd name="connsiteX7" fmla="*/ 3086971 w 7573521"/>
                <a:gd name="connsiteY7" fmla="*/ 148444 h 1155614"/>
                <a:gd name="connsiteX8" fmla="*/ 3086971 w 7573521"/>
                <a:gd name="connsiteY8" fmla="*/ 26420 h 1155614"/>
                <a:gd name="connsiteX9" fmla="*/ 2776418 w 7573521"/>
                <a:gd name="connsiteY9" fmla="*/ 26420 h 1155614"/>
                <a:gd name="connsiteX10" fmla="*/ 2776418 w 7573521"/>
                <a:gd name="connsiteY10" fmla="*/ 137990 h 1155614"/>
                <a:gd name="connsiteX11" fmla="*/ 2717143 w 7573521"/>
                <a:gd name="connsiteY11" fmla="*/ 214682 h 1155614"/>
                <a:gd name="connsiteX12" fmla="*/ 2717143 w 7573521"/>
                <a:gd name="connsiteY12" fmla="*/ 643286 h 1155614"/>
                <a:gd name="connsiteX13" fmla="*/ 2570525 w 7573521"/>
                <a:gd name="connsiteY13" fmla="*/ 643286 h 1155614"/>
                <a:gd name="connsiteX14" fmla="*/ 2570525 w 7573521"/>
                <a:gd name="connsiteY14" fmla="*/ 322641 h 1155614"/>
                <a:gd name="connsiteX15" fmla="*/ 2483372 w 7573521"/>
                <a:gd name="connsiteY15" fmla="*/ 214682 h 1155614"/>
                <a:gd name="connsiteX16" fmla="*/ 2382139 w 7573521"/>
                <a:gd name="connsiteY16" fmla="*/ 214682 h 1155614"/>
                <a:gd name="connsiteX17" fmla="*/ 2382139 w 7573521"/>
                <a:gd name="connsiteY17" fmla="*/ 96175 h 1155614"/>
                <a:gd name="connsiteX18" fmla="*/ 2155313 w 7573521"/>
                <a:gd name="connsiteY18" fmla="*/ 96175 h 1155614"/>
                <a:gd name="connsiteX19" fmla="*/ 2155313 w 7573521"/>
                <a:gd name="connsiteY19" fmla="*/ 852456 h 1155614"/>
                <a:gd name="connsiteX20" fmla="*/ 1963406 w 7573521"/>
                <a:gd name="connsiteY20" fmla="*/ 852456 h 1155614"/>
                <a:gd name="connsiteX21" fmla="*/ 1963406 w 7573521"/>
                <a:gd name="connsiteY21" fmla="*/ 570110 h 1155614"/>
                <a:gd name="connsiteX22" fmla="*/ 1698238 w 7573521"/>
                <a:gd name="connsiteY22" fmla="*/ 570110 h 1155614"/>
                <a:gd name="connsiteX23" fmla="*/ 1698238 w 7573521"/>
                <a:gd name="connsiteY23" fmla="*/ 842002 h 1155614"/>
                <a:gd name="connsiteX24" fmla="*/ 1304909 w 7573521"/>
                <a:gd name="connsiteY24" fmla="*/ 845423 h 1155614"/>
                <a:gd name="connsiteX25" fmla="*/ 1304909 w 7573521"/>
                <a:gd name="connsiteY25" fmla="*/ 496933 h 1155614"/>
                <a:gd name="connsiteX26" fmla="*/ 1217662 w 7573521"/>
                <a:gd name="connsiteY26" fmla="*/ 375005 h 1155614"/>
                <a:gd name="connsiteX27" fmla="*/ 1022330 w 7573521"/>
                <a:gd name="connsiteY27" fmla="*/ 375005 h 1155614"/>
                <a:gd name="connsiteX28" fmla="*/ 1022330 w 7573521"/>
                <a:gd name="connsiteY28" fmla="*/ 786217 h 1155614"/>
                <a:gd name="connsiteX29" fmla="*/ 970000 w 7573521"/>
                <a:gd name="connsiteY29" fmla="*/ 786217 h 1155614"/>
                <a:gd name="connsiteX30" fmla="*/ 970000 w 7573521"/>
                <a:gd name="connsiteY30" fmla="*/ 685101 h 1155614"/>
                <a:gd name="connsiteX31" fmla="*/ 736229 w 7573521"/>
                <a:gd name="connsiteY31" fmla="*/ 685101 h 1155614"/>
                <a:gd name="connsiteX32" fmla="*/ 736229 w 7573521"/>
                <a:gd name="connsiteY32" fmla="*/ 549677 h 1155614"/>
                <a:gd name="connsiteX33" fmla="*/ 624529 w 7573521"/>
                <a:gd name="connsiteY33" fmla="*/ 549677 h 1155614"/>
                <a:gd name="connsiteX34" fmla="*/ 624529 w 7573521"/>
                <a:gd name="connsiteY34" fmla="*/ 364931 h 1155614"/>
                <a:gd name="connsiteX35" fmla="*/ 366402 w 7573521"/>
                <a:gd name="connsiteY35" fmla="*/ 364931 h 1155614"/>
                <a:gd name="connsiteX36" fmla="*/ 366402 w 7573521"/>
                <a:gd name="connsiteY36" fmla="*/ 855877 h 1155614"/>
                <a:gd name="connsiteX37" fmla="*/ 261647 w 7573521"/>
                <a:gd name="connsiteY37" fmla="*/ 855877 h 1155614"/>
                <a:gd name="connsiteX38" fmla="*/ 261647 w 7573521"/>
                <a:gd name="connsiteY38" fmla="*/ 737464 h 1155614"/>
                <a:gd name="connsiteX39" fmla="*/ 167454 w 7573521"/>
                <a:gd name="connsiteY39" fmla="*/ 737464 h 1155614"/>
                <a:gd name="connsiteX40" fmla="*/ 167454 w 7573521"/>
                <a:gd name="connsiteY40" fmla="*/ 118508 h 1155614"/>
                <a:gd name="connsiteX41" fmla="*/ 52329 w 7573521"/>
                <a:gd name="connsiteY41" fmla="*/ 118508 h 1155614"/>
                <a:gd name="connsiteX42" fmla="*/ -1 w 7573521"/>
                <a:gd name="connsiteY42" fmla="*/ 0 h 1155614"/>
                <a:gd name="connsiteX0" fmla="*/ 7521192 w 7521192"/>
                <a:gd name="connsiteY0" fmla="*/ 1129195 h 1129195"/>
                <a:gd name="connsiteX1" fmla="*/ 3687049 w 7521192"/>
                <a:gd name="connsiteY1" fmla="*/ 1129195 h 1129195"/>
                <a:gd name="connsiteX2" fmla="*/ 3687049 w 7521192"/>
                <a:gd name="connsiteY2" fmla="*/ 860819 h 1129195"/>
                <a:gd name="connsiteX3" fmla="*/ 3404469 w 7521192"/>
                <a:gd name="connsiteY3" fmla="*/ 860819 h 1129195"/>
                <a:gd name="connsiteX4" fmla="*/ 3404469 w 7521192"/>
                <a:gd name="connsiteY4" fmla="*/ 365977 h 1129195"/>
                <a:gd name="connsiteX5" fmla="*/ 3240440 w 7521192"/>
                <a:gd name="connsiteY5" fmla="*/ 365977 h 1129195"/>
                <a:gd name="connsiteX6" fmla="*/ 3240440 w 7521192"/>
                <a:gd name="connsiteY6" fmla="*/ 122025 h 1129195"/>
                <a:gd name="connsiteX7" fmla="*/ 3034642 w 7521192"/>
                <a:gd name="connsiteY7" fmla="*/ 122025 h 1129195"/>
                <a:gd name="connsiteX8" fmla="*/ 3034642 w 7521192"/>
                <a:gd name="connsiteY8" fmla="*/ 1 h 1129195"/>
                <a:gd name="connsiteX9" fmla="*/ 2724089 w 7521192"/>
                <a:gd name="connsiteY9" fmla="*/ 1 h 1129195"/>
                <a:gd name="connsiteX10" fmla="*/ 2724089 w 7521192"/>
                <a:gd name="connsiteY10" fmla="*/ 111571 h 1129195"/>
                <a:gd name="connsiteX11" fmla="*/ 2664814 w 7521192"/>
                <a:gd name="connsiteY11" fmla="*/ 188263 h 1129195"/>
                <a:gd name="connsiteX12" fmla="*/ 2664814 w 7521192"/>
                <a:gd name="connsiteY12" fmla="*/ 616867 h 1129195"/>
                <a:gd name="connsiteX13" fmla="*/ 2518196 w 7521192"/>
                <a:gd name="connsiteY13" fmla="*/ 616867 h 1129195"/>
                <a:gd name="connsiteX14" fmla="*/ 2518196 w 7521192"/>
                <a:gd name="connsiteY14" fmla="*/ 296222 h 1129195"/>
                <a:gd name="connsiteX15" fmla="*/ 2431043 w 7521192"/>
                <a:gd name="connsiteY15" fmla="*/ 188263 h 1129195"/>
                <a:gd name="connsiteX16" fmla="*/ 2329810 w 7521192"/>
                <a:gd name="connsiteY16" fmla="*/ 188263 h 1129195"/>
                <a:gd name="connsiteX17" fmla="*/ 2329810 w 7521192"/>
                <a:gd name="connsiteY17" fmla="*/ 69756 h 1129195"/>
                <a:gd name="connsiteX18" fmla="*/ 2102984 w 7521192"/>
                <a:gd name="connsiteY18" fmla="*/ 69756 h 1129195"/>
                <a:gd name="connsiteX19" fmla="*/ 2102984 w 7521192"/>
                <a:gd name="connsiteY19" fmla="*/ 826037 h 1129195"/>
                <a:gd name="connsiteX20" fmla="*/ 1911077 w 7521192"/>
                <a:gd name="connsiteY20" fmla="*/ 826037 h 1129195"/>
                <a:gd name="connsiteX21" fmla="*/ 1911077 w 7521192"/>
                <a:gd name="connsiteY21" fmla="*/ 543691 h 1129195"/>
                <a:gd name="connsiteX22" fmla="*/ 1645909 w 7521192"/>
                <a:gd name="connsiteY22" fmla="*/ 543691 h 1129195"/>
                <a:gd name="connsiteX23" fmla="*/ 1645909 w 7521192"/>
                <a:gd name="connsiteY23" fmla="*/ 815583 h 1129195"/>
                <a:gd name="connsiteX24" fmla="*/ 1252580 w 7521192"/>
                <a:gd name="connsiteY24" fmla="*/ 819004 h 1129195"/>
                <a:gd name="connsiteX25" fmla="*/ 1252580 w 7521192"/>
                <a:gd name="connsiteY25" fmla="*/ 470514 h 1129195"/>
                <a:gd name="connsiteX26" fmla="*/ 1165333 w 7521192"/>
                <a:gd name="connsiteY26" fmla="*/ 348586 h 1129195"/>
                <a:gd name="connsiteX27" fmla="*/ 970001 w 7521192"/>
                <a:gd name="connsiteY27" fmla="*/ 348586 h 1129195"/>
                <a:gd name="connsiteX28" fmla="*/ 970001 w 7521192"/>
                <a:gd name="connsiteY28" fmla="*/ 759798 h 1129195"/>
                <a:gd name="connsiteX29" fmla="*/ 917671 w 7521192"/>
                <a:gd name="connsiteY29" fmla="*/ 759798 h 1129195"/>
                <a:gd name="connsiteX30" fmla="*/ 917671 w 7521192"/>
                <a:gd name="connsiteY30" fmla="*/ 658682 h 1129195"/>
                <a:gd name="connsiteX31" fmla="*/ 683900 w 7521192"/>
                <a:gd name="connsiteY31" fmla="*/ 658682 h 1129195"/>
                <a:gd name="connsiteX32" fmla="*/ 683900 w 7521192"/>
                <a:gd name="connsiteY32" fmla="*/ 523258 h 1129195"/>
                <a:gd name="connsiteX33" fmla="*/ 572200 w 7521192"/>
                <a:gd name="connsiteY33" fmla="*/ 523258 h 1129195"/>
                <a:gd name="connsiteX34" fmla="*/ 572200 w 7521192"/>
                <a:gd name="connsiteY34" fmla="*/ 338512 h 1129195"/>
                <a:gd name="connsiteX35" fmla="*/ 314073 w 7521192"/>
                <a:gd name="connsiteY35" fmla="*/ 338512 h 1129195"/>
                <a:gd name="connsiteX36" fmla="*/ 314073 w 7521192"/>
                <a:gd name="connsiteY36" fmla="*/ 829458 h 1129195"/>
                <a:gd name="connsiteX37" fmla="*/ 209318 w 7521192"/>
                <a:gd name="connsiteY37" fmla="*/ 829458 h 1129195"/>
                <a:gd name="connsiteX38" fmla="*/ 209318 w 7521192"/>
                <a:gd name="connsiteY38" fmla="*/ 711045 h 1129195"/>
                <a:gd name="connsiteX39" fmla="*/ 115125 w 7521192"/>
                <a:gd name="connsiteY39" fmla="*/ 711045 h 1129195"/>
                <a:gd name="connsiteX40" fmla="*/ 115125 w 7521192"/>
                <a:gd name="connsiteY40" fmla="*/ 92089 h 1129195"/>
                <a:gd name="connsiteX41" fmla="*/ 0 w 7521192"/>
                <a:gd name="connsiteY41" fmla="*/ 92089 h 1129195"/>
                <a:gd name="connsiteX0" fmla="*/ 7406067 w 7406067"/>
                <a:gd name="connsiteY0" fmla="*/ 1129195 h 1129195"/>
                <a:gd name="connsiteX1" fmla="*/ 3571924 w 7406067"/>
                <a:gd name="connsiteY1" fmla="*/ 1129195 h 1129195"/>
                <a:gd name="connsiteX2" fmla="*/ 3571924 w 7406067"/>
                <a:gd name="connsiteY2" fmla="*/ 860819 h 1129195"/>
                <a:gd name="connsiteX3" fmla="*/ 3289344 w 7406067"/>
                <a:gd name="connsiteY3" fmla="*/ 860819 h 1129195"/>
                <a:gd name="connsiteX4" fmla="*/ 3289344 w 7406067"/>
                <a:gd name="connsiteY4" fmla="*/ 365977 h 1129195"/>
                <a:gd name="connsiteX5" fmla="*/ 3125315 w 7406067"/>
                <a:gd name="connsiteY5" fmla="*/ 365977 h 1129195"/>
                <a:gd name="connsiteX6" fmla="*/ 3125315 w 7406067"/>
                <a:gd name="connsiteY6" fmla="*/ 122025 h 1129195"/>
                <a:gd name="connsiteX7" fmla="*/ 2919517 w 7406067"/>
                <a:gd name="connsiteY7" fmla="*/ 122025 h 1129195"/>
                <a:gd name="connsiteX8" fmla="*/ 2919517 w 7406067"/>
                <a:gd name="connsiteY8" fmla="*/ 1 h 1129195"/>
                <a:gd name="connsiteX9" fmla="*/ 2608964 w 7406067"/>
                <a:gd name="connsiteY9" fmla="*/ 1 h 1129195"/>
                <a:gd name="connsiteX10" fmla="*/ 2608964 w 7406067"/>
                <a:gd name="connsiteY10" fmla="*/ 111571 h 1129195"/>
                <a:gd name="connsiteX11" fmla="*/ 2549689 w 7406067"/>
                <a:gd name="connsiteY11" fmla="*/ 188263 h 1129195"/>
                <a:gd name="connsiteX12" fmla="*/ 2549689 w 7406067"/>
                <a:gd name="connsiteY12" fmla="*/ 616867 h 1129195"/>
                <a:gd name="connsiteX13" fmla="*/ 2403071 w 7406067"/>
                <a:gd name="connsiteY13" fmla="*/ 616867 h 1129195"/>
                <a:gd name="connsiteX14" fmla="*/ 2403071 w 7406067"/>
                <a:gd name="connsiteY14" fmla="*/ 296222 h 1129195"/>
                <a:gd name="connsiteX15" fmla="*/ 2315918 w 7406067"/>
                <a:gd name="connsiteY15" fmla="*/ 188263 h 1129195"/>
                <a:gd name="connsiteX16" fmla="*/ 2214685 w 7406067"/>
                <a:gd name="connsiteY16" fmla="*/ 188263 h 1129195"/>
                <a:gd name="connsiteX17" fmla="*/ 2214685 w 7406067"/>
                <a:gd name="connsiteY17" fmla="*/ 69756 h 1129195"/>
                <a:gd name="connsiteX18" fmla="*/ 1987859 w 7406067"/>
                <a:gd name="connsiteY18" fmla="*/ 69756 h 1129195"/>
                <a:gd name="connsiteX19" fmla="*/ 1987859 w 7406067"/>
                <a:gd name="connsiteY19" fmla="*/ 826037 h 1129195"/>
                <a:gd name="connsiteX20" fmla="*/ 1795952 w 7406067"/>
                <a:gd name="connsiteY20" fmla="*/ 826037 h 1129195"/>
                <a:gd name="connsiteX21" fmla="*/ 1795952 w 7406067"/>
                <a:gd name="connsiteY21" fmla="*/ 543691 h 1129195"/>
                <a:gd name="connsiteX22" fmla="*/ 1530784 w 7406067"/>
                <a:gd name="connsiteY22" fmla="*/ 543691 h 1129195"/>
                <a:gd name="connsiteX23" fmla="*/ 1530784 w 7406067"/>
                <a:gd name="connsiteY23" fmla="*/ 815583 h 1129195"/>
                <a:gd name="connsiteX24" fmla="*/ 1137455 w 7406067"/>
                <a:gd name="connsiteY24" fmla="*/ 819004 h 1129195"/>
                <a:gd name="connsiteX25" fmla="*/ 1137455 w 7406067"/>
                <a:gd name="connsiteY25" fmla="*/ 470514 h 1129195"/>
                <a:gd name="connsiteX26" fmla="*/ 1050208 w 7406067"/>
                <a:gd name="connsiteY26" fmla="*/ 348586 h 1129195"/>
                <a:gd name="connsiteX27" fmla="*/ 854876 w 7406067"/>
                <a:gd name="connsiteY27" fmla="*/ 348586 h 1129195"/>
                <a:gd name="connsiteX28" fmla="*/ 854876 w 7406067"/>
                <a:gd name="connsiteY28" fmla="*/ 759798 h 1129195"/>
                <a:gd name="connsiteX29" fmla="*/ 802546 w 7406067"/>
                <a:gd name="connsiteY29" fmla="*/ 759798 h 1129195"/>
                <a:gd name="connsiteX30" fmla="*/ 802546 w 7406067"/>
                <a:gd name="connsiteY30" fmla="*/ 658682 h 1129195"/>
                <a:gd name="connsiteX31" fmla="*/ 568775 w 7406067"/>
                <a:gd name="connsiteY31" fmla="*/ 658682 h 1129195"/>
                <a:gd name="connsiteX32" fmla="*/ 568775 w 7406067"/>
                <a:gd name="connsiteY32" fmla="*/ 523258 h 1129195"/>
                <a:gd name="connsiteX33" fmla="*/ 457075 w 7406067"/>
                <a:gd name="connsiteY33" fmla="*/ 523258 h 1129195"/>
                <a:gd name="connsiteX34" fmla="*/ 457075 w 7406067"/>
                <a:gd name="connsiteY34" fmla="*/ 338512 h 1129195"/>
                <a:gd name="connsiteX35" fmla="*/ 198948 w 7406067"/>
                <a:gd name="connsiteY35" fmla="*/ 338512 h 1129195"/>
                <a:gd name="connsiteX36" fmla="*/ 198948 w 7406067"/>
                <a:gd name="connsiteY36" fmla="*/ 829458 h 1129195"/>
                <a:gd name="connsiteX37" fmla="*/ 94193 w 7406067"/>
                <a:gd name="connsiteY37" fmla="*/ 829458 h 1129195"/>
                <a:gd name="connsiteX38" fmla="*/ 94193 w 7406067"/>
                <a:gd name="connsiteY38" fmla="*/ 711045 h 1129195"/>
                <a:gd name="connsiteX39" fmla="*/ 0 w 7406067"/>
                <a:gd name="connsiteY39" fmla="*/ 711045 h 1129195"/>
                <a:gd name="connsiteX40" fmla="*/ 0 w 7406067"/>
                <a:gd name="connsiteY40" fmla="*/ 92089 h 1129195"/>
                <a:gd name="connsiteX0" fmla="*/ 7406067 w 7406067"/>
                <a:gd name="connsiteY0" fmla="*/ 1129195 h 1129195"/>
                <a:gd name="connsiteX1" fmla="*/ 3571924 w 7406067"/>
                <a:gd name="connsiteY1" fmla="*/ 1129195 h 1129195"/>
                <a:gd name="connsiteX2" fmla="*/ 3571924 w 7406067"/>
                <a:gd name="connsiteY2" fmla="*/ 860819 h 1129195"/>
                <a:gd name="connsiteX3" fmla="*/ 3289344 w 7406067"/>
                <a:gd name="connsiteY3" fmla="*/ 860819 h 1129195"/>
                <a:gd name="connsiteX4" fmla="*/ 3289344 w 7406067"/>
                <a:gd name="connsiteY4" fmla="*/ 365977 h 1129195"/>
                <a:gd name="connsiteX5" fmla="*/ 3125315 w 7406067"/>
                <a:gd name="connsiteY5" fmla="*/ 365977 h 1129195"/>
                <a:gd name="connsiteX6" fmla="*/ 3125315 w 7406067"/>
                <a:gd name="connsiteY6" fmla="*/ 122025 h 1129195"/>
                <a:gd name="connsiteX7" fmla="*/ 2919517 w 7406067"/>
                <a:gd name="connsiteY7" fmla="*/ 122025 h 1129195"/>
                <a:gd name="connsiteX8" fmla="*/ 2919517 w 7406067"/>
                <a:gd name="connsiteY8" fmla="*/ 1 h 1129195"/>
                <a:gd name="connsiteX9" fmla="*/ 2608964 w 7406067"/>
                <a:gd name="connsiteY9" fmla="*/ 1 h 1129195"/>
                <a:gd name="connsiteX10" fmla="*/ 2608964 w 7406067"/>
                <a:gd name="connsiteY10" fmla="*/ 111571 h 1129195"/>
                <a:gd name="connsiteX11" fmla="*/ 2549689 w 7406067"/>
                <a:gd name="connsiteY11" fmla="*/ 188263 h 1129195"/>
                <a:gd name="connsiteX12" fmla="*/ 2549689 w 7406067"/>
                <a:gd name="connsiteY12" fmla="*/ 616867 h 1129195"/>
                <a:gd name="connsiteX13" fmla="*/ 2403071 w 7406067"/>
                <a:gd name="connsiteY13" fmla="*/ 616867 h 1129195"/>
                <a:gd name="connsiteX14" fmla="*/ 2403071 w 7406067"/>
                <a:gd name="connsiteY14" fmla="*/ 296222 h 1129195"/>
                <a:gd name="connsiteX15" fmla="*/ 2315918 w 7406067"/>
                <a:gd name="connsiteY15" fmla="*/ 188263 h 1129195"/>
                <a:gd name="connsiteX16" fmla="*/ 2214685 w 7406067"/>
                <a:gd name="connsiteY16" fmla="*/ 188263 h 1129195"/>
                <a:gd name="connsiteX17" fmla="*/ 2214685 w 7406067"/>
                <a:gd name="connsiteY17" fmla="*/ 69756 h 1129195"/>
                <a:gd name="connsiteX18" fmla="*/ 1987859 w 7406067"/>
                <a:gd name="connsiteY18" fmla="*/ 69756 h 1129195"/>
                <a:gd name="connsiteX19" fmla="*/ 1987859 w 7406067"/>
                <a:gd name="connsiteY19" fmla="*/ 826037 h 1129195"/>
                <a:gd name="connsiteX20" fmla="*/ 1795952 w 7406067"/>
                <a:gd name="connsiteY20" fmla="*/ 826037 h 1129195"/>
                <a:gd name="connsiteX21" fmla="*/ 1795952 w 7406067"/>
                <a:gd name="connsiteY21" fmla="*/ 543691 h 1129195"/>
                <a:gd name="connsiteX22" fmla="*/ 1530784 w 7406067"/>
                <a:gd name="connsiteY22" fmla="*/ 543691 h 1129195"/>
                <a:gd name="connsiteX23" fmla="*/ 1530784 w 7406067"/>
                <a:gd name="connsiteY23" fmla="*/ 815583 h 1129195"/>
                <a:gd name="connsiteX24" fmla="*/ 1137455 w 7406067"/>
                <a:gd name="connsiteY24" fmla="*/ 819004 h 1129195"/>
                <a:gd name="connsiteX25" fmla="*/ 1137455 w 7406067"/>
                <a:gd name="connsiteY25" fmla="*/ 470514 h 1129195"/>
                <a:gd name="connsiteX26" fmla="*/ 1050208 w 7406067"/>
                <a:gd name="connsiteY26" fmla="*/ 348586 h 1129195"/>
                <a:gd name="connsiteX27" fmla="*/ 854876 w 7406067"/>
                <a:gd name="connsiteY27" fmla="*/ 348586 h 1129195"/>
                <a:gd name="connsiteX28" fmla="*/ 854876 w 7406067"/>
                <a:gd name="connsiteY28" fmla="*/ 759798 h 1129195"/>
                <a:gd name="connsiteX29" fmla="*/ 802546 w 7406067"/>
                <a:gd name="connsiteY29" fmla="*/ 759798 h 1129195"/>
                <a:gd name="connsiteX30" fmla="*/ 802546 w 7406067"/>
                <a:gd name="connsiteY30" fmla="*/ 658682 h 1129195"/>
                <a:gd name="connsiteX31" fmla="*/ 568775 w 7406067"/>
                <a:gd name="connsiteY31" fmla="*/ 658682 h 1129195"/>
                <a:gd name="connsiteX32" fmla="*/ 568775 w 7406067"/>
                <a:gd name="connsiteY32" fmla="*/ 523258 h 1129195"/>
                <a:gd name="connsiteX33" fmla="*/ 457075 w 7406067"/>
                <a:gd name="connsiteY33" fmla="*/ 523258 h 1129195"/>
                <a:gd name="connsiteX34" fmla="*/ 457075 w 7406067"/>
                <a:gd name="connsiteY34" fmla="*/ 338512 h 1129195"/>
                <a:gd name="connsiteX35" fmla="*/ 198948 w 7406067"/>
                <a:gd name="connsiteY35" fmla="*/ 338512 h 1129195"/>
                <a:gd name="connsiteX36" fmla="*/ 198948 w 7406067"/>
                <a:gd name="connsiteY36" fmla="*/ 829458 h 1129195"/>
                <a:gd name="connsiteX37" fmla="*/ 94193 w 7406067"/>
                <a:gd name="connsiteY37" fmla="*/ 829458 h 1129195"/>
                <a:gd name="connsiteX38" fmla="*/ 94193 w 7406067"/>
                <a:gd name="connsiteY38" fmla="*/ 711045 h 1129195"/>
                <a:gd name="connsiteX39" fmla="*/ 0 w 7406067"/>
                <a:gd name="connsiteY39" fmla="*/ 711045 h 1129195"/>
                <a:gd name="connsiteX0" fmla="*/ 7311873 w 7311873"/>
                <a:gd name="connsiteY0" fmla="*/ 1129195 h 1129195"/>
                <a:gd name="connsiteX1" fmla="*/ 3477730 w 7311873"/>
                <a:gd name="connsiteY1" fmla="*/ 1129195 h 1129195"/>
                <a:gd name="connsiteX2" fmla="*/ 3477730 w 7311873"/>
                <a:gd name="connsiteY2" fmla="*/ 860819 h 1129195"/>
                <a:gd name="connsiteX3" fmla="*/ 3195150 w 7311873"/>
                <a:gd name="connsiteY3" fmla="*/ 860819 h 1129195"/>
                <a:gd name="connsiteX4" fmla="*/ 3195150 w 7311873"/>
                <a:gd name="connsiteY4" fmla="*/ 365977 h 1129195"/>
                <a:gd name="connsiteX5" fmla="*/ 3031121 w 7311873"/>
                <a:gd name="connsiteY5" fmla="*/ 365977 h 1129195"/>
                <a:gd name="connsiteX6" fmla="*/ 3031121 w 7311873"/>
                <a:gd name="connsiteY6" fmla="*/ 122025 h 1129195"/>
                <a:gd name="connsiteX7" fmla="*/ 2825323 w 7311873"/>
                <a:gd name="connsiteY7" fmla="*/ 122025 h 1129195"/>
                <a:gd name="connsiteX8" fmla="*/ 2825323 w 7311873"/>
                <a:gd name="connsiteY8" fmla="*/ 1 h 1129195"/>
                <a:gd name="connsiteX9" fmla="*/ 2514770 w 7311873"/>
                <a:gd name="connsiteY9" fmla="*/ 1 h 1129195"/>
                <a:gd name="connsiteX10" fmla="*/ 2514770 w 7311873"/>
                <a:gd name="connsiteY10" fmla="*/ 111571 h 1129195"/>
                <a:gd name="connsiteX11" fmla="*/ 2455495 w 7311873"/>
                <a:gd name="connsiteY11" fmla="*/ 188263 h 1129195"/>
                <a:gd name="connsiteX12" fmla="*/ 2455495 w 7311873"/>
                <a:gd name="connsiteY12" fmla="*/ 616867 h 1129195"/>
                <a:gd name="connsiteX13" fmla="*/ 2308877 w 7311873"/>
                <a:gd name="connsiteY13" fmla="*/ 616867 h 1129195"/>
                <a:gd name="connsiteX14" fmla="*/ 2308877 w 7311873"/>
                <a:gd name="connsiteY14" fmla="*/ 296222 h 1129195"/>
                <a:gd name="connsiteX15" fmla="*/ 2221724 w 7311873"/>
                <a:gd name="connsiteY15" fmla="*/ 188263 h 1129195"/>
                <a:gd name="connsiteX16" fmla="*/ 2120491 w 7311873"/>
                <a:gd name="connsiteY16" fmla="*/ 188263 h 1129195"/>
                <a:gd name="connsiteX17" fmla="*/ 2120491 w 7311873"/>
                <a:gd name="connsiteY17" fmla="*/ 69756 h 1129195"/>
                <a:gd name="connsiteX18" fmla="*/ 1893665 w 7311873"/>
                <a:gd name="connsiteY18" fmla="*/ 69756 h 1129195"/>
                <a:gd name="connsiteX19" fmla="*/ 1893665 w 7311873"/>
                <a:gd name="connsiteY19" fmla="*/ 826037 h 1129195"/>
                <a:gd name="connsiteX20" fmla="*/ 1701758 w 7311873"/>
                <a:gd name="connsiteY20" fmla="*/ 826037 h 1129195"/>
                <a:gd name="connsiteX21" fmla="*/ 1701758 w 7311873"/>
                <a:gd name="connsiteY21" fmla="*/ 543691 h 1129195"/>
                <a:gd name="connsiteX22" fmla="*/ 1436590 w 7311873"/>
                <a:gd name="connsiteY22" fmla="*/ 543691 h 1129195"/>
                <a:gd name="connsiteX23" fmla="*/ 1436590 w 7311873"/>
                <a:gd name="connsiteY23" fmla="*/ 815583 h 1129195"/>
                <a:gd name="connsiteX24" fmla="*/ 1043261 w 7311873"/>
                <a:gd name="connsiteY24" fmla="*/ 819004 h 1129195"/>
                <a:gd name="connsiteX25" fmla="*/ 1043261 w 7311873"/>
                <a:gd name="connsiteY25" fmla="*/ 470514 h 1129195"/>
                <a:gd name="connsiteX26" fmla="*/ 956014 w 7311873"/>
                <a:gd name="connsiteY26" fmla="*/ 348586 h 1129195"/>
                <a:gd name="connsiteX27" fmla="*/ 760682 w 7311873"/>
                <a:gd name="connsiteY27" fmla="*/ 348586 h 1129195"/>
                <a:gd name="connsiteX28" fmla="*/ 760682 w 7311873"/>
                <a:gd name="connsiteY28" fmla="*/ 759798 h 1129195"/>
                <a:gd name="connsiteX29" fmla="*/ 708352 w 7311873"/>
                <a:gd name="connsiteY29" fmla="*/ 759798 h 1129195"/>
                <a:gd name="connsiteX30" fmla="*/ 708352 w 7311873"/>
                <a:gd name="connsiteY30" fmla="*/ 658682 h 1129195"/>
                <a:gd name="connsiteX31" fmla="*/ 474581 w 7311873"/>
                <a:gd name="connsiteY31" fmla="*/ 658682 h 1129195"/>
                <a:gd name="connsiteX32" fmla="*/ 474581 w 7311873"/>
                <a:gd name="connsiteY32" fmla="*/ 523258 h 1129195"/>
                <a:gd name="connsiteX33" fmla="*/ 362881 w 7311873"/>
                <a:gd name="connsiteY33" fmla="*/ 523258 h 1129195"/>
                <a:gd name="connsiteX34" fmla="*/ 362881 w 7311873"/>
                <a:gd name="connsiteY34" fmla="*/ 338512 h 1129195"/>
                <a:gd name="connsiteX35" fmla="*/ 104754 w 7311873"/>
                <a:gd name="connsiteY35" fmla="*/ 338512 h 1129195"/>
                <a:gd name="connsiteX36" fmla="*/ 104754 w 7311873"/>
                <a:gd name="connsiteY36" fmla="*/ 829458 h 1129195"/>
                <a:gd name="connsiteX37" fmla="*/ -1 w 7311873"/>
                <a:gd name="connsiteY37" fmla="*/ 829458 h 1129195"/>
                <a:gd name="connsiteX38" fmla="*/ -1 w 7311873"/>
                <a:gd name="connsiteY38" fmla="*/ 711045 h 1129195"/>
                <a:gd name="connsiteX0" fmla="*/ 7311873 w 7311873"/>
                <a:gd name="connsiteY0" fmla="*/ 1129195 h 1129195"/>
                <a:gd name="connsiteX1" fmla="*/ 3477730 w 7311873"/>
                <a:gd name="connsiteY1" fmla="*/ 1129195 h 1129195"/>
                <a:gd name="connsiteX2" fmla="*/ 3477730 w 7311873"/>
                <a:gd name="connsiteY2" fmla="*/ 860819 h 1129195"/>
                <a:gd name="connsiteX3" fmla="*/ 3195150 w 7311873"/>
                <a:gd name="connsiteY3" fmla="*/ 860819 h 1129195"/>
                <a:gd name="connsiteX4" fmla="*/ 3195150 w 7311873"/>
                <a:gd name="connsiteY4" fmla="*/ 365977 h 1129195"/>
                <a:gd name="connsiteX5" fmla="*/ 3031121 w 7311873"/>
                <a:gd name="connsiteY5" fmla="*/ 365977 h 1129195"/>
                <a:gd name="connsiteX6" fmla="*/ 3031121 w 7311873"/>
                <a:gd name="connsiteY6" fmla="*/ 122025 h 1129195"/>
                <a:gd name="connsiteX7" fmla="*/ 2825323 w 7311873"/>
                <a:gd name="connsiteY7" fmla="*/ 122025 h 1129195"/>
                <a:gd name="connsiteX8" fmla="*/ 2825323 w 7311873"/>
                <a:gd name="connsiteY8" fmla="*/ 1 h 1129195"/>
                <a:gd name="connsiteX9" fmla="*/ 2514770 w 7311873"/>
                <a:gd name="connsiteY9" fmla="*/ 1 h 1129195"/>
                <a:gd name="connsiteX10" fmla="*/ 2514770 w 7311873"/>
                <a:gd name="connsiteY10" fmla="*/ 111571 h 1129195"/>
                <a:gd name="connsiteX11" fmla="*/ 2455495 w 7311873"/>
                <a:gd name="connsiteY11" fmla="*/ 188263 h 1129195"/>
                <a:gd name="connsiteX12" fmla="*/ 2455495 w 7311873"/>
                <a:gd name="connsiteY12" fmla="*/ 616867 h 1129195"/>
                <a:gd name="connsiteX13" fmla="*/ 2308877 w 7311873"/>
                <a:gd name="connsiteY13" fmla="*/ 616867 h 1129195"/>
                <a:gd name="connsiteX14" fmla="*/ 2308877 w 7311873"/>
                <a:gd name="connsiteY14" fmla="*/ 296222 h 1129195"/>
                <a:gd name="connsiteX15" fmla="*/ 2221724 w 7311873"/>
                <a:gd name="connsiteY15" fmla="*/ 188263 h 1129195"/>
                <a:gd name="connsiteX16" fmla="*/ 2120491 w 7311873"/>
                <a:gd name="connsiteY16" fmla="*/ 188263 h 1129195"/>
                <a:gd name="connsiteX17" fmla="*/ 2120491 w 7311873"/>
                <a:gd name="connsiteY17" fmla="*/ 69756 h 1129195"/>
                <a:gd name="connsiteX18" fmla="*/ 1893665 w 7311873"/>
                <a:gd name="connsiteY18" fmla="*/ 69756 h 1129195"/>
                <a:gd name="connsiteX19" fmla="*/ 1893665 w 7311873"/>
                <a:gd name="connsiteY19" fmla="*/ 826037 h 1129195"/>
                <a:gd name="connsiteX20" fmla="*/ 1701758 w 7311873"/>
                <a:gd name="connsiteY20" fmla="*/ 826037 h 1129195"/>
                <a:gd name="connsiteX21" fmla="*/ 1701758 w 7311873"/>
                <a:gd name="connsiteY21" fmla="*/ 543691 h 1129195"/>
                <a:gd name="connsiteX22" fmla="*/ 1436590 w 7311873"/>
                <a:gd name="connsiteY22" fmla="*/ 543691 h 1129195"/>
                <a:gd name="connsiteX23" fmla="*/ 1436590 w 7311873"/>
                <a:gd name="connsiteY23" fmla="*/ 815583 h 1129195"/>
                <a:gd name="connsiteX24" fmla="*/ 1043261 w 7311873"/>
                <a:gd name="connsiteY24" fmla="*/ 819004 h 1129195"/>
                <a:gd name="connsiteX25" fmla="*/ 1043261 w 7311873"/>
                <a:gd name="connsiteY25" fmla="*/ 470514 h 1129195"/>
                <a:gd name="connsiteX26" fmla="*/ 956014 w 7311873"/>
                <a:gd name="connsiteY26" fmla="*/ 348586 h 1129195"/>
                <a:gd name="connsiteX27" fmla="*/ 760682 w 7311873"/>
                <a:gd name="connsiteY27" fmla="*/ 348586 h 1129195"/>
                <a:gd name="connsiteX28" fmla="*/ 760682 w 7311873"/>
                <a:gd name="connsiteY28" fmla="*/ 759798 h 1129195"/>
                <a:gd name="connsiteX29" fmla="*/ 708352 w 7311873"/>
                <a:gd name="connsiteY29" fmla="*/ 759798 h 1129195"/>
                <a:gd name="connsiteX30" fmla="*/ 708352 w 7311873"/>
                <a:gd name="connsiteY30" fmla="*/ 658682 h 1129195"/>
                <a:gd name="connsiteX31" fmla="*/ 474581 w 7311873"/>
                <a:gd name="connsiteY31" fmla="*/ 658682 h 1129195"/>
                <a:gd name="connsiteX32" fmla="*/ 474581 w 7311873"/>
                <a:gd name="connsiteY32" fmla="*/ 523258 h 1129195"/>
                <a:gd name="connsiteX33" fmla="*/ 362881 w 7311873"/>
                <a:gd name="connsiteY33" fmla="*/ 523258 h 1129195"/>
                <a:gd name="connsiteX34" fmla="*/ 362881 w 7311873"/>
                <a:gd name="connsiteY34" fmla="*/ 338512 h 1129195"/>
                <a:gd name="connsiteX35" fmla="*/ 104754 w 7311873"/>
                <a:gd name="connsiteY35" fmla="*/ 338512 h 1129195"/>
                <a:gd name="connsiteX36" fmla="*/ 104754 w 7311873"/>
                <a:gd name="connsiteY36" fmla="*/ 829458 h 1129195"/>
                <a:gd name="connsiteX37" fmla="*/ -1 w 7311873"/>
                <a:gd name="connsiteY37" fmla="*/ 829458 h 1129195"/>
                <a:gd name="connsiteX0" fmla="*/ 7207120 w 7207120"/>
                <a:gd name="connsiteY0" fmla="*/ 1129195 h 1129195"/>
                <a:gd name="connsiteX1" fmla="*/ 3372977 w 7207120"/>
                <a:gd name="connsiteY1" fmla="*/ 1129195 h 1129195"/>
                <a:gd name="connsiteX2" fmla="*/ 3372977 w 7207120"/>
                <a:gd name="connsiteY2" fmla="*/ 860819 h 1129195"/>
                <a:gd name="connsiteX3" fmla="*/ 3090397 w 7207120"/>
                <a:gd name="connsiteY3" fmla="*/ 860819 h 1129195"/>
                <a:gd name="connsiteX4" fmla="*/ 3090397 w 7207120"/>
                <a:gd name="connsiteY4" fmla="*/ 365977 h 1129195"/>
                <a:gd name="connsiteX5" fmla="*/ 2926368 w 7207120"/>
                <a:gd name="connsiteY5" fmla="*/ 365977 h 1129195"/>
                <a:gd name="connsiteX6" fmla="*/ 2926368 w 7207120"/>
                <a:gd name="connsiteY6" fmla="*/ 122025 h 1129195"/>
                <a:gd name="connsiteX7" fmla="*/ 2720570 w 7207120"/>
                <a:gd name="connsiteY7" fmla="*/ 122025 h 1129195"/>
                <a:gd name="connsiteX8" fmla="*/ 2720570 w 7207120"/>
                <a:gd name="connsiteY8" fmla="*/ 1 h 1129195"/>
                <a:gd name="connsiteX9" fmla="*/ 2410017 w 7207120"/>
                <a:gd name="connsiteY9" fmla="*/ 1 h 1129195"/>
                <a:gd name="connsiteX10" fmla="*/ 2410017 w 7207120"/>
                <a:gd name="connsiteY10" fmla="*/ 111571 h 1129195"/>
                <a:gd name="connsiteX11" fmla="*/ 2350742 w 7207120"/>
                <a:gd name="connsiteY11" fmla="*/ 188263 h 1129195"/>
                <a:gd name="connsiteX12" fmla="*/ 2350742 w 7207120"/>
                <a:gd name="connsiteY12" fmla="*/ 616867 h 1129195"/>
                <a:gd name="connsiteX13" fmla="*/ 2204124 w 7207120"/>
                <a:gd name="connsiteY13" fmla="*/ 616867 h 1129195"/>
                <a:gd name="connsiteX14" fmla="*/ 2204124 w 7207120"/>
                <a:gd name="connsiteY14" fmla="*/ 296222 h 1129195"/>
                <a:gd name="connsiteX15" fmla="*/ 2116971 w 7207120"/>
                <a:gd name="connsiteY15" fmla="*/ 188263 h 1129195"/>
                <a:gd name="connsiteX16" fmla="*/ 2015738 w 7207120"/>
                <a:gd name="connsiteY16" fmla="*/ 188263 h 1129195"/>
                <a:gd name="connsiteX17" fmla="*/ 2015738 w 7207120"/>
                <a:gd name="connsiteY17" fmla="*/ 69756 h 1129195"/>
                <a:gd name="connsiteX18" fmla="*/ 1788912 w 7207120"/>
                <a:gd name="connsiteY18" fmla="*/ 69756 h 1129195"/>
                <a:gd name="connsiteX19" fmla="*/ 1788912 w 7207120"/>
                <a:gd name="connsiteY19" fmla="*/ 826037 h 1129195"/>
                <a:gd name="connsiteX20" fmla="*/ 1597005 w 7207120"/>
                <a:gd name="connsiteY20" fmla="*/ 826037 h 1129195"/>
                <a:gd name="connsiteX21" fmla="*/ 1597005 w 7207120"/>
                <a:gd name="connsiteY21" fmla="*/ 543691 h 1129195"/>
                <a:gd name="connsiteX22" fmla="*/ 1331837 w 7207120"/>
                <a:gd name="connsiteY22" fmla="*/ 543691 h 1129195"/>
                <a:gd name="connsiteX23" fmla="*/ 1331837 w 7207120"/>
                <a:gd name="connsiteY23" fmla="*/ 815583 h 1129195"/>
                <a:gd name="connsiteX24" fmla="*/ 938508 w 7207120"/>
                <a:gd name="connsiteY24" fmla="*/ 819004 h 1129195"/>
                <a:gd name="connsiteX25" fmla="*/ 938508 w 7207120"/>
                <a:gd name="connsiteY25" fmla="*/ 470514 h 1129195"/>
                <a:gd name="connsiteX26" fmla="*/ 851261 w 7207120"/>
                <a:gd name="connsiteY26" fmla="*/ 348586 h 1129195"/>
                <a:gd name="connsiteX27" fmla="*/ 655929 w 7207120"/>
                <a:gd name="connsiteY27" fmla="*/ 348586 h 1129195"/>
                <a:gd name="connsiteX28" fmla="*/ 655929 w 7207120"/>
                <a:gd name="connsiteY28" fmla="*/ 759798 h 1129195"/>
                <a:gd name="connsiteX29" fmla="*/ 603599 w 7207120"/>
                <a:gd name="connsiteY29" fmla="*/ 759798 h 1129195"/>
                <a:gd name="connsiteX30" fmla="*/ 603599 w 7207120"/>
                <a:gd name="connsiteY30" fmla="*/ 658682 h 1129195"/>
                <a:gd name="connsiteX31" fmla="*/ 369828 w 7207120"/>
                <a:gd name="connsiteY31" fmla="*/ 658682 h 1129195"/>
                <a:gd name="connsiteX32" fmla="*/ 369828 w 7207120"/>
                <a:gd name="connsiteY32" fmla="*/ 523258 h 1129195"/>
                <a:gd name="connsiteX33" fmla="*/ 258128 w 7207120"/>
                <a:gd name="connsiteY33" fmla="*/ 523258 h 1129195"/>
                <a:gd name="connsiteX34" fmla="*/ 258128 w 7207120"/>
                <a:gd name="connsiteY34" fmla="*/ 338512 h 1129195"/>
                <a:gd name="connsiteX35" fmla="*/ 1 w 7207120"/>
                <a:gd name="connsiteY35" fmla="*/ 338512 h 1129195"/>
                <a:gd name="connsiteX36" fmla="*/ 1 w 7207120"/>
                <a:gd name="connsiteY36" fmla="*/ 829458 h 1129195"/>
                <a:gd name="connsiteX0" fmla="*/ 7207120 w 7207120"/>
                <a:gd name="connsiteY0" fmla="*/ 1129195 h 1129195"/>
                <a:gd name="connsiteX1" fmla="*/ 3372977 w 7207120"/>
                <a:gd name="connsiteY1" fmla="*/ 1129195 h 1129195"/>
                <a:gd name="connsiteX2" fmla="*/ 3372977 w 7207120"/>
                <a:gd name="connsiteY2" fmla="*/ 860819 h 1129195"/>
                <a:gd name="connsiteX3" fmla="*/ 3090397 w 7207120"/>
                <a:gd name="connsiteY3" fmla="*/ 860819 h 1129195"/>
                <a:gd name="connsiteX4" fmla="*/ 3090397 w 7207120"/>
                <a:gd name="connsiteY4" fmla="*/ 365977 h 1129195"/>
                <a:gd name="connsiteX5" fmla="*/ 2926368 w 7207120"/>
                <a:gd name="connsiteY5" fmla="*/ 365977 h 1129195"/>
                <a:gd name="connsiteX6" fmla="*/ 2926368 w 7207120"/>
                <a:gd name="connsiteY6" fmla="*/ 122025 h 1129195"/>
                <a:gd name="connsiteX7" fmla="*/ 2720570 w 7207120"/>
                <a:gd name="connsiteY7" fmla="*/ 122025 h 1129195"/>
                <a:gd name="connsiteX8" fmla="*/ 2720570 w 7207120"/>
                <a:gd name="connsiteY8" fmla="*/ 1 h 1129195"/>
                <a:gd name="connsiteX9" fmla="*/ 2410017 w 7207120"/>
                <a:gd name="connsiteY9" fmla="*/ 1 h 1129195"/>
                <a:gd name="connsiteX10" fmla="*/ 2410017 w 7207120"/>
                <a:gd name="connsiteY10" fmla="*/ 111571 h 1129195"/>
                <a:gd name="connsiteX11" fmla="*/ 2350742 w 7207120"/>
                <a:gd name="connsiteY11" fmla="*/ 188263 h 1129195"/>
                <a:gd name="connsiteX12" fmla="*/ 2350742 w 7207120"/>
                <a:gd name="connsiteY12" fmla="*/ 616867 h 1129195"/>
                <a:gd name="connsiteX13" fmla="*/ 2204124 w 7207120"/>
                <a:gd name="connsiteY13" fmla="*/ 616867 h 1129195"/>
                <a:gd name="connsiteX14" fmla="*/ 2204124 w 7207120"/>
                <a:gd name="connsiteY14" fmla="*/ 296222 h 1129195"/>
                <a:gd name="connsiteX15" fmla="*/ 2116971 w 7207120"/>
                <a:gd name="connsiteY15" fmla="*/ 188263 h 1129195"/>
                <a:gd name="connsiteX16" fmla="*/ 2015738 w 7207120"/>
                <a:gd name="connsiteY16" fmla="*/ 188263 h 1129195"/>
                <a:gd name="connsiteX17" fmla="*/ 2015738 w 7207120"/>
                <a:gd name="connsiteY17" fmla="*/ 69756 h 1129195"/>
                <a:gd name="connsiteX18" fmla="*/ 1788912 w 7207120"/>
                <a:gd name="connsiteY18" fmla="*/ 69756 h 1129195"/>
                <a:gd name="connsiteX19" fmla="*/ 1788912 w 7207120"/>
                <a:gd name="connsiteY19" fmla="*/ 826037 h 1129195"/>
                <a:gd name="connsiteX20" fmla="*/ 1597005 w 7207120"/>
                <a:gd name="connsiteY20" fmla="*/ 826037 h 1129195"/>
                <a:gd name="connsiteX21" fmla="*/ 1597005 w 7207120"/>
                <a:gd name="connsiteY21" fmla="*/ 543691 h 1129195"/>
                <a:gd name="connsiteX22" fmla="*/ 1331837 w 7207120"/>
                <a:gd name="connsiteY22" fmla="*/ 543691 h 1129195"/>
                <a:gd name="connsiteX23" fmla="*/ 1331837 w 7207120"/>
                <a:gd name="connsiteY23" fmla="*/ 815583 h 1129195"/>
                <a:gd name="connsiteX24" fmla="*/ 938508 w 7207120"/>
                <a:gd name="connsiteY24" fmla="*/ 819004 h 1129195"/>
                <a:gd name="connsiteX25" fmla="*/ 938508 w 7207120"/>
                <a:gd name="connsiteY25" fmla="*/ 470514 h 1129195"/>
                <a:gd name="connsiteX26" fmla="*/ 851261 w 7207120"/>
                <a:gd name="connsiteY26" fmla="*/ 348586 h 1129195"/>
                <a:gd name="connsiteX27" fmla="*/ 655929 w 7207120"/>
                <a:gd name="connsiteY27" fmla="*/ 348586 h 1129195"/>
                <a:gd name="connsiteX28" fmla="*/ 655929 w 7207120"/>
                <a:gd name="connsiteY28" fmla="*/ 759798 h 1129195"/>
                <a:gd name="connsiteX29" fmla="*/ 603599 w 7207120"/>
                <a:gd name="connsiteY29" fmla="*/ 759798 h 1129195"/>
                <a:gd name="connsiteX30" fmla="*/ 603599 w 7207120"/>
                <a:gd name="connsiteY30" fmla="*/ 658682 h 1129195"/>
                <a:gd name="connsiteX31" fmla="*/ 369828 w 7207120"/>
                <a:gd name="connsiteY31" fmla="*/ 658682 h 1129195"/>
                <a:gd name="connsiteX32" fmla="*/ 369828 w 7207120"/>
                <a:gd name="connsiteY32" fmla="*/ 523258 h 1129195"/>
                <a:gd name="connsiteX33" fmla="*/ 258128 w 7207120"/>
                <a:gd name="connsiteY33" fmla="*/ 523258 h 1129195"/>
                <a:gd name="connsiteX34" fmla="*/ 258128 w 7207120"/>
                <a:gd name="connsiteY34" fmla="*/ 338512 h 1129195"/>
                <a:gd name="connsiteX35" fmla="*/ 1 w 7207120"/>
                <a:gd name="connsiteY35" fmla="*/ 338512 h 1129195"/>
                <a:gd name="connsiteX0" fmla="*/ 6948991 w 6948991"/>
                <a:gd name="connsiteY0" fmla="*/ 1129195 h 1129195"/>
                <a:gd name="connsiteX1" fmla="*/ 3114848 w 6948991"/>
                <a:gd name="connsiteY1" fmla="*/ 1129195 h 1129195"/>
                <a:gd name="connsiteX2" fmla="*/ 3114848 w 6948991"/>
                <a:gd name="connsiteY2" fmla="*/ 860819 h 1129195"/>
                <a:gd name="connsiteX3" fmla="*/ 2832268 w 6948991"/>
                <a:gd name="connsiteY3" fmla="*/ 860819 h 1129195"/>
                <a:gd name="connsiteX4" fmla="*/ 2832268 w 6948991"/>
                <a:gd name="connsiteY4" fmla="*/ 365977 h 1129195"/>
                <a:gd name="connsiteX5" fmla="*/ 2668239 w 6948991"/>
                <a:gd name="connsiteY5" fmla="*/ 365977 h 1129195"/>
                <a:gd name="connsiteX6" fmla="*/ 2668239 w 6948991"/>
                <a:gd name="connsiteY6" fmla="*/ 122025 h 1129195"/>
                <a:gd name="connsiteX7" fmla="*/ 2462441 w 6948991"/>
                <a:gd name="connsiteY7" fmla="*/ 122025 h 1129195"/>
                <a:gd name="connsiteX8" fmla="*/ 2462441 w 6948991"/>
                <a:gd name="connsiteY8" fmla="*/ 1 h 1129195"/>
                <a:gd name="connsiteX9" fmla="*/ 2151888 w 6948991"/>
                <a:gd name="connsiteY9" fmla="*/ 1 h 1129195"/>
                <a:gd name="connsiteX10" fmla="*/ 2151888 w 6948991"/>
                <a:gd name="connsiteY10" fmla="*/ 111571 h 1129195"/>
                <a:gd name="connsiteX11" fmla="*/ 2092613 w 6948991"/>
                <a:gd name="connsiteY11" fmla="*/ 188263 h 1129195"/>
                <a:gd name="connsiteX12" fmla="*/ 2092613 w 6948991"/>
                <a:gd name="connsiteY12" fmla="*/ 616867 h 1129195"/>
                <a:gd name="connsiteX13" fmla="*/ 1945995 w 6948991"/>
                <a:gd name="connsiteY13" fmla="*/ 616867 h 1129195"/>
                <a:gd name="connsiteX14" fmla="*/ 1945995 w 6948991"/>
                <a:gd name="connsiteY14" fmla="*/ 296222 h 1129195"/>
                <a:gd name="connsiteX15" fmla="*/ 1858842 w 6948991"/>
                <a:gd name="connsiteY15" fmla="*/ 188263 h 1129195"/>
                <a:gd name="connsiteX16" fmla="*/ 1757609 w 6948991"/>
                <a:gd name="connsiteY16" fmla="*/ 188263 h 1129195"/>
                <a:gd name="connsiteX17" fmla="*/ 1757609 w 6948991"/>
                <a:gd name="connsiteY17" fmla="*/ 69756 h 1129195"/>
                <a:gd name="connsiteX18" fmla="*/ 1530783 w 6948991"/>
                <a:gd name="connsiteY18" fmla="*/ 69756 h 1129195"/>
                <a:gd name="connsiteX19" fmla="*/ 1530783 w 6948991"/>
                <a:gd name="connsiteY19" fmla="*/ 826037 h 1129195"/>
                <a:gd name="connsiteX20" fmla="*/ 1338876 w 6948991"/>
                <a:gd name="connsiteY20" fmla="*/ 826037 h 1129195"/>
                <a:gd name="connsiteX21" fmla="*/ 1338876 w 6948991"/>
                <a:gd name="connsiteY21" fmla="*/ 543691 h 1129195"/>
                <a:gd name="connsiteX22" fmla="*/ 1073708 w 6948991"/>
                <a:gd name="connsiteY22" fmla="*/ 543691 h 1129195"/>
                <a:gd name="connsiteX23" fmla="*/ 1073708 w 6948991"/>
                <a:gd name="connsiteY23" fmla="*/ 815583 h 1129195"/>
                <a:gd name="connsiteX24" fmla="*/ 680379 w 6948991"/>
                <a:gd name="connsiteY24" fmla="*/ 819004 h 1129195"/>
                <a:gd name="connsiteX25" fmla="*/ 680379 w 6948991"/>
                <a:gd name="connsiteY25" fmla="*/ 470514 h 1129195"/>
                <a:gd name="connsiteX26" fmla="*/ 593132 w 6948991"/>
                <a:gd name="connsiteY26" fmla="*/ 348586 h 1129195"/>
                <a:gd name="connsiteX27" fmla="*/ 397800 w 6948991"/>
                <a:gd name="connsiteY27" fmla="*/ 348586 h 1129195"/>
                <a:gd name="connsiteX28" fmla="*/ 397800 w 6948991"/>
                <a:gd name="connsiteY28" fmla="*/ 759798 h 1129195"/>
                <a:gd name="connsiteX29" fmla="*/ 345470 w 6948991"/>
                <a:gd name="connsiteY29" fmla="*/ 759798 h 1129195"/>
                <a:gd name="connsiteX30" fmla="*/ 345470 w 6948991"/>
                <a:gd name="connsiteY30" fmla="*/ 658682 h 1129195"/>
                <a:gd name="connsiteX31" fmla="*/ 111699 w 6948991"/>
                <a:gd name="connsiteY31" fmla="*/ 658682 h 1129195"/>
                <a:gd name="connsiteX32" fmla="*/ 111699 w 6948991"/>
                <a:gd name="connsiteY32" fmla="*/ 523258 h 1129195"/>
                <a:gd name="connsiteX33" fmla="*/ -1 w 6948991"/>
                <a:gd name="connsiteY33" fmla="*/ 523258 h 1129195"/>
                <a:gd name="connsiteX34" fmla="*/ -1 w 6948991"/>
                <a:gd name="connsiteY34" fmla="*/ 338512 h 1129195"/>
                <a:gd name="connsiteX0" fmla="*/ 6948991 w 6948991"/>
                <a:gd name="connsiteY0" fmla="*/ 1129195 h 1129195"/>
                <a:gd name="connsiteX1" fmla="*/ 3114848 w 6948991"/>
                <a:gd name="connsiteY1" fmla="*/ 1129195 h 1129195"/>
                <a:gd name="connsiteX2" fmla="*/ 3114848 w 6948991"/>
                <a:gd name="connsiteY2" fmla="*/ 860819 h 1129195"/>
                <a:gd name="connsiteX3" fmla="*/ 2832268 w 6948991"/>
                <a:gd name="connsiteY3" fmla="*/ 860819 h 1129195"/>
                <a:gd name="connsiteX4" fmla="*/ 2832268 w 6948991"/>
                <a:gd name="connsiteY4" fmla="*/ 365977 h 1129195"/>
                <a:gd name="connsiteX5" fmla="*/ 2668239 w 6948991"/>
                <a:gd name="connsiteY5" fmla="*/ 365977 h 1129195"/>
                <a:gd name="connsiteX6" fmla="*/ 2668239 w 6948991"/>
                <a:gd name="connsiteY6" fmla="*/ 122025 h 1129195"/>
                <a:gd name="connsiteX7" fmla="*/ 2462441 w 6948991"/>
                <a:gd name="connsiteY7" fmla="*/ 122025 h 1129195"/>
                <a:gd name="connsiteX8" fmla="*/ 2462441 w 6948991"/>
                <a:gd name="connsiteY8" fmla="*/ 1 h 1129195"/>
                <a:gd name="connsiteX9" fmla="*/ 2151888 w 6948991"/>
                <a:gd name="connsiteY9" fmla="*/ 1 h 1129195"/>
                <a:gd name="connsiteX10" fmla="*/ 2151888 w 6948991"/>
                <a:gd name="connsiteY10" fmla="*/ 111571 h 1129195"/>
                <a:gd name="connsiteX11" fmla="*/ 2092613 w 6948991"/>
                <a:gd name="connsiteY11" fmla="*/ 188263 h 1129195"/>
                <a:gd name="connsiteX12" fmla="*/ 2092613 w 6948991"/>
                <a:gd name="connsiteY12" fmla="*/ 616867 h 1129195"/>
                <a:gd name="connsiteX13" fmla="*/ 1945995 w 6948991"/>
                <a:gd name="connsiteY13" fmla="*/ 616867 h 1129195"/>
                <a:gd name="connsiteX14" fmla="*/ 1945995 w 6948991"/>
                <a:gd name="connsiteY14" fmla="*/ 296222 h 1129195"/>
                <a:gd name="connsiteX15" fmla="*/ 1858842 w 6948991"/>
                <a:gd name="connsiteY15" fmla="*/ 188263 h 1129195"/>
                <a:gd name="connsiteX16" fmla="*/ 1757609 w 6948991"/>
                <a:gd name="connsiteY16" fmla="*/ 188263 h 1129195"/>
                <a:gd name="connsiteX17" fmla="*/ 1757609 w 6948991"/>
                <a:gd name="connsiteY17" fmla="*/ 69756 h 1129195"/>
                <a:gd name="connsiteX18" fmla="*/ 1530783 w 6948991"/>
                <a:gd name="connsiteY18" fmla="*/ 69756 h 1129195"/>
                <a:gd name="connsiteX19" fmla="*/ 1530783 w 6948991"/>
                <a:gd name="connsiteY19" fmla="*/ 826037 h 1129195"/>
                <a:gd name="connsiteX20" fmla="*/ 1338876 w 6948991"/>
                <a:gd name="connsiteY20" fmla="*/ 826037 h 1129195"/>
                <a:gd name="connsiteX21" fmla="*/ 1338876 w 6948991"/>
                <a:gd name="connsiteY21" fmla="*/ 543691 h 1129195"/>
                <a:gd name="connsiteX22" fmla="*/ 1073708 w 6948991"/>
                <a:gd name="connsiteY22" fmla="*/ 543691 h 1129195"/>
                <a:gd name="connsiteX23" fmla="*/ 1073708 w 6948991"/>
                <a:gd name="connsiteY23" fmla="*/ 815583 h 1129195"/>
                <a:gd name="connsiteX24" fmla="*/ 680379 w 6948991"/>
                <a:gd name="connsiteY24" fmla="*/ 819004 h 1129195"/>
                <a:gd name="connsiteX25" fmla="*/ 680379 w 6948991"/>
                <a:gd name="connsiteY25" fmla="*/ 470514 h 1129195"/>
                <a:gd name="connsiteX26" fmla="*/ 593132 w 6948991"/>
                <a:gd name="connsiteY26" fmla="*/ 348586 h 1129195"/>
                <a:gd name="connsiteX27" fmla="*/ 397800 w 6948991"/>
                <a:gd name="connsiteY27" fmla="*/ 348586 h 1129195"/>
                <a:gd name="connsiteX28" fmla="*/ 397800 w 6948991"/>
                <a:gd name="connsiteY28" fmla="*/ 759798 h 1129195"/>
                <a:gd name="connsiteX29" fmla="*/ 345470 w 6948991"/>
                <a:gd name="connsiteY29" fmla="*/ 759798 h 1129195"/>
                <a:gd name="connsiteX30" fmla="*/ 345470 w 6948991"/>
                <a:gd name="connsiteY30" fmla="*/ 658682 h 1129195"/>
                <a:gd name="connsiteX31" fmla="*/ 111699 w 6948991"/>
                <a:gd name="connsiteY31" fmla="*/ 658682 h 1129195"/>
                <a:gd name="connsiteX32" fmla="*/ 111699 w 6948991"/>
                <a:gd name="connsiteY32" fmla="*/ 523258 h 1129195"/>
                <a:gd name="connsiteX33" fmla="*/ -1 w 6948991"/>
                <a:gd name="connsiteY33" fmla="*/ 523258 h 1129195"/>
                <a:gd name="connsiteX0" fmla="*/ 6837292 w 6837292"/>
                <a:gd name="connsiteY0" fmla="*/ 1129195 h 1129195"/>
                <a:gd name="connsiteX1" fmla="*/ 3003149 w 6837292"/>
                <a:gd name="connsiteY1" fmla="*/ 1129195 h 1129195"/>
                <a:gd name="connsiteX2" fmla="*/ 3003149 w 6837292"/>
                <a:gd name="connsiteY2" fmla="*/ 860819 h 1129195"/>
                <a:gd name="connsiteX3" fmla="*/ 2720569 w 6837292"/>
                <a:gd name="connsiteY3" fmla="*/ 860819 h 1129195"/>
                <a:gd name="connsiteX4" fmla="*/ 2720569 w 6837292"/>
                <a:gd name="connsiteY4" fmla="*/ 365977 h 1129195"/>
                <a:gd name="connsiteX5" fmla="*/ 2556540 w 6837292"/>
                <a:gd name="connsiteY5" fmla="*/ 365977 h 1129195"/>
                <a:gd name="connsiteX6" fmla="*/ 2556540 w 6837292"/>
                <a:gd name="connsiteY6" fmla="*/ 122025 h 1129195"/>
                <a:gd name="connsiteX7" fmla="*/ 2350742 w 6837292"/>
                <a:gd name="connsiteY7" fmla="*/ 122025 h 1129195"/>
                <a:gd name="connsiteX8" fmla="*/ 2350742 w 6837292"/>
                <a:gd name="connsiteY8" fmla="*/ 1 h 1129195"/>
                <a:gd name="connsiteX9" fmla="*/ 2040189 w 6837292"/>
                <a:gd name="connsiteY9" fmla="*/ 1 h 1129195"/>
                <a:gd name="connsiteX10" fmla="*/ 2040189 w 6837292"/>
                <a:gd name="connsiteY10" fmla="*/ 111571 h 1129195"/>
                <a:gd name="connsiteX11" fmla="*/ 1980914 w 6837292"/>
                <a:gd name="connsiteY11" fmla="*/ 188263 h 1129195"/>
                <a:gd name="connsiteX12" fmla="*/ 1980914 w 6837292"/>
                <a:gd name="connsiteY12" fmla="*/ 616867 h 1129195"/>
                <a:gd name="connsiteX13" fmla="*/ 1834296 w 6837292"/>
                <a:gd name="connsiteY13" fmla="*/ 616867 h 1129195"/>
                <a:gd name="connsiteX14" fmla="*/ 1834296 w 6837292"/>
                <a:gd name="connsiteY14" fmla="*/ 296222 h 1129195"/>
                <a:gd name="connsiteX15" fmla="*/ 1747143 w 6837292"/>
                <a:gd name="connsiteY15" fmla="*/ 188263 h 1129195"/>
                <a:gd name="connsiteX16" fmla="*/ 1645910 w 6837292"/>
                <a:gd name="connsiteY16" fmla="*/ 188263 h 1129195"/>
                <a:gd name="connsiteX17" fmla="*/ 1645910 w 6837292"/>
                <a:gd name="connsiteY17" fmla="*/ 69756 h 1129195"/>
                <a:gd name="connsiteX18" fmla="*/ 1419084 w 6837292"/>
                <a:gd name="connsiteY18" fmla="*/ 69756 h 1129195"/>
                <a:gd name="connsiteX19" fmla="*/ 1419084 w 6837292"/>
                <a:gd name="connsiteY19" fmla="*/ 826037 h 1129195"/>
                <a:gd name="connsiteX20" fmla="*/ 1227177 w 6837292"/>
                <a:gd name="connsiteY20" fmla="*/ 826037 h 1129195"/>
                <a:gd name="connsiteX21" fmla="*/ 1227177 w 6837292"/>
                <a:gd name="connsiteY21" fmla="*/ 543691 h 1129195"/>
                <a:gd name="connsiteX22" fmla="*/ 962009 w 6837292"/>
                <a:gd name="connsiteY22" fmla="*/ 543691 h 1129195"/>
                <a:gd name="connsiteX23" fmla="*/ 962009 w 6837292"/>
                <a:gd name="connsiteY23" fmla="*/ 815583 h 1129195"/>
                <a:gd name="connsiteX24" fmla="*/ 568680 w 6837292"/>
                <a:gd name="connsiteY24" fmla="*/ 819004 h 1129195"/>
                <a:gd name="connsiteX25" fmla="*/ 568680 w 6837292"/>
                <a:gd name="connsiteY25" fmla="*/ 470514 h 1129195"/>
                <a:gd name="connsiteX26" fmla="*/ 481433 w 6837292"/>
                <a:gd name="connsiteY26" fmla="*/ 348586 h 1129195"/>
                <a:gd name="connsiteX27" fmla="*/ 286101 w 6837292"/>
                <a:gd name="connsiteY27" fmla="*/ 348586 h 1129195"/>
                <a:gd name="connsiteX28" fmla="*/ 286101 w 6837292"/>
                <a:gd name="connsiteY28" fmla="*/ 759798 h 1129195"/>
                <a:gd name="connsiteX29" fmla="*/ 233771 w 6837292"/>
                <a:gd name="connsiteY29" fmla="*/ 759798 h 1129195"/>
                <a:gd name="connsiteX30" fmla="*/ 233771 w 6837292"/>
                <a:gd name="connsiteY30" fmla="*/ 658682 h 1129195"/>
                <a:gd name="connsiteX31" fmla="*/ 0 w 6837292"/>
                <a:gd name="connsiteY31" fmla="*/ 658682 h 1129195"/>
                <a:gd name="connsiteX32" fmla="*/ 0 w 6837292"/>
                <a:gd name="connsiteY32" fmla="*/ 523258 h 1129195"/>
                <a:gd name="connsiteX0" fmla="*/ 6837292 w 6837292"/>
                <a:gd name="connsiteY0" fmla="*/ 1129195 h 1129195"/>
                <a:gd name="connsiteX1" fmla="*/ 3003149 w 6837292"/>
                <a:gd name="connsiteY1" fmla="*/ 1129195 h 1129195"/>
                <a:gd name="connsiteX2" fmla="*/ 3003149 w 6837292"/>
                <a:gd name="connsiteY2" fmla="*/ 860819 h 1129195"/>
                <a:gd name="connsiteX3" fmla="*/ 2720569 w 6837292"/>
                <a:gd name="connsiteY3" fmla="*/ 860819 h 1129195"/>
                <a:gd name="connsiteX4" fmla="*/ 2720569 w 6837292"/>
                <a:gd name="connsiteY4" fmla="*/ 365977 h 1129195"/>
                <a:gd name="connsiteX5" fmla="*/ 2556540 w 6837292"/>
                <a:gd name="connsiteY5" fmla="*/ 365977 h 1129195"/>
                <a:gd name="connsiteX6" fmla="*/ 2556540 w 6837292"/>
                <a:gd name="connsiteY6" fmla="*/ 122025 h 1129195"/>
                <a:gd name="connsiteX7" fmla="*/ 2350742 w 6837292"/>
                <a:gd name="connsiteY7" fmla="*/ 122025 h 1129195"/>
                <a:gd name="connsiteX8" fmla="*/ 2350742 w 6837292"/>
                <a:gd name="connsiteY8" fmla="*/ 1 h 1129195"/>
                <a:gd name="connsiteX9" fmla="*/ 2040189 w 6837292"/>
                <a:gd name="connsiteY9" fmla="*/ 1 h 1129195"/>
                <a:gd name="connsiteX10" fmla="*/ 2040189 w 6837292"/>
                <a:gd name="connsiteY10" fmla="*/ 111571 h 1129195"/>
                <a:gd name="connsiteX11" fmla="*/ 1980914 w 6837292"/>
                <a:gd name="connsiteY11" fmla="*/ 188263 h 1129195"/>
                <a:gd name="connsiteX12" fmla="*/ 1980914 w 6837292"/>
                <a:gd name="connsiteY12" fmla="*/ 616867 h 1129195"/>
                <a:gd name="connsiteX13" fmla="*/ 1834296 w 6837292"/>
                <a:gd name="connsiteY13" fmla="*/ 616867 h 1129195"/>
                <a:gd name="connsiteX14" fmla="*/ 1834296 w 6837292"/>
                <a:gd name="connsiteY14" fmla="*/ 296222 h 1129195"/>
                <a:gd name="connsiteX15" fmla="*/ 1747143 w 6837292"/>
                <a:gd name="connsiteY15" fmla="*/ 188263 h 1129195"/>
                <a:gd name="connsiteX16" fmla="*/ 1645910 w 6837292"/>
                <a:gd name="connsiteY16" fmla="*/ 188263 h 1129195"/>
                <a:gd name="connsiteX17" fmla="*/ 1645910 w 6837292"/>
                <a:gd name="connsiteY17" fmla="*/ 69756 h 1129195"/>
                <a:gd name="connsiteX18" fmla="*/ 1419084 w 6837292"/>
                <a:gd name="connsiteY18" fmla="*/ 69756 h 1129195"/>
                <a:gd name="connsiteX19" fmla="*/ 1419084 w 6837292"/>
                <a:gd name="connsiteY19" fmla="*/ 826037 h 1129195"/>
                <a:gd name="connsiteX20" fmla="*/ 1227177 w 6837292"/>
                <a:gd name="connsiteY20" fmla="*/ 826037 h 1129195"/>
                <a:gd name="connsiteX21" fmla="*/ 1227177 w 6837292"/>
                <a:gd name="connsiteY21" fmla="*/ 543691 h 1129195"/>
                <a:gd name="connsiteX22" fmla="*/ 962009 w 6837292"/>
                <a:gd name="connsiteY22" fmla="*/ 543691 h 1129195"/>
                <a:gd name="connsiteX23" fmla="*/ 962009 w 6837292"/>
                <a:gd name="connsiteY23" fmla="*/ 815583 h 1129195"/>
                <a:gd name="connsiteX24" fmla="*/ 568680 w 6837292"/>
                <a:gd name="connsiteY24" fmla="*/ 819004 h 1129195"/>
                <a:gd name="connsiteX25" fmla="*/ 568680 w 6837292"/>
                <a:gd name="connsiteY25" fmla="*/ 470514 h 1129195"/>
                <a:gd name="connsiteX26" fmla="*/ 481433 w 6837292"/>
                <a:gd name="connsiteY26" fmla="*/ 348586 h 1129195"/>
                <a:gd name="connsiteX27" fmla="*/ 286101 w 6837292"/>
                <a:gd name="connsiteY27" fmla="*/ 348586 h 1129195"/>
                <a:gd name="connsiteX28" fmla="*/ 286101 w 6837292"/>
                <a:gd name="connsiteY28" fmla="*/ 759798 h 1129195"/>
                <a:gd name="connsiteX29" fmla="*/ 233771 w 6837292"/>
                <a:gd name="connsiteY29" fmla="*/ 759798 h 1129195"/>
                <a:gd name="connsiteX30" fmla="*/ 233771 w 6837292"/>
                <a:gd name="connsiteY30" fmla="*/ 658682 h 1129195"/>
                <a:gd name="connsiteX31" fmla="*/ 0 w 6837292"/>
                <a:gd name="connsiteY31" fmla="*/ 658682 h 1129195"/>
                <a:gd name="connsiteX0" fmla="*/ 6603520 w 6603520"/>
                <a:gd name="connsiteY0" fmla="*/ 1129195 h 1129195"/>
                <a:gd name="connsiteX1" fmla="*/ 2769377 w 6603520"/>
                <a:gd name="connsiteY1" fmla="*/ 1129195 h 1129195"/>
                <a:gd name="connsiteX2" fmla="*/ 2769377 w 6603520"/>
                <a:gd name="connsiteY2" fmla="*/ 860819 h 1129195"/>
                <a:gd name="connsiteX3" fmla="*/ 2486797 w 6603520"/>
                <a:gd name="connsiteY3" fmla="*/ 860819 h 1129195"/>
                <a:gd name="connsiteX4" fmla="*/ 2486797 w 6603520"/>
                <a:gd name="connsiteY4" fmla="*/ 365977 h 1129195"/>
                <a:gd name="connsiteX5" fmla="*/ 2322768 w 6603520"/>
                <a:gd name="connsiteY5" fmla="*/ 365977 h 1129195"/>
                <a:gd name="connsiteX6" fmla="*/ 2322768 w 6603520"/>
                <a:gd name="connsiteY6" fmla="*/ 122025 h 1129195"/>
                <a:gd name="connsiteX7" fmla="*/ 2116970 w 6603520"/>
                <a:gd name="connsiteY7" fmla="*/ 122025 h 1129195"/>
                <a:gd name="connsiteX8" fmla="*/ 2116970 w 6603520"/>
                <a:gd name="connsiteY8" fmla="*/ 1 h 1129195"/>
                <a:gd name="connsiteX9" fmla="*/ 1806417 w 6603520"/>
                <a:gd name="connsiteY9" fmla="*/ 1 h 1129195"/>
                <a:gd name="connsiteX10" fmla="*/ 1806417 w 6603520"/>
                <a:gd name="connsiteY10" fmla="*/ 111571 h 1129195"/>
                <a:gd name="connsiteX11" fmla="*/ 1747142 w 6603520"/>
                <a:gd name="connsiteY11" fmla="*/ 188263 h 1129195"/>
                <a:gd name="connsiteX12" fmla="*/ 1747142 w 6603520"/>
                <a:gd name="connsiteY12" fmla="*/ 616867 h 1129195"/>
                <a:gd name="connsiteX13" fmla="*/ 1600524 w 6603520"/>
                <a:gd name="connsiteY13" fmla="*/ 616867 h 1129195"/>
                <a:gd name="connsiteX14" fmla="*/ 1600524 w 6603520"/>
                <a:gd name="connsiteY14" fmla="*/ 296222 h 1129195"/>
                <a:gd name="connsiteX15" fmla="*/ 1513371 w 6603520"/>
                <a:gd name="connsiteY15" fmla="*/ 188263 h 1129195"/>
                <a:gd name="connsiteX16" fmla="*/ 1412138 w 6603520"/>
                <a:gd name="connsiteY16" fmla="*/ 188263 h 1129195"/>
                <a:gd name="connsiteX17" fmla="*/ 1412138 w 6603520"/>
                <a:gd name="connsiteY17" fmla="*/ 69756 h 1129195"/>
                <a:gd name="connsiteX18" fmla="*/ 1185312 w 6603520"/>
                <a:gd name="connsiteY18" fmla="*/ 69756 h 1129195"/>
                <a:gd name="connsiteX19" fmla="*/ 1185312 w 6603520"/>
                <a:gd name="connsiteY19" fmla="*/ 826037 h 1129195"/>
                <a:gd name="connsiteX20" fmla="*/ 993405 w 6603520"/>
                <a:gd name="connsiteY20" fmla="*/ 826037 h 1129195"/>
                <a:gd name="connsiteX21" fmla="*/ 993405 w 6603520"/>
                <a:gd name="connsiteY21" fmla="*/ 543691 h 1129195"/>
                <a:gd name="connsiteX22" fmla="*/ 728237 w 6603520"/>
                <a:gd name="connsiteY22" fmla="*/ 543691 h 1129195"/>
                <a:gd name="connsiteX23" fmla="*/ 728237 w 6603520"/>
                <a:gd name="connsiteY23" fmla="*/ 815583 h 1129195"/>
                <a:gd name="connsiteX24" fmla="*/ 334908 w 6603520"/>
                <a:gd name="connsiteY24" fmla="*/ 819004 h 1129195"/>
                <a:gd name="connsiteX25" fmla="*/ 334908 w 6603520"/>
                <a:gd name="connsiteY25" fmla="*/ 470514 h 1129195"/>
                <a:gd name="connsiteX26" fmla="*/ 247661 w 6603520"/>
                <a:gd name="connsiteY26" fmla="*/ 348586 h 1129195"/>
                <a:gd name="connsiteX27" fmla="*/ 52329 w 6603520"/>
                <a:gd name="connsiteY27" fmla="*/ 348586 h 1129195"/>
                <a:gd name="connsiteX28" fmla="*/ 52329 w 6603520"/>
                <a:gd name="connsiteY28" fmla="*/ 759798 h 1129195"/>
                <a:gd name="connsiteX29" fmla="*/ -1 w 6603520"/>
                <a:gd name="connsiteY29" fmla="*/ 759798 h 1129195"/>
                <a:gd name="connsiteX30" fmla="*/ -1 w 6603520"/>
                <a:gd name="connsiteY30" fmla="*/ 658682 h 1129195"/>
                <a:gd name="connsiteX0" fmla="*/ 6603520 w 6603520"/>
                <a:gd name="connsiteY0" fmla="*/ 1129195 h 1129195"/>
                <a:gd name="connsiteX1" fmla="*/ 2769377 w 6603520"/>
                <a:gd name="connsiteY1" fmla="*/ 1129195 h 1129195"/>
                <a:gd name="connsiteX2" fmla="*/ 2769377 w 6603520"/>
                <a:gd name="connsiteY2" fmla="*/ 860819 h 1129195"/>
                <a:gd name="connsiteX3" fmla="*/ 2486797 w 6603520"/>
                <a:gd name="connsiteY3" fmla="*/ 860819 h 1129195"/>
                <a:gd name="connsiteX4" fmla="*/ 2486797 w 6603520"/>
                <a:gd name="connsiteY4" fmla="*/ 365977 h 1129195"/>
                <a:gd name="connsiteX5" fmla="*/ 2322768 w 6603520"/>
                <a:gd name="connsiteY5" fmla="*/ 365977 h 1129195"/>
                <a:gd name="connsiteX6" fmla="*/ 2322768 w 6603520"/>
                <a:gd name="connsiteY6" fmla="*/ 122025 h 1129195"/>
                <a:gd name="connsiteX7" fmla="*/ 2116970 w 6603520"/>
                <a:gd name="connsiteY7" fmla="*/ 122025 h 1129195"/>
                <a:gd name="connsiteX8" fmla="*/ 2116970 w 6603520"/>
                <a:gd name="connsiteY8" fmla="*/ 1 h 1129195"/>
                <a:gd name="connsiteX9" fmla="*/ 1806417 w 6603520"/>
                <a:gd name="connsiteY9" fmla="*/ 1 h 1129195"/>
                <a:gd name="connsiteX10" fmla="*/ 1806417 w 6603520"/>
                <a:gd name="connsiteY10" fmla="*/ 111571 h 1129195"/>
                <a:gd name="connsiteX11" fmla="*/ 1747142 w 6603520"/>
                <a:gd name="connsiteY11" fmla="*/ 188263 h 1129195"/>
                <a:gd name="connsiteX12" fmla="*/ 1747142 w 6603520"/>
                <a:gd name="connsiteY12" fmla="*/ 616867 h 1129195"/>
                <a:gd name="connsiteX13" fmla="*/ 1600524 w 6603520"/>
                <a:gd name="connsiteY13" fmla="*/ 616867 h 1129195"/>
                <a:gd name="connsiteX14" fmla="*/ 1600524 w 6603520"/>
                <a:gd name="connsiteY14" fmla="*/ 296222 h 1129195"/>
                <a:gd name="connsiteX15" fmla="*/ 1513371 w 6603520"/>
                <a:gd name="connsiteY15" fmla="*/ 188263 h 1129195"/>
                <a:gd name="connsiteX16" fmla="*/ 1412138 w 6603520"/>
                <a:gd name="connsiteY16" fmla="*/ 188263 h 1129195"/>
                <a:gd name="connsiteX17" fmla="*/ 1412138 w 6603520"/>
                <a:gd name="connsiteY17" fmla="*/ 69756 h 1129195"/>
                <a:gd name="connsiteX18" fmla="*/ 1185312 w 6603520"/>
                <a:gd name="connsiteY18" fmla="*/ 69756 h 1129195"/>
                <a:gd name="connsiteX19" fmla="*/ 1185312 w 6603520"/>
                <a:gd name="connsiteY19" fmla="*/ 826037 h 1129195"/>
                <a:gd name="connsiteX20" fmla="*/ 993405 w 6603520"/>
                <a:gd name="connsiteY20" fmla="*/ 826037 h 1129195"/>
                <a:gd name="connsiteX21" fmla="*/ 993405 w 6603520"/>
                <a:gd name="connsiteY21" fmla="*/ 543691 h 1129195"/>
                <a:gd name="connsiteX22" fmla="*/ 728237 w 6603520"/>
                <a:gd name="connsiteY22" fmla="*/ 543691 h 1129195"/>
                <a:gd name="connsiteX23" fmla="*/ 728237 w 6603520"/>
                <a:gd name="connsiteY23" fmla="*/ 815583 h 1129195"/>
                <a:gd name="connsiteX24" fmla="*/ 334908 w 6603520"/>
                <a:gd name="connsiteY24" fmla="*/ 819004 h 1129195"/>
                <a:gd name="connsiteX25" fmla="*/ 334908 w 6603520"/>
                <a:gd name="connsiteY25" fmla="*/ 470514 h 1129195"/>
                <a:gd name="connsiteX26" fmla="*/ 247661 w 6603520"/>
                <a:gd name="connsiteY26" fmla="*/ 348586 h 1129195"/>
                <a:gd name="connsiteX27" fmla="*/ 52329 w 6603520"/>
                <a:gd name="connsiteY27" fmla="*/ 348586 h 1129195"/>
                <a:gd name="connsiteX28" fmla="*/ 52329 w 6603520"/>
                <a:gd name="connsiteY28" fmla="*/ 759798 h 1129195"/>
                <a:gd name="connsiteX29" fmla="*/ -1 w 6603520"/>
                <a:gd name="connsiteY29" fmla="*/ 759798 h 1129195"/>
                <a:gd name="connsiteX0" fmla="*/ 6551191 w 6551191"/>
                <a:gd name="connsiteY0" fmla="*/ 1129195 h 1129195"/>
                <a:gd name="connsiteX1" fmla="*/ 2717048 w 6551191"/>
                <a:gd name="connsiteY1" fmla="*/ 1129195 h 1129195"/>
                <a:gd name="connsiteX2" fmla="*/ 2717048 w 6551191"/>
                <a:gd name="connsiteY2" fmla="*/ 860819 h 1129195"/>
                <a:gd name="connsiteX3" fmla="*/ 2434468 w 6551191"/>
                <a:gd name="connsiteY3" fmla="*/ 860819 h 1129195"/>
                <a:gd name="connsiteX4" fmla="*/ 2434468 w 6551191"/>
                <a:gd name="connsiteY4" fmla="*/ 365977 h 1129195"/>
                <a:gd name="connsiteX5" fmla="*/ 2270439 w 6551191"/>
                <a:gd name="connsiteY5" fmla="*/ 365977 h 1129195"/>
                <a:gd name="connsiteX6" fmla="*/ 2270439 w 6551191"/>
                <a:gd name="connsiteY6" fmla="*/ 122025 h 1129195"/>
                <a:gd name="connsiteX7" fmla="*/ 2064641 w 6551191"/>
                <a:gd name="connsiteY7" fmla="*/ 122025 h 1129195"/>
                <a:gd name="connsiteX8" fmla="*/ 2064641 w 6551191"/>
                <a:gd name="connsiteY8" fmla="*/ 1 h 1129195"/>
                <a:gd name="connsiteX9" fmla="*/ 1754088 w 6551191"/>
                <a:gd name="connsiteY9" fmla="*/ 1 h 1129195"/>
                <a:gd name="connsiteX10" fmla="*/ 1754088 w 6551191"/>
                <a:gd name="connsiteY10" fmla="*/ 111571 h 1129195"/>
                <a:gd name="connsiteX11" fmla="*/ 1694813 w 6551191"/>
                <a:gd name="connsiteY11" fmla="*/ 188263 h 1129195"/>
                <a:gd name="connsiteX12" fmla="*/ 1694813 w 6551191"/>
                <a:gd name="connsiteY12" fmla="*/ 616867 h 1129195"/>
                <a:gd name="connsiteX13" fmla="*/ 1548195 w 6551191"/>
                <a:gd name="connsiteY13" fmla="*/ 616867 h 1129195"/>
                <a:gd name="connsiteX14" fmla="*/ 1548195 w 6551191"/>
                <a:gd name="connsiteY14" fmla="*/ 296222 h 1129195"/>
                <a:gd name="connsiteX15" fmla="*/ 1461042 w 6551191"/>
                <a:gd name="connsiteY15" fmla="*/ 188263 h 1129195"/>
                <a:gd name="connsiteX16" fmla="*/ 1359809 w 6551191"/>
                <a:gd name="connsiteY16" fmla="*/ 188263 h 1129195"/>
                <a:gd name="connsiteX17" fmla="*/ 1359809 w 6551191"/>
                <a:gd name="connsiteY17" fmla="*/ 69756 h 1129195"/>
                <a:gd name="connsiteX18" fmla="*/ 1132983 w 6551191"/>
                <a:gd name="connsiteY18" fmla="*/ 69756 h 1129195"/>
                <a:gd name="connsiteX19" fmla="*/ 1132983 w 6551191"/>
                <a:gd name="connsiteY19" fmla="*/ 826037 h 1129195"/>
                <a:gd name="connsiteX20" fmla="*/ 941076 w 6551191"/>
                <a:gd name="connsiteY20" fmla="*/ 826037 h 1129195"/>
                <a:gd name="connsiteX21" fmla="*/ 941076 w 6551191"/>
                <a:gd name="connsiteY21" fmla="*/ 543691 h 1129195"/>
                <a:gd name="connsiteX22" fmla="*/ 675908 w 6551191"/>
                <a:gd name="connsiteY22" fmla="*/ 543691 h 1129195"/>
                <a:gd name="connsiteX23" fmla="*/ 675908 w 6551191"/>
                <a:gd name="connsiteY23" fmla="*/ 815583 h 1129195"/>
                <a:gd name="connsiteX24" fmla="*/ 282579 w 6551191"/>
                <a:gd name="connsiteY24" fmla="*/ 819004 h 1129195"/>
                <a:gd name="connsiteX25" fmla="*/ 282579 w 6551191"/>
                <a:gd name="connsiteY25" fmla="*/ 470514 h 1129195"/>
                <a:gd name="connsiteX26" fmla="*/ 195332 w 6551191"/>
                <a:gd name="connsiteY26" fmla="*/ 348586 h 1129195"/>
                <a:gd name="connsiteX27" fmla="*/ 0 w 6551191"/>
                <a:gd name="connsiteY27" fmla="*/ 348586 h 1129195"/>
                <a:gd name="connsiteX28" fmla="*/ 0 w 6551191"/>
                <a:gd name="connsiteY28" fmla="*/ 759798 h 1129195"/>
                <a:gd name="connsiteX0" fmla="*/ 6551191 w 6551191"/>
                <a:gd name="connsiteY0" fmla="*/ 1129195 h 1129195"/>
                <a:gd name="connsiteX1" fmla="*/ 2717048 w 6551191"/>
                <a:gd name="connsiteY1" fmla="*/ 1129195 h 1129195"/>
                <a:gd name="connsiteX2" fmla="*/ 2717048 w 6551191"/>
                <a:gd name="connsiteY2" fmla="*/ 860819 h 1129195"/>
                <a:gd name="connsiteX3" fmla="*/ 2434468 w 6551191"/>
                <a:gd name="connsiteY3" fmla="*/ 860819 h 1129195"/>
                <a:gd name="connsiteX4" fmla="*/ 2434468 w 6551191"/>
                <a:gd name="connsiteY4" fmla="*/ 365977 h 1129195"/>
                <a:gd name="connsiteX5" fmla="*/ 2270439 w 6551191"/>
                <a:gd name="connsiteY5" fmla="*/ 365977 h 1129195"/>
                <a:gd name="connsiteX6" fmla="*/ 2270439 w 6551191"/>
                <a:gd name="connsiteY6" fmla="*/ 122025 h 1129195"/>
                <a:gd name="connsiteX7" fmla="*/ 2064641 w 6551191"/>
                <a:gd name="connsiteY7" fmla="*/ 122025 h 1129195"/>
                <a:gd name="connsiteX8" fmla="*/ 2064641 w 6551191"/>
                <a:gd name="connsiteY8" fmla="*/ 1 h 1129195"/>
                <a:gd name="connsiteX9" fmla="*/ 1754088 w 6551191"/>
                <a:gd name="connsiteY9" fmla="*/ 1 h 1129195"/>
                <a:gd name="connsiteX10" fmla="*/ 1754088 w 6551191"/>
                <a:gd name="connsiteY10" fmla="*/ 111571 h 1129195"/>
                <a:gd name="connsiteX11" fmla="*/ 1694813 w 6551191"/>
                <a:gd name="connsiteY11" fmla="*/ 188263 h 1129195"/>
                <a:gd name="connsiteX12" fmla="*/ 1694813 w 6551191"/>
                <a:gd name="connsiteY12" fmla="*/ 616867 h 1129195"/>
                <a:gd name="connsiteX13" fmla="*/ 1548195 w 6551191"/>
                <a:gd name="connsiteY13" fmla="*/ 616867 h 1129195"/>
                <a:gd name="connsiteX14" fmla="*/ 1548195 w 6551191"/>
                <a:gd name="connsiteY14" fmla="*/ 296222 h 1129195"/>
                <a:gd name="connsiteX15" fmla="*/ 1461042 w 6551191"/>
                <a:gd name="connsiteY15" fmla="*/ 188263 h 1129195"/>
                <a:gd name="connsiteX16" fmla="*/ 1359809 w 6551191"/>
                <a:gd name="connsiteY16" fmla="*/ 188263 h 1129195"/>
                <a:gd name="connsiteX17" fmla="*/ 1359809 w 6551191"/>
                <a:gd name="connsiteY17" fmla="*/ 69756 h 1129195"/>
                <a:gd name="connsiteX18" fmla="*/ 1132983 w 6551191"/>
                <a:gd name="connsiteY18" fmla="*/ 69756 h 1129195"/>
                <a:gd name="connsiteX19" fmla="*/ 1132983 w 6551191"/>
                <a:gd name="connsiteY19" fmla="*/ 826037 h 1129195"/>
                <a:gd name="connsiteX20" fmla="*/ 941076 w 6551191"/>
                <a:gd name="connsiteY20" fmla="*/ 826037 h 1129195"/>
                <a:gd name="connsiteX21" fmla="*/ 941076 w 6551191"/>
                <a:gd name="connsiteY21" fmla="*/ 543691 h 1129195"/>
                <a:gd name="connsiteX22" fmla="*/ 675908 w 6551191"/>
                <a:gd name="connsiteY22" fmla="*/ 543691 h 1129195"/>
                <a:gd name="connsiteX23" fmla="*/ 675908 w 6551191"/>
                <a:gd name="connsiteY23" fmla="*/ 815583 h 1129195"/>
                <a:gd name="connsiteX24" fmla="*/ 282579 w 6551191"/>
                <a:gd name="connsiteY24" fmla="*/ 819004 h 1129195"/>
                <a:gd name="connsiteX25" fmla="*/ 282579 w 6551191"/>
                <a:gd name="connsiteY25" fmla="*/ 470514 h 1129195"/>
                <a:gd name="connsiteX26" fmla="*/ 195332 w 6551191"/>
                <a:gd name="connsiteY26" fmla="*/ 348586 h 1129195"/>
                <a:gd name="connsiteX27" fmla="*/ 0 w 6551191"/>
                <a:gd name="connsiteY27" fmla="*/ 348586 h 1129195"/>
                <a:gd name="connsiteX0" fmla="*/ 6355858 w 6355858"/>
                <a:gd name="connsiteY0" fmla="*/ 1129195 h 1129195"/>
                <a:gd name="connsiteX1" fmla="*/ 2521715 w 6355858"/>
                <a:gd name="connsiteY1" fmla="*/ 1129195 h 1129195"/>
                <a:gd name="connsiteX2" fmla="*/ 2521715 w 6355858"/>
                <a:gd name="connsiteY2" fmla="*/ 860819 h 1129195"/>
                <a:gd name="connsiteX3" fmla="*/ 2239135 w 6355858"/>
                <a:gd name="connsiteY3" fmla="*/ 860819 h 1129195"/>
                <a:gd name="connsiteX4" fmla="*/ 2239135 w 6355858"/>
                <a:gd name="connsiteY4" fmla="*/ 365977 h 1129195"/>
                <a:gd name="connsiteX5" fmla="*/ 2075106 w 6355858"/>
                <a:gd name="connsiteY5" fmla="*/ 365977 h 1129195"/>
                <a:gd name="connsiteX6" fmla="*/ 2075106 w 6355858"/>
                <a:gd name="connsiteY6" fmla="*/ 122025 h 1129195"/>
                <a:gd name="connsiteX7" fmla="*/ 1869308 w 6355858"/>
                <a:gd name="connsiteY7" fmla="*/ 122025 h 1129195"/>
                <a:gd name="connsiteX8" fmla="*/ 1869308 w 6355858"/>
                <a:gd name="connsiteY8" fmla="*/ 1 h 1129195"/>
                <a:gd name="connsiteX9" fmla="*/ 1558755 w 6355858"/>
                <a:gd name="connsiteY9" fmla="*/ 1 h 1129195"/>
                <a:gd name="connsiteX10" fmla="*/ 1558755 w 6355858"/>
                <a:gd name="connsiteY10" fmla="*/ 111571 h 1129195"/>
                <a:gd name="connsiteX11" fmla="*/ 1499480 w 6355858"/>
                <a:gd name="connsiteY11" fmla="*/ 188263 h 1129195"/>
                <a:gd name="connsiteX12" fmla="*/ 1499480 w 6355858"/>
                <a:gd name="connsiteY12" fmla="*/ 616867 h 1129195"/>
                <a:gd name="connsiteX13" fmla="*/ 1352862 w 6355858"/>
                <a:gd name="connsiteY13" fmla="*/ 616867 h 1129195"/>
                <a:gd name="connsiteX14" fmla="*/ 1352862 w 6355858"/>
                <a:gd name="connsiteY14" fmla="*/ 296222 h 1129195"/>
                <a:gd name="connsiteX15" fmla="*/ 1265709 w 6355858"/>
                <a:gd name="connsiteY15" fmla="*/ 188263 h 1129195"/>
                <a:gd name="connsiteX16" fmla="*/ 1164476 w 6355858"/>
                <a:gd name="connsiteY16" fmla="*/ 188263 h 1129195"/>
                <a:gd name="connsiteX17" fmla="*/ 1164476 w 6355858"/>
                <a:gd name="connsiteY17" fmla="*/ 69756 h 1129195"/>
                <a:gd name="connsiteX18" fmla="*/ 937650 w 6355858"/>
                <a:gd name="connsiteY18" fmla="*/ 69756 h 1129195"/>
                <a:gd name="connsiteX19" fmla="*/ 937650 w 6355858"/>
                <a:gd name="connsiteY19" fmla="*/ 826037 h 1129195"/>
                <a:gd name="connsiteX20" fmla="*/ 745743 w 6355858"/>
                <a:gd name="connsiteY20" fmla="*/ 826037 h 1129195"/>
                <a:gd name="connsiteX21" fmla="*/ 745743 w 6355858"/>
                <a:gd name="connsiteY21" fmla="*/ 543691 h 1129195"/>
                <a:gd name="connsiteX22" fmla="*/ 480575 w 6355858"/>
                <a:gd name="connsiteY22" fmla="*/ 543691 h 1129195"/>
                <a:gd name="connsiteX23" fmla="*/ 480575 w 6355858"/>
                <a:gd name="connsiteY23" fmla="*/ 815583 h 1129195"/>
                <a:gd name="connsiteX24" fmla="*/ 87246 w 6355858"/>
                <a:gd name="connsiteY24" fmla="*/ 819004 h 1129195"/>
                <a:gd name="connsiteX25" fmla="*/ 87246 w 6355858"/>
                <a:gd name="connsiteY25" fmla="*/ 470514 h 1129195"/>
                <a:gd name="connsiteX26" fmla="*/ -1 w 6355858"/>
                <a:gd name="connsiteY26" fmla="*/ 348586 h 1129195"/>
                <a:gd name="connsiteX0" fmla="*/ 6268612 w 6268612"/>
                <a:gd name="connsiteY0" fmla="*/ 1129195 h 1129195"/>
                <a:gd name="connsiteX1" fmla="*/ 2434469 w 6268612"/>
                <a:gd name="connsiteY1" fmla="*/ 1129195 h 1129195"/>
                <a:gd name="connsiteX2" fmla="*/ 2434469 w 6268612"/>
                <a:gd name="connsiteY2" fmla="*/ 860819 h 1129195"/>
                <a:gd name="connsiteX3" fmla="*/ 2151889 w 6268612"/>
                <a:gd name="connsiteY3" fmla="*/ 860819 h 1129195"/>
                <a:gd name="connsiteX4" fmla="*/ 2151889 w 6268612"/>
                <a:gd name="connsiteY4" fmla="*/ 365977 h 1129195"/>
                <a:gd name="connsiteX5" fmla="*/ 1987860 w 6268612"/>
                <a:gd name="connsiteY5" fmla="*/ 365977 h 1129195"/>
                <a:gd name="connsiteX6" fmla="*/ 1987860 w 6268612"/>
                <a:gd name="connsiteY6" fmla="*/ 122025 h 1129195"/>
                <a:gd name="connsiteX7" fmla="*/ 1782062 w 6268612"/>
                <a:gd name="connsiteY7" fmla="*/ 122025 h 1129195"/>
                <a:gd name="connsiteX8" fmla="*/ 1782062 w 6268612"/>
                <a:gd name="connsiteY8" fmla="*/ 1 h 1129195"/>
                <a:gd name="connsiteX9" fmla="*/ 1471509 w 6268612"/>
                <a:gd name="connsiteY9" fmla="*/ 1 h 1129195"/>
                <a:gd name="connsiteX10" fmla="*/ 1471509 w 6268612"/>
                <a:gd name="connsiteY10" fmla="*/ 111571 h 1129195"/>
                <a:gd name="connsiteX11" fmla="*/ 1412234 w 6268612"/>
                <a:gd name="connsiteY11" fmla="*/ 188263 h 1129195"/>
                <a:gd name="connsiteX12" fmla="*/ 1412234 w 6268612"/>
                <a:gd name="connsiteY12" fmla="*/ 616867 h 1129195"/>
                <a:gd name="connsiteX13" fmla="*/ 1265616 w 6268612"/>
                <a:gd name="connsiteY13" fmla="*/ 616867 h 1129195"/>
                <a:gd name="connsiteX14" fmla="*/ 1265616 w 6268612"/>
                <a:gd name="connsiteY14" fmla="*/ 296222 h 1129195"/>
                <a:gd name="connsiteX15" fmla="*/ 1178463 w 6268612"/>
                <a:gd name="connsiteY15" fmla="*/ 188263 h 1129195"/>
                <a:gd name="connsiteX16" fmla="*/ 1077230 w 6268612"/>
                <a:gd name="connsiteY16" fmla="*/ 188263 h 1129195"/>
                <a:gd name="connsiteX17" fmla="*/ 1077230 w 6268612"/>
                <a:gd name="connsiteY17" fmla="*/ 69756 h 1129195"/>
                <a:gd name="connsiteX18" fmla="*/ 850404 w 6268612"/>
                <a:gd name="connsiteY18" fmla="*/ 69756 h 1129195"/>
                <a:gd name="connsiteX19" fmla="*/ 850404 w 6268612"/>
                <a:gd name="connsiteY19" fmla="*/ 826037 h 1129195"/>
                <a:gd name="connsiteX20" fmla="*/ 658497 w 6268612"/>
                <a:gd name="connsiteY20" fmla="*/ 826037 h 1129195"/>
                <a:gd name="connsiteX21" fmla="*/ 658497 w 6268612"/>
                <a:gd name="connsiteY21" fmla="*/ 543691 h 1129195"/>
                <a:gd name="connsiteX22" fmla="*/ 393329 w 6268612"/>
                <a:gd name="connsiteY22" fmla="*/ 543691 h 1129195"/>
                <a:gd name="connsiteX23" fmla="*/ 393329 w 6268612"/>
                <a:gd name="connsiteY23" fmla="*/ 815583 h 1129195"/>
                <a:gd name="connsiteX24" fmla="*/ 0 w 6268612"/>
                <a:gd name="connsiteY24" fmla="*/ 819004 h 1129195"/>
                <a:gd name="connsiteX25" fmla="*/ 0 w 6268612"/>
                <a:gd name="connsiteY25" fmla="*/ 470514 h 1129195"/>
                <a:gd name="connsiteX0" fmla="*/ 6268612 w 6268612"/>
                <a:gd name="connsiteY0" fmla="*/ 1129195 h 1129195"/>
                <a:gd name="connsiteX1" fmla="*/ 2434469 w 6268612"/>
                <a:gd name="connsiteY1" fmla="*/ 1129195 h 1129195"/>
                <a:gd name="connsiteX2" fmla="*/ 2434469 w 6268612"/>
                <a:gd name="connsiteY2" fmla="*/ 860819 h 1129195"/>
                <a:gd name="connsiteX3" fmla="*/ 2151889 w 6268612"/>
                <a:gd name="connsiteY3" fmla="*/ 860819 h 1129195"/>
                <a:gd name="connsiteX4" fmla="*/ 2151889 w 6268612"/>
                <a:gd name="connsiteY4" fmla="*/ 365977 h 1129195"/>
                <a:gd name="connsiteX5" fmla="*/ 1987860 w 6268612"/>
                <a:gd name="connsiteY5" fmla="*/ 365977 h 1129195"/>
                <a:gd name="connsiteX6" fmla="*/ 1987860 w 6268612"/>
                <a:gd name="connsiteY6" fmla="*/ 122025 h 1129195"/>
                <a:gd name="connsiteX7" fmla="*/ 1782062 w 6268612"/>
                <a:gd name="connsiteY7" fmla="*/ 122025 h 1129195"/>
                <a:gd name="connsiteX8" fmla="*/ 1782062 w 6268612"/>
                <a:gd name="connsiteY8" fmla="*/ 1 h 1129195"/>
                <a:gd name="connsiteX9" fmla="*/ 1471509 w 6268612"/>
                <a:gd name="connsiteY9" fmla="*/ 1 h 1129195"/>
                <a:gd name="connsiteX10" fmla="*/ 1471509 w 6268612"/>
                <a:gd name="connsiteY10" fmla="*/ 111571 h 1129195"/>
                <a:gd name="connsiteX11" fmla="*/ 1412234 w 6268612"/>
                <a:gd name="connsiteY11" fmla="*/ 188263 h 1129195"/>
                <a:gd name="connsiteX12" fmla="*/ 1412234 w 6268612"/>
                <a:gd name="connsiteY12" fmla="*/ 616867 h 1129195"/>
                <a:gd name="connsiteX13" fmla="*/ 1265616 w 6268612"/>
                <a:gd name="connsiteY13" fmla="*/ 616867 h 1129195"/>
                <a:gd name="connsiteX14" fmla="*/ 1265616 w 6268612"/>
                <a:gd name="connsiteY14" fmla="*/ 296222 h 1129195"/>
                <a:gd name="connsiteX15" fmla="*/ 1178463 w 6268612"/>
                <a:gd name="connsiteY15" fmla="*/ 188263 h 1129195"/>
                <a:gd name="connsiteX16" fmla="*/ 1077230 w 6268612"/>
                <a:gd name="connsiteY16" fmla="*/ 188263 h 1129195"/>
                <a:gd name="connsiteX17" fmla="*/ 1077230 w 6268612"/>
                <a:gd name="connsiteY17" fmla="*/ 69756 h 1129195"/>
                <a:gd name="connsiteX18" fmla="*/ 850404 w 6268612"/>
                <a:gd name="connsiteY18" fmla="*/ 69756 h 1129195"/>
                <a:gd name="connsiteX19" fmla="*/ 850404 w 6268612"/>
                <a:gd name="connsiteY19" fmla="*/ 826037 h 1129195"/>
                <a:gd name="connsiteX20" fmla="*/ 658497 w 6268612"/>
                <a:gd name="connsiteY20" fmla="*/ 826037 h 1129195"/>
                <a:gd name="connsiteX21" fmla="*/ 658497 w 6268612"/>
                <a:gd name="connsiteY21" fmla="*/ 543691 h 1129195"/>
                <a:gd name="connsiteX22" fmla="*/ 393329 w 6268612"/>
                <a:gd name="connsiteY22" fmla="*/ 543691 h 1129195"/>
                <a:gd name="connsiteX23" fmla="*/ 393329 w 6268612"/>
                <a:gd name="connsiteY23" fmla="*/ 815583 h 1129195"/>
                <a:gd name="connsiteX24" fmla="*/ 0 w 6268612"/>
                <a:gd name="connsiteY24" fmla="*/ 819004 h 112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268612" h="1129195">
                  <a:moveTo>
                    <a:pt x="6268612" y="1129195"/>
                  </a:moveTo>
                  <a:lnTo>
                    <a:pt x="2434469" y="1129195"/>
                  </a:lnTo>
                  <a:lnTo>
                    <a:pt x="2434469" y="860819"/>
                  </a:lnTo>
                  <a:lnTo>
                    <a:pt x="2151889" y="860819"/>
                  </a:lnTo>
                  <a:lnTo>
                    <a:pt x="2151889" y="365977"/>
                  </a:lnTo>
                  <a:lnTo>
                    <a:pt x="1987860" y="365977"/>
                  </a:lnTo>
                  <a:lnTo>
                    <a:pt x="1987860" y="122025"/>
                  </a:lnTo>
                  <a:lnTo>
                    <a:pt x="1782062" y="122025"/>
                  </a:lnTo>
                  <a:lnTo>
                    <a:pt x="1782062" y="1"/>
                  </a:lnTo>
                  <a:lnTo>
                    <a:pt x="1471509" y="1"/>
                  </a:lnTo>
                  <a:lnTo>
                    <a:pt x="1471509" y="111571"/>
                  </a:lnTo>
                  <a:lnTo>
                    <a:pt x="1412234" y="188263"/>
                  </a:lnTo>
                  <a:lnTo>
                    <a:pt x="1412234" y="616867"/>
                  </a:lnTo>
                  <a:lnTo>
                    <a:pt x="1265616" y="616867"/>
                  </a:lnTo>
                  <a:lnTo>
                    <a:pt x="1265616" y="296222"/>
                  </a:lnTo>
                  <a:lnTo>
                    <a:pt x="1178463" y="188263"/>
                  </a:lnTo>
                  <a:lnTo>
                    <a:pt x="1077230" y="188263"/>
                  </a:lnTo>
                  <a:lnTo>
                    <a:pt x="1077230" y="69756"/>
                  </a:lnTo>
                  <a:lnTo>
                    <a:pt x="850404" y="69756"/>
                  </a:lnTo>
                  <a:lnTo>
                    <a:pt x="850404" y="826037"/>
                  </a:lnTo>
                  <a:lnTo>
                    <a:pt x="658497" y="826037"/>
                  </a:lnTo>
                  <a:lnTo>
                    <a:pt x="658497" y="543691"/>
                  </a:lnTo>
                  <a:lnTo>
                    <a:pt x="393329" y="543691"/>
                  </a:lnTo>
                  <a:lnTo>
                    <a:pt x="393329" y="815583"/>
                  </a:lnTo>
                  <a:lnTo>
                    <a:pt x="0" y="819004"/>
                  </a:lnTo>
                </a:path>
              </a:pathLst>
            </a:custGeom>
            <a:noFill/>
            <a:ln w="9525" cap="flat">
              <a:solidFill>
                <a:srgbClr val="08707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l" defTabSz="1507846" rtl="0" eaLnBrk="1" latinLnBrk="0" hangingPunct="1"/>
              <a:endParaRPr lang="en-US" sz="2968"/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3169E86-E3A0-FE49-A7F9-682DECC6CE93}"/>
                </a:ext>
              </a:extLst>
            </p:cNvPr>
            <p:cNvCxnSpPr>
              <a:cxnSpLocks/>
              <a:stCxn id="91" idx="0"/>
            </p:cNvCxnSpPr>
            <p:nvPr userDrawn="1"/>
          </p:nvCxnSpPr>
          <p:spPr>
            <a:xfrm>
              <a:off x="4225274" y="1078540"/>
              <a:ext cx="18827745" cy="0"/>
            </a:xfrm>
            <a:prstGeom prst="line">
              <a:avLst/>
            </a:prstGeom>
            <a:noFill/>
            <a:ln w="9525" cap="flat">
              <a:solidFill>
                <a:srgbClr val="087074"/>
              </a:solidFill>
              <a:prstDash val="solid"/>
              <a:miter/>
            </a:ln>
          </p:spPr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247D2F22-DE4D-4141-8A2B-E11BCD191FBC}"/>
              </a:ext>
            </a:extLst>
          </p:cNvPr>
          <p:cNvSpPr/>
          <p:nvPr userDrawn="1"/>
        </p:nvSpPr>
        <p:spPr>
          <a:xfrm>
            <a:off x="19693490" y="15518883"/>
            <a:ext cx="410610" cy="584717"/>
          </a:xfrm>
          <a:prstGeom prst="rect">
            <a:avLst/>
          </a:prstGeom>
          <a:solidFill>
            <a:srgbClr val="087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1507846" rtl="0" eaLnBrk="1" latinLnBrk="0" hangingPunct="1"/>
            <a:endParaRPr lang="en-US" sz="2968"/>
          </a:p>
        </p:txBody>
      </p:sp>
      <p:sp>
        <p:nvSpPr>
          <p:cNvPr id="11" name="Marcador de número de diapositiva 2">
            <a:extLst>
              <a:ext uri="{FF2B5EF4-FFF2-40B4-BE49-F238E27FC236}">
                <a16:creationId xmlns:a16="http://schemas.microsoft.com/office/drawing/2014/main" id="{3C82C6DA-39B9-6C4F-A95E-86B9717D4E35}"/>
              </a:ext>
            </a:extLst>
          </p:cNvPr>
          <p:cNvSpPr txBox="1">
            <a:spLocks/>
          </p:cNvSpPr>
          <p:nvPr userDrawn="1"/>
        </p:nvSpPr>
        <p:spPr>
          <a:xfrm>
            <a:off x="19603021" y="15552839"/>
            <a:ext cx="584846" cy="458739"/>
          </a:xfrm>
          <a:prstGeom prst="rect">
            <a:avLst/>
          </a:prstGeom>
        </p:spPr>
        <p:txBody>
          <a:bodyPr anchor="ctr"/>
          <a:lstStyle>
            <a:defPPr>
              <a:defRPr lang="es-ES_tradnl"/>
            </a:defPPr>
            <a:lvl1pPr marL="0" algn="r" defTabSz="6858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40301329-31BC-294D-BD69-D3026D377BA9}" type="slidenum">
              <a:rPr lang="es-ES_tradnl" sz="1731" b="1" smtClean="0">
                <a:solidFill>
                  <a:schemeClr val="bg1"/>
                </a:solidFill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s-ES_tradnl" sz="1731" b="1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7E3B98-A76C-F541-8FE7-A731AC27E9EB}"/>
              </a:ext>
            </a:extLst>
          </p:cNvPr>
          <p:cNvSpPr/>
          <p:nvPr userDrawn="1"/>
        </p:nvSpPr>
        <p:spPr>
          <a:xfrm>
            <a:off x="19824080" y="1042901"/>
            <a:ext cx="280021" cy="1840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1507846" rtl="0" eaLnBrk="1" latinLnBrk="0" hangingPunct="1"/>
            <a:endParaRPr lang="en-US" sz="2968"/>
          </a:p>
        </p:txBody>
      </p:sp>
    </p:spTree>
    <p:extLst>
      <p:ext uri="{BB962C8B-B14F-4D97-AF65-F5344CB8AC3E}">
        <p14:creationId xmlns:p14="http://schemas.microsoft.com/office/powerpoint/2010/main" val="2376181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B5036001-3754-504D-8589-230BB08B2F50}"/>
              </a:ext>
            </a:extLst>
          </p:cNvPr>
          <p:cNvSpPr/>
          <p:nvPr userDrawn="1"/>
        </p:nvSpPr>
        <p:spPr>
          <a:xfrm>
            <a:off x="0" y="6161375"/>
            <a:ext cx="20104100" cy="9942226"/>
          </a:xfrm>
          <a:custGeom>
            <a:avLst/>
            <a:gdLst>
              <a:gd name="connsiteX0" fmla="*/ 0 w 4561247"/>
              <a:gd name="connsiteY0" fmla="*/ 0 h 6467551"/>
              <a:gd name="connsiteX1" fmla="*/ 4561248 w 4561247"/>
              <a:gd name="connsiteY1" fmla="*/ 0 h 6467551"/>
              <a:gd name="connsiteX2" fmla="*/ 4561248 w 4561247"/>
              <a:gd name="connsiteY2" fmla="*/ 6467552 h 6467551"/>
              <a:gd name="connsiteX3" fmla="*/ 0 w 4561247"/>
              <a:gd name="connsiteY3" fmla="*/ 6467552 h 6467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1247" h="6467551">
                <a:moveTo>
                  <a:pt x="0" y="0"/>
                </a:moveTo>
                <a:lnTo>
                  <a:pt x="4561248" y="0"/>
                </a:lnTo>
                <a:lnTo>
                  <a:pt x="4561248" y="6467552"/>
                </a:lnTo>
                <a:lnTo>
                  <a:pt x="0" y="6467552"/>
                </a:lnTo>
                <a:close/>
              </a:path>
            </a:pathLst>
          </a:custGeom>
          <a:solidFill>
            <a:srgbClr val="087074"/>
          </a:solidFill>
          <a:ln w="13451" cap="flat">
            <a:noFill/>
            <a:prstDash val="solid"/>
            <a:miter/>
          </a:ln>
        </p:spPr>
        <p:txBody>
          <a:bodyPr rtlCol="0" anchor="ctr"/>
          <a:lstStyle/>
          <a:p>
            <a:pPr marL="0" algn="l" defTabSz="1507846" rtl="0" eaLnBrk="1" latinLnBrk="0" hangingPunct="1"/>
            <a:endParaRPr lang="en-US" sz="2968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83BC455-F49F-7342-A853-4506F480734B}"/>
              </a:ext>
            </a:extLst>
          </p:cNvPr>
          <p:cNvSpPr/>
          <p:nvPr userDrawn="1"/>
        </p:nvSpPr>
        <p:spPr>
          <a:xfrm>
            <a:off x="-1" y="13914949"/>
            <a:ext cx="7521306" cy="1780237"/>
          </a:xfrm>
          <a:custGeom>
            <a:avLst/>
            <a:gdLst>
              <a:gd name="connsiteX0" fmla="*/ 4561248 w 4561247"/>
              <a:gd name="connsiteY0" fmla="*/ 679790 h 758145"/>
              <a:gd name="connsiteX1" fmla="*/ 3159847 w 4561247"/>
              <a:gd name="connsiteY1" fmla="*/ 679790 h 758145"/>
              <a:gd name="connsiteX2" fmla="*/ 3159847 w 4561247"/>
              <a:gd name="connsiteY2" fmla="*/ 521871 h 758145"/>
              <a:gd name="connsiteX3" fmla="*/ 2993702 w 4561247"/>
              <a:gd name="connsiteY3" fmla="*/ 521871 h 758145"/>
              <a:gd name="connsiteX4" fmla="*/ 2993702 w 4561247"/>
              <a:gd name="connsiteY4" fmla="*/ 230763 h 758145"/>
              <a:gd name="connsiteX5" fmla="*/ 2897243 w 4561247"/>
              <a:gd name="connsiteY5" fmla="*/ 230763 h 758145"/>
              <a:gd name="connsiteX6" fmla="*/ 2897243 w 4561247"/>
              <a:gd name="connsiteY6" fmla="*/ 87359 h 758145"/>
              <a:gd name="connsiteX7" fmla="*/ 2776166 w 4561247"/>
              <a:gd name="connsiteY7" fmla="*/ 87359 h 758145"/>
              <a:gd name="connsiteX8" fmla="*/ 2776166 w 4561247"/>
              <a:gd name="connsiteY8" fmla="*/ 15590 h 758145"/>
              <a:gd name="connsiteX9" fmla="*/ 2593609 w 4561247"/>
              <a:gd name="connsiteY9" fmla="*/ 15590 h 758145"/>
              <a:gd name="connsiteX10" fmla="*/ 2593609 w 4561247"/>
              <a:gd name="connsiteY10" fmla="*/ 81177 h 758145"/>
              <a:gd name="connsiteX11" fmla="*/ 2558631 w 4561247"/>
              <a:gd name="connsiteY11" fmla="*/ 126201 h 758145"/>
              <a:gd name="connsiteX12" fmla="*/ 2558631 w 4561247"/>
              <a:gd name="connsiteY12" fmla="*/ 378333 h 758145"/>
              <a:gd name="connsiteX13" fmla="*/ 2472531 w 4561247"/>
              <a:gd name="connsiteY13" fmla="*/ 378333 h 758145"/>
              <a:gd name="connsiteX14" fmla="*/ 2472531 w 4561247"/>
              <a:gd name="connsiteY14" fmla="*/ 189771 h 758145"/>
              <a:gd name="connsiteX15" fmla="*/ 2421141 w 4561247"/>
              <a:gd name="connsiteY15" fmla="*/ 126201 h 758145"/>
              <a:gd name="connsiteX16" fmla="*/ 2361679 w 4561247"/>
              <a:gd name="connsiteY16" fmla="*/ 126201 h 758145"/>
              <a:gd name="connsiteX17" fmla="*/ 2361679 w 4561247"/>
              <a:gd name="connsiteY17" fmla="*/ 56582 h 758145"/>
              <a:gd name="connsiteX18" fmla="*/ 2228359 w 4561247"/>
              <a:gd name="connsiteY18" fmla="*/ 56582 h 758145"/>
              <a:gd name="connsiteX19" fmla="*/ 2228359 w 4561247"/>
              <a:gd name="connsiteY19" fmla="*/ 501443 h 758145"/>
              <a:gd name="connsiteX20" fmla="*/ 2115488 w 4561247"/>
              <a:gd name="connsiteY20" fmla="*/ 501443 h 758145"/>
              <a:gd name="connsiteX21" fmla="*/ 2115488 w 4561247"/>
              <a:gd name="connsiteY21" fmla="*/ 335325 h 758145"/>
              <a:gd name="connsiteX22" fmla="*/ 1959568 w 4561247"/>
              <a:gd name="connsiteY22" fmla="*/ 335325 h 758145"/>
              <a:gd name="connsiteX23" fmla="*/ 1959568 w 4561247"/>
              <a:gd name="connsiteY23" fmla="*/ 495261 h 758145"/>
              <a:gd name="connsiteX24" fmla="*/ 1728176 w 4561247"/>
              <a:gd name="connsiteY24" fmla="*/ 497277 h 758145"/>
              <a:gd name="connsiteX25" fmla="*/ 1728176 w 4561247"/>
              <a:gd name="connsiteY25" fmla="*/ 292318 h 758145"/>
              <a:gd name="connsiteX26" fmla="*/ 1676920 w 4561247"/>
              <a:gd name="connsiteY26" fmla="*/ 220549 h 758145"/>
              <a:gd name="connsiteX27" fmla="*/ 1562031 w 4561247"/>
              <a:gd name="connsiteY27" fmla="*/ 220549 h 758145"/>
              <a:gd name="connsiteX28" fmla="*/ 1562031 w 4561247"/>
              <a:gd name="connsiteY28" fmla="*/ 462467 h 758145"/>
              <a:gd name="connsiteX29" fmla="*/ 1531223 w 4561247"/>
              <a:gd name="connsiteY29" fmla="*/ 462467 h 758145"/>
              <a:gd name="connsiteX30" fmla="*/ 1531223 w 4561247"/>
              <a:gd name="connsiteY30" fmla="*/ 402929 h 758145"/>
              <a:gd name="connsiteX31" fmla="*/ 1393733 w 4561247"/>
              <a:gd name="connsiteY31" fmla="*/ 402929 h 758145"/>
              <a:gd name="connsiteX32" fmla="*/ 1393733 w 4561247"/>
              <a:gd name="connsiteY32" fmla="*/ 323230 h 758145"/>
              <a:gd name="connsiteX33" fmla="*/ 1328083 w 4561247"/>
              <a:gd name="connsiteY33" fmla="*/ 323230 h 758145"/>
              <a:gd name="connsiteX34" fmla="*/ 1328083 w 4561247"/>
              <a:gd name="connsiteY34" fmla="*/ 214635 h 758145"/>
              <a:gd name="connsiteX35" fmla="*/ 1176198 w 4561247"/>
              <a:gd name="connsiteY35" fmla="*/ 214635 h 758145"/>
              <a:gd name="connsiteX36" fmla="*/ 1176198 w 4561247"/>
              <a:gd name="connsiteY36" fmla="*/ 503459 h 758145"/>
              <a:gd name="connsiteX37" fmla="*/ 1114583 w 4561247"/>
              <a:gd name="connsiteY37" fmla="*/ 503459 h 758145"/>
              <a:gd name="connsiteX38" fmla="*/ 1114583 w 4561247"/>
              <a:gd name="connsiteY38" fmla="*/ 433706 h 758145"/>
              <a:gd name="connsiteX39" fmla="*/ 1059291 w 4561247"/>
              <a:gd name="connsiteY39" fmla="*/ 433706 h 758145"/>
              <a:gd name="connsiteX40" fmla="*/ 1059291 w 4561247"/>
              <a:gd name="connsiteY40" fmla="*/ 69753 h 758145"/>
              <a:gd name="connsiteX41" fmla="*/ 991488 w 4561247"/>
              <a:gd name="connsiteY41" fmla="*/ 69753 h 758145"/>
              <a:gd name="connsiteX42" fmla="*/ 960815 w 4561247"/>
              <a:gd name="connsiteY42" fmla="*/ 0 h 758145"/>
              <a:gd name="connsiteX43" fmla="*/ 874581 w 4561247"/>
              <a:gd name="connsiteY43" fmla="*/ 0 h 758145"/>
              <a:gd name="connsiteX44" fmla="*/ 874581 w 4561247"/>
              <a:gd name="connsiteY44" fmla="*/ 53356 h 758145"/>
              <a:gd name="connsiteX45" fmla="*/ 839872 w 4561247"/>
              <a:gd name="connsiteY45" fmla="*/ 53356 h 758145"/>
              <a:gd name="connsiteX46" fmla="*/ 839872 w 4561247"/>
              <a:gd name="connsiteY46" fmla="*/ 327262 h 758145"/>
              <a:gd name="connsiteX47" fmla="*/ 567045 w 4561247"/>
              <a:gd name="connsiteY47" fmla="*/ 327262 h 758145"/>
              <a:gd name="connsiteX48" fmla="*/ 567045 w 4561247"/>
              <a:gd name="connsiteY48" fmla="*/ 758145 h 758145"/>
              <a:gd name="connsiteX49" fmla="*/ 0 w 4561247"/>
              <a:gd name="connsiteY49" fmla="*/ 758145 h 75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561247" h="758145">
                <a:moveTo>
                  <a:pt x="4561248" y="679790"/>
                </a:moveTo>
                <a:lnTo>
                  <a:pt x="3159847" y="679790"/>
                </a:lnTo>
                <a:lnTo>
                  <a:pt x="3159847" y="521871"/>
                </a:lnTo>
                <a:lnTo>
                  <a:pt x="2993702" y="521871"/>
                </a:lnTo>
                <a:lnTo>
                  <a:pt x="2993702" y="230763"/>
                </a:lnTo>
                <a:lnTo>
                  <a:pt x="2897243" y="230763"/>
                </a:lnTo>
                <a:lnTo>
                  <a:pt x="2897243" y="87359"/>
                </a:lnTo>
                <a:lnTo>
                  <a:pt x="2776166" y="87359"/>
                </a:lnTo>
                <a:lnTo>
                  <a:pt x="2776166" y="15590"/>
                </a:lnTo>
                <a:lnTo>
                  <a:pt x="2593609" y="15590"/>
                </a:lnTo>
                <a:lnTo>
                  <a:pt x="2593609" y="81177"/>
                </a:lnTo>
                <a:lnTo>
                  <a:pt x="2558631" y="126201"/>
                </a:lnTo>
                <a:lnTo>
                  <a:pt x="2558631" y="378333"/>
                </a:lnTo>
                <a:lnTo>
                  <a:pt x="2472531" y="378333"/>
                </a:lnTo>
                <a:lnTo>
                  <a:pt x="2472531" y="189771"/>
                </a:lnTo>
                <a:lnTo>
                  <a:pt x="2421141" y="126201"/>
                </a:lnTo>
                <a:lnTo>
                  <a:pt x="2361679" y="126201"/>
                </a:lnTo>
                <a:lnTo>
                  <a:pt x="2361679" y="56582"/>
                </a:lnTo>
                <a:lnTo>
                  <a:pt x="2228359" y="56582"/>
                </a:lnTo>
                <a:lnTo>
                  <a:pt x="2228359" y="501443"/>
                </a:lnTo>
                <a:lnTo>
                  <a:pt x="2115488" y="501443"/>
                </a:lnTo>
                <a:lnTo>
                  <a:pt x="2115488" y="335325"/>
                </a:lnTo>
                <a:lnTo>
                  <a:pt x="1959568" y="335325"/>
                </a:lnTo>
                <a:lnTo>
                  <a:pt x="1959568" y="495261"/>
                </a:lnTo>
                <a:lnTo>
                  <a:pt x="1728176" y="497277"/>
                </a:lnTo>
                <a:lnTo>
                  <a:pt x="1728176" y="292318"/>
                </a:lnTo>
                <a:lnTo>
                  <a:pt x="1676920" y="220549"/>
                </a:lnTo>
                <a:lnTo>
                  <a:pt x="1562031" y="220549"/>
                </a:lnTo>
                <a:lnTo>
                  <a:pt x="1562031" y="462467"/>
                </a:lnTo>
                <a:lnTo>
                  <a:pt x="1531223" y="462467"/>
                </a:lnTo>
                <a:lnTo>
                  <a:pt x="1531223" y="402929"/>
                </a:lnTo>
                <a:lnTo>
                  <a:pt x="1393733" y="402929"/>
                </a:lnTo>
                <a:lnTo>
                  <a:pt x="1393733" y="323230"/>
                </a:lnTo>
                <a:lnTo>
                  <a:pt x="1328083" y="323230"/>
                </a:lnTo>
                <a:lnTo>
                  <a:pt x="1328083" y="214635"/>
                </a:lnTo>
                <a:lnTo>
                  <a:pt x="1176198" y="214635"/>
                </a:lnTo>
                <a:lnTo>
                  <a:pt x="1176198" y="503459"/>
                </a:lnTo>
                <a:lnTo>
                  <a:pt x="1114583" y="503459"/>
                </a:lnTo>
                <a:lnTo>
                  <a:pt x="1114583" y="433706"/>
                </a:lnTo>
                <a:lnTo>
                  <a:pt x="1059291" y="433706"/>
                </a:lnTo>
                <a:lnTo>
                  <a:pt x="1059291" y="69753"/>
                </a:lnTo>
                <a:lnTo>
                  <a:pt x="991488" y="69753"/>
                </a:lnTo>
                <a:lnTo>
                  <a:pt x="960815" y="0"/>
                </a:lnTo>
                <a:lnTo>
                  <a:pt x="874581" y="0"/>
                </a:lnTo>
                <a:lnTo>
                  <a:pt x="874581" y="53356"/>
                </a:lnTo>
                <a:lnTo>
                  <a:pt x="839872" y="53356"/>
                </a:lnTo>
                <a:lnTo>
                  <a:pt x="839872" y="327262"/>
                </a:lnTo>
                <a:lnTo>
                  <a:pt x="567045" y="327262"/>
                </a:lnTo>
                <a:lnTo>
                  <a:pt x="567045" y="758145"/>
                </a:lnTo>
                <a:lnTo>
                  <a:pt x="0" y="758145"/>
                </a:lnTo>
              </a:path>
            </a:pathLst>
          </a:custGeom>
          <a:noFill/>
          <a:ln w="952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marL="0" algn="r" defTabSz="1507846" rtl="1" eaLnBrk="1" latinLnBrk="0" hangingPunct="1"/>
            <a:endParaRPr lang="en-US" sz="2968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9859746-5587-A149-BF59-96B9261C46B6}"/>
              </a:ext>
            </a:extLst>
          </p:cNvPr>
          <p:cNvCxnSpPr>
            <a:cxnSpLocks/>
            <a:stCxn id="8" idx="0"/>
          </p:cNvCxnSpPr>
          <p:nvPr userDrawn="1"/>
        </p:nvCxnSpPr>
        <p:spPr>
          <a:xfrm flipV="1">
            <a:off x="7521307" y="15493949"/>
            <a:ext cx="12582794" cy="17247"/>
          </a:xfrm>
          <a:prstGeom prst="line">
            <a:avLst/>
          </a:prstGeom>
          <a:noFill/>
          <a:ln w="9525" cap="flat">
            <a:solidFill>
              <a:srgbClr val="FFFFFF"/>
            </a:solidFill>
            <a:prstDash val="solid"/>
            <a:miter/>
          </a:ln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910210-803F-1148-93C8-E637D1103ABD}"/>
              </a:ext>
            </a:extLst>
          </p:cNvPr>
          <p:cNvCxnSpPr/>
          <p:nvPr userDrawn="1"/>
        </p:nvCxnSpPr>
        <p:spPr>
          <a:xfrm>
            <a:off x="19098897" y="9335421"/>
            <a:ext cx="0" cy="529007"/>
          </a:xfrm>
          <a:prstGeom prst="line">
            <a:avLst/>
          </a:prstGeom>
          <a:ln w="12700" cap="rnd">
            <a:solidFill>
              <a:schemeClr val="accent6">
                <a:alpha val="59229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0" name="Graphic 189">
            <a:extLst>
              <a:ext uri="{FF2B5EF4-FFF2-40B4-BE49-F238E27FC236}">
                <a16:creationId xmlns:a16="http://schemas.microsoft.com/office/drawing/2014/main" id="{9C359607-1FAB-8942-B30B-2CBC0964CA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79729" y="1582108"/>
            <a:ext cx="4108446" cy="334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414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Freeform 178">
            <a:extLst>
              <a:ext uri="{FF2B5EF4-FFF2-40B4-BE49-F238E27FC236}">
                <a16:creationId xmlns:a16="http://schemas.microsoft.com/office/drawing/2014/main" id="{BB5E9BDC-1EA0-9C44-8213-FD570180E3B0}"/>
              </a:ext>
            </a:extLst>
          </p:cNvPr>
          <p:cNvSpPr/>
          <p:nvPr userDrawn="1"/>
        </p:nvSpPr>
        <p:spPr>
          <a:xfrm>
            <a:off x="0" y="6161375"/>
            <a:ext cx="20104100" cy="9942226"/>
          </a:xfrm>
          <a:custGeom>
            <a:avLst/>
            <a:gdLst>
              <a:gd name="connsiteX0" fmla="*/ 0 w 4561247"/>
              <a:gd name="connsiteY0" fmla="*/ 0 h 6467551"/>
              <a:gd name="connsiteX1" fmla="*/ 4561248 w 4561247"/>
              <a:gd name="connsiteY1" fmla="*/ 0 h 6467551"/>
              <a:gd name="connsiteX2" fmla="*/ 4561248 w 4561247"/>
              <a:gd name="connsiteY2" fmla="*/ 6467552 h 6467551"/>
              <a:gd name="connsiteX3" fmla="*/ 0 w 4561247"/>
              <a:gd name="connsiteY3" fmla="*/ 6467552 h 6467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1247" h="6467551">
                <a:moveTo>
                  <a:pt x="0" y="0"/>
                </a:moveTo>
                <a:lnTo>
                  <a:pt x="4561248" y="0"/>
                </a:lnTo>
                <a:lnTo>
                  <a:pt x="4561248" y="6467552"/>
                </a:lnTo>
                <a:lnTo>
                  <a:pt x="0" y="6467552"/>
                </a:lnTo>
                <a:close/>
              </a:path>
            </a:pathLst>
          </a:custGeom>
          <a:solidFill>
            <a:srgbClr val="087074"/>
          </a:solidFill>
          <a:ln w="13451" cap="flat">
            <a:noFill/>
            <a:prstDash val="solid"/>
            <a:miter/>
          </a:ln>
        </p:spPr>
        <p:txBody>
          <a:bodyPr rtlCol="0" anchor="ctr"/>
          <a:lstStyle/>
          <a:p>
            <a:pPr marL="0" algn="l" defTabSz="1507846" rtl="0" eaLnBrk="1" latinLnBrk="0" hangingPunct="1"/>
            <a:endParaRPr lang="en-US" sz="2968" dirty="0"/>
          </a:p>
        </p:txBody>
      </p:sp>
      <p:sp>
        <p:nvSpPr>
          <p:cNvPr id="180" name="Freeform 179">
            <a:extLst>
              <a:ext uri="{FF2B5EF4-FFF2-40B4-BE49-F238E27FC236}">
                <a16:creationId xmlns:a16="http://schemas.microsoft.com/office/drawing/2014/main" id="{9073459A-AC42-5B4B-9FB4-0645E948B46F}"/>
              </a:ext>
            </a:extLst>
          </p:cNvPr>
          <p:cNvSpPr/>
          <p:nvPr userDrawn="1"/>
        </p:nvSpPr>
        <p:spPr>
          <a:xfrm>
            <a:off x="-1" y="13914949"/>
            <a:ext cx="7521306" cy="1780237"/>
          </a:xfrm>
          <a:custGeom>
            <a:avLst/>
            <a:gdLst>
              <a:gd name="connsiteX0" fmla="*/ 4561248 w 4561247"/>
              <a:gd name="connsiteY0" fmla="*/ 679790 h 758145"/>
              <a:gd name="connsiteX1" fmla="*/ 3159847 w 4561247"/>
              <a:gd name="connsiteY1" fmla="*/ 679790 h 758145"/>
              <a:gd name="connsiteX2" fmla="*/ 3159847 w 4561247"/>
              <a:gd name="connsiteY2" fmla="*/ 521871 h 758145"/>
              <a:gd name="connsiteX3" fmla="*/ 2993702 w 4561247"/>
              <a:gd name="connsiteY3" fmla="*/ 521871 h 758145"/>
              <a:gd name="connsiteX4" fmla="*/ 2993702 w 4561247"/>
              <a:gd name="connsiteY4" fmla="*/ 230763 h 758145"/>
              <a:gd name="connsiteX5" fmla="*/ 2897243 w 4561247"/>
              <a:gd name="connsiteY5" fmla="*/ 230763 h 758145"/>
              <a:gd name="connsiteX6" fmla="*/ 2897243 w 4561247"/>
              <a:gd name="connsiteY6" fmla="*/ 87359 h 758145"/>
              <a:gd name="connsiteX7" fmla="*/ 2776166 w 4561247"/>
              <a:gd name="connsiteY7" fmla="*/ 87359 h 758145"/>
              <a:gd name="connsiteX8" fmla="*/ 2776166 w 4561247"/>
              <a:gd name="connsiteY8" fmla="*/ 15590 h 758145"/>
              <a:gd name="connsiteX9" fmla="*/ 2593609 w 4561247"/>
              <a:gd name="connsiteY9" fmla="*/ 15590 h 758145"/>
              <a:gd name="connsiteX10" fmla="*/ 2593609 w 4561247"/>
              <a:gd name="connsiteY10" fmla="*/ 81177 h 758145"/>
              <a:gd name="connsiteX11" fmla="*/ 2558631 w 4561247"/>
              <a:gd name="connsiteY11" fmla="*/ 126201 h 758145"/>
              <a:gd name="connsiteX12" fmla="*/ 2558631 w 4561247"/>
              <a:gd name="connsiteY12" fmla="*/ 378333 h 758145"/>
              <a:gd name="connsiteX13" fmla="*/ 2472531 w 4561247"/>
              <a:gd name="connsiteY13" fmla="*/ 378333 h 758145"/>
              <a:gd name="connsiteX14" fmla="*/ 2472531 w 4561247"/>
              <a:gd name="connsiteY14" fmla="*/ 189771 h 758145"/>
              <a:gd name="connsiteX15" fmla="*/ 2421141 w 4561247"/>
              <a:gd name="connsiteY15" fmla="*/ 126201 h 758145"/>
              <a:gd name="connsiteX16" fmla="*/ 2361679 w 4561247"/>
              <a:gd name="connsiteY16" fmla="*/ 126201 h 758145"/>
              <a:gd name="connsiteX17" fmla="*/ 2361679 w 4561247"/>
              <a:gd name="connsiteY17" fmla="*/ 56582 h 758145"/>
              <a:gd name="connsiteX18" fmla="*/ 2228359 w 4561247"/>
              <a:gd name="connsiteY18" fmla="*/ 56582 h 758145"/>
              <a:gd name="connsiteX19" fmla="*/ 2228359 w 4561247"/>
              <a:gd name="connsiteY19" fmla="*/ 501443 h 758145"/>
              <a:gd name="connsiteX20" fmla="*/ 2115488 w 4561247"/>
              <a:gd name="connsiteY20" fmla="*/ 501443 h 758145"/>
              <a:gd name="connsiteX21" fmla="*/ 2115488 w 4561247"/>
              <a:gd name="connsiteY21" fmla="*/ 335325 h 758145"/>
              <a:gd name="connsiteX22" fmla="*/ 1959568 w 4561247"/>
              <a:gd name="connsiteY22" fmla="*/ 335325 h 758145"/>
              <a:gd name="connsiteX23" fmla="*/ 1959568 w 4561247"/>
              <a:gd name="connsiteY23" fmla="*/ 495261 h 758145"/>
              <a:gd name="connsiteX24" fmla="*/ 1728176 w 4561247"/>
              <a:gd name="connsiteY24" fmla="*/ 497277 h 758145"/>
              <a:gd name="connsiteX25" fmla="*/ 1728176 w 4561247"/>
              <a:gd name="connsiteY25" fmla="*/ 292318 h 758145"/>
              <a:gd name="connsiteX26" fmla="*/ 1676920 w 4561247"/>
              <a:gd name="connsiteY26" fmla="*/ 220549 h 758145"/>
              <a:gd name="connsiteX27" fmla="*/ 1562031 w 4561247"/>
              <a:gd name="connsiteY27" fmla="*/ 220549 h 758145"/>
              <a:gd name="connsiteX28" fmla="*/ 1562031 w 4561247"/>
              <a:gd name="connsiteY28" fmla="*/ 462467 h 758145"/>
              <a:gd name="connsiteX29" fmla="*/ 1531223 w 4561247"/>
              <a:gd name="connsiteY29" fmla="*/ 462467 h 758145"/>
              <a:gd name="connsiteX30" fmla="*/ 1531223 w 4561247"/>
              <a:gd name="connsiteY30" fmla="*/ 402929 h 758145"/>
              <a:gd name="connsiteX31" fmla="*/ 1393733 w 4561247"/>
              <a:gd name="connsiteY31" fmla="*/ 402929 h 758145"/>
              <a:gd name="connsiteX32" fmla="*/ 1393733 w 4561247"/>
              <a:gd name="connsiteY32" fmla="*/ 323230 h 758145"/>
              <a:gd name="connsiteX33" fmla="*/ 1328083 w 4561247"/>
              <a:gd name="connsiteY33" fmla="*/ 323230 h 758145"/>
              <a:gd name="connsiteX34" fmla="*/ 1328083 w 4561247"/>
              <a:gd name="connsiteY34" fmla="*/ 214635 h 758145"/>
              <a:gd name="connsiteX35" fmla="*/ 1176198 w 4561247"/>
              <a:gd name="connsiteY35" fmla="*/ 214635 h 758145"/>
              <a:gd name="connsiteX36" fmla="*/ 1176198 w 4561247"/>
              <a:gd name="connsiteY36" fmla="*/ 503459 h 758145"/>
              <a:gd name="connsiteX37" fmla="*/ 1114583 w 4561247"/>
              <a:gd name="connsiteY37" fmla="*/ 503459 h 758145"/>
              <a:gd name="connsiteX38" fmla="*/ 1114583 w 4561247"/>
              <a:gd name="connsiteY38" fmla="*/ 433706 h 758145"/>
              <a:gd name="connsiteX39" fmla="*/ 1059291 w 4561247"/>
              <a:gd name="connsiteY39" fmla="*/ 433706 h 758145"/>
              <a:gd name="connsiteX40" fmla="*/ 1059291 w 4561247"/>
              <a:gd name="connsiteY40" fmla="*/ 69753 h 758145"/>
              <a:gd name="connsiteX41" fmla="*/ 991488 w 4561247"/>
              <a:gd name="connsiteY41" fmla="*/ 69753 h 758145"/>
              <a:gd name="connsiteX42" fmla="*/ 960815 w 4561247"/>
              <a:gd name="connsiteY42" fmla="*/ 0 h 758145"/>
              <a:gd name="connsiteX43" fmla="*/ 874581 w 4561247"/>
              <a:gd name="connsiteY43" fmla="*/ 0 h 758145"/>
              <a:gd name="connsiteX44" fmla="*/ 874581 w 4561247"/>
              <a:gd name="connsiteY44" fmla="*/ 53356 h 758145"/>
              <a:gd name="connsiteX45" fmla="*/ 839872 w 4561247"/>
              <a:gd name="connsiteY45" fmla="*/ 53356 h 758145"/>
              <a:gd name="connsiteX46" fmla="*/ 839872 w 4561247"/>
              <a:gd name="connsiteY46" fmla="*/ 327262 h 758145"/>
              <a:gd name="connsiteX47" fmla="*/ 567045 w 4561247"/>
              <a:gd name="connsiteY47" fmla="*/ 327262 h 758145"/>
              <a:gd name="connsiteX48" fmla="*/ 567045 w 4561247"/>
              <a:gd name="connsiteY48" fmla="*/ 758145 h 758145"/>
              <a:gd name="connsiteX49" fmla="*/ 0 w 4561247"/>
              <a:gd name="connsiteY49" fmla="*/ 758145 h 75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561247" h="758145">
                <a:moveTo>
                  <a:pt x="4561248" y="679790"/>
                </a:moveTo>
                <a:lnTo>
                  <a:pt x="3159847" y="679790"/>
                </a:lnTo>
                <a:lnTo>
                  <a:pt x="3159847" y="521871"/>
                </a:lnTo>
                <a:lnTo>
                  <a:pt x="2993702" y="521871"/>
                </a:lnTo>
                <a:lnTo>
                  <a:pt x="2993702" y="230763"/>
                </a:lnTo>
                <a:lnTo>
                  <a:pt x="2897243" y="230763"/>
                </a:lnTo>
                <a:lnTo>
                  <a:pt x="2897243" y="87359"/>
                </a:lnTo>
                <a:lnTo>
                  <a:pt x="2776166" y="87359"/>
                </a:lnTo>
                <a:lnTo>
                  <a:pt x="2776166" y="15590"/>
                </a:lnTo>
                <a:lnTo>
                  <a:pt x="2593609" y="15590"/>
                </a:lnTo>
                <a:lnTo>
                  <a:pt x="2593609" y="81177"/>
                </a:lnTo>
                <a:lnTo>
                  <a:pt x="2558631" y="126201"/>
                </a:lnTo>
                <a:lnTo>
                  <a:pt x="2558631" y="378333"/>
                </a:lnTo>
                <a:lnTo>
                  <a:pt x="2472531" y="378333"/>
                </a:lnTo>
                <a:lnTo>
                  <a:pt x="2472531" y="189771"/>
                </a:lnTo>
                <a:lnTo>
                  <a:pt x="2421141" y="126201"/>
                </a:lnTo>
                <a:lnTo>
                  <a:pt x="2361679" y="126201"/>
                </a:lnTo>
                <a:lnTo>
                  <a:pt x="2361679" y="56582"/>
                </a:lnTo>
                <a:lnTo>
                  <a:pt x="2228359" y="56582"/>
                </a:lnTo>
                <a:lnTo>
                  <a:pt x="2228359" y="501443"/>
                </a:lnTo>
                <a:lnTo>
                  <a:pt x="2115488" y="501443"/>
                </a:lnTo>
                <a:lnTo>
                  <a:pt x="2115488" y="335325"/>
                </a:lnTo>
                <a:lnTo>
                  <a:pt x="1959568" y="335325"/>
                </a:lnTo>
                <a:lnTo>
                  <a:pt x="1959568" y="495261"/>
                </a:lnTo>
                <a:lnTo>
                  <a:pt x="1728176" y="497277"/>
                </a:lnTo>
                <a:lnTo>
                  <a:pt x="1728176" y="292318"/>
                </a:lnTo>
                <a:lnTo>
                  <a:pt x="1676920" y="220549"/>
                </a:lnTo>
                <a:lnTo>
                  <a:pt x="1562031" y="220549"/>
                </a:lnTo>
                <a:lnTo>
                  <a:pt x="1562031" y="462467"/>
                </a:lnTo>
                <a:lnTo>
                  <a:pt x="1531223" y="462467"/>
                </a:lnTo>
                <a:lnTo>
                  <a:pt x="1531223" y="402929"/>
                </a:lnTo>
                <a:lnTo>
                  <a:pt x="1393733" y="402929"/>
                </a:lnTo>
                <a:lnTo>
                  <a:pt x="1393733" y="323230"/>
                </a:lnTo>
                <a:lnTo>
                  <a:pt x="1328083" y="323230"/>
                </a:lnTo>
                <a:lnTo>
                  <a:pt x="1328083" y="214635"/>
                </a:lnTo>
                <a:lnTo>
                  <a:pt x="1176198" y="214635"/>
                </a:lnTo>
                <a:lnTo>
                  <a:pt x="1176198" y="503459"/>
                </a:lnTo>
                <a:lnTo>
                  <a:pt x="1114583" y="503459"/>
                </a:lnTo>
                <a:lnTo>
                  <a:pt x="1114583" y="433706"/>
                </a:lnTo>
                <a:lnTo>
                  <a:pt x="1059291" y="433706"/>
                </a:lnTo>
                <a:lnTo>
                  <a:pt x="1059291" y="69753"/>
                </a:lnTo>
                <a:lnTo>
                  <a:pt x="991488" y="69753"/>
                </a:lnTo>
                <a:lnTo>
                  <a:pt x="960815" y="0"/>
                </a:lnTo>
                <a:lnTo>
                  <a:pt x="874581" y="0"/>
                </a:lnTo>
                <a:lnTo>
                  <a:pt x="874581" y="53356"/>
                </a:lnTo>
                <a:lnTo>
                  <a:pt x="839872" y="53356"/>
                </a:lnTo>
                <a:lnTo>
                  <a:pt x="839872" y="327262"/>
                </a:lnTo>
                <a:lnTo>
                  <a:pt x="567045" y="327262"/>
                </a:lnTo>
                <a:lnTo>
                  <a:pt x="567045" y="758145"/>
                </a:lnTo>
                <a:lnTo>
                  <a:pt x="0" y="758145"/>
                </a:lnTo>
              </a:path>
            </a:pathLst>
          </a:custGeom>
          <a:noFill/>
          <a:ln w="952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marL="0" algn="r" defTabSz="1507846" rtl="1" eaLnBrk="1" latinLnBrk="0" hangingPunct="1"/>
            <a:endParaRPr lang="en-US" sz="2968" dirty="0"/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E4A228B9-74E4-9F4D-AE3D-CC41DFFC5124}"/>
              </a:ext>
            </a:extLst>
          </p:cNvPr>
          <p:cNvCxnSpPr>
            <a:cxnSpLocks/>
            <a:stCxn id="180" idx="0"/>
          </p:cNvCxnSpPr>
          <p:nvPr userDrawn="1"/>
        </p:nvCxnSpPr>
        <p:spPr>
          <a:xfrm flipV="1">
            <a:off x="7521307" y="15493949"/>
            <a:ext cx="12582794" cy="17247"/>
          </a:xfrm>
          <a:prstGeom prst="line">
            <a:avLst/>
          </a:prstGeom>
          <a:noFill/>
          <a:ln w="9525" cap="flat">
            <a:solidFill>
              <a:srgbClr val="FFFFFF"/>
            </a:solidFill>
            <a:prstDash val="solid"/>
            <a:miter/>
          </a:ln>
        </p:spPr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DAD2B270-2636-3149-AD8D-BEF574882FF1}"/>
              </a:ext>
            </a:extLst>
          </p:cNvPr>
          <p:cNvCxnSpPr/>
          <p:nvPr userDrawn="1"/>
        </p:nvCxnSpPr>
        <p:spPr>
          <a:xfrm>
            <a:off x="19098897" y="9335421"/>
            <a:ext cx="0" cy="529007"/>
          </a:xfrm>
          <a:prstGeom prst="line">
            <a:avLst/>
          </a:prstGeom>
          <a:ln w="12700" cap="rnd">
            <a:solidFill>
              <a:schemeClr val="accent6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" name="Graphic 193">
            <a:extLst>
              <a:ext uri="{FF2B5EF4-FFF2-40B4-BE49-F238E27FC236}">
                <a16:creationId xmlns:a16="http://schemas.microsoft.com/office/drawing/2014/main" id="{A7DBE87E-F472-AC41-A9E6-63CE3B02FC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79729" y="1582108"/>
            <a:ext cx="4108446" cy="334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71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5A295B-E28C-F84F-8CC1-6BCA25EF7CA2}"/>
              </a:ext>
            </a:extLst>
          </p:cNvPr>
          <p:cNvSpPr/>
          <p:nvPr userDrawn="1"/>
        </p:nvSpPr>
        <p:spPr>
          <a:xfrm>
            <a:off x="19870274" y="475039"/>
            <a:ext cx="233827" cy="1437979"/>
          </a:xfrm>
          <a:prstGeom prst="rect">
            <a:avLst/>
          </a:prstGeom>
          <a:solidFill>
            <a:srgbClr val="8DBB0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3767" tIns="83767" rIns="83767" bIns="83767" numCol="1" spcCol="38100" rtlCol="0" anchor="ctr">
            <a:spAutoFit/>
          </a:bodyPr>
          <a:lstStyle/>
          <a:p>
            <a:pPr marL="0" marR="0" indent="0" algn="ctr" defTabSz="1361250" rtl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8245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418368-801E-A24A-AD74-CA9CFB62490D}"/>
              </a:ext>
            </a:extLst>
          </p:cNvPr>
          <p:cNvSpPr/>
          <p:nvPr userDrawn="1"/>
        </p:nvSpPr>
        <p:spPr>
          <a:xfrm>
            <a:off x="19692250" y="15518883"/>
            <a:ext cx="410610" cy="584717"/>
          </a:xfrm>
          <a:prstGeom prst="rect">
            <a:avLst/>
          </a:prstGeom>
          <a:solidFill>
            <a:srgbClr val="86B8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1507846" rtl="0" eaLnBrk="1" latinLnBrk="0" hangingPunct="1"/>
            <a:endParaRPr lang="en-US" sz="2968"/>
          </a:p>
        </p:txBody>
      </p:sp>
      <p:sp>
        <p:nvSpPr>
          <p:cNvPr id="14" name="Marcador de número de diapositiva 2">
            <a:extLst>
              <a:ext uri="{FF2B5EF4-FFF2-40B4-BE49-F238E27FC236}">
                <a16:creationId xmlns:a16="http://schemas.microsoft.com/office/drawing/2014/main" id="{F7B4A116-ECDA-AA49-9C27-22B0A21FC374}"/>
              </a:ext>
            </a:extLst>
          </p:cNvPr>
          <p:cNvSpPr txBox="1">
            <a:spLocks/>
          </p:cNvSpPr>
          <p:nvPr userDrawn="1"/>
        </p:nvSpPr>
        <p:spPr>
          <a:xfrm>
            <a:off x="19574084" y="15644861"/>
            <a:ext cx="584846" cy="458739"/>
          </a:xfrm>
          <a:prstGeom prst="rect">
            <a:avLst/>
          </a:prstGeom>
        </p:spPr>
        <p:txBody>
          <a:bodyPr anchor="ctr"/>
          <a:lstStyle>
            <a:defPPr>
              <a:defRPr lang="es-ES_tradnl"/>
            </a:defPPr>
            <a:lvl1pPr marL="0" algn="r" defTabSz="6858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40301329-31BC-294D-BD69-D3026D377BA9}" type="slidenum">
              <a:rPr lang="es-ES_tradnl" sz="1731" b="1" smtClean="0">
                <a:solidFill>
                  <a:schemeClr val="bg1"/>
                </a:solidFill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s-ES_tradnl" sz="1731" b="1" dirty="0">
              <a:solidFill>
                <a:schemeClr val="bg1"/>
              </a:solidFill>
            </a:endParaRPr>
          </a:p>
        </p:txBody>
      </p:sp>
      <p:grpSp>
        <p:nvGrpSpPr>
          <p:cNvPr id="6" name="Picture 11">
            <a:extLst>
              <a:ext uri="{FF2B5EF4-FFF2-40B4-BE49-F238E27FC236}">
                <a16:creationId xmlns:a16="http://schemas.microsoft.com/office/drawing/2014/main" id="{E1400E84-1886-924D-847A-7991268A62A6}"/>
              </a:ext>
            </a:extLst>
          </p:cNvPr>
          <p:cNvGrpSpPr/>
          <p:nvPr userDrawn="1"/>
        </p:nvGrpSpPr>
        <p:grpSpPr>
          <a:xfrm>
            <a:off x="581345" y="649794"/>
            <a:ext cx="1070045" cy="932318"/>
            <a:chOff x="9125980" y="669889"/>
            <a:chExt cx="2282811" cy="1396743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7C9FF5C-51B6-1B4A-8BC5-AAA2A5C3AD7C}"/>
                </a:ext>
              </a:extLst>
            </p:cNvPr>
            <p:cNvSpPr/>
            <p:nvPr/>
          </p:nvSpPr>
          <p:spPr>
            <a:xfrm>
              <a:off x="9184345" y="896997"/>
              <a:ext cx="956232" cy="684989"/>
            </a:xfrm>
            <a:custGeom>
              <a:avLst/>
              <a:gdLst>
                <a:gd name="connsiteX0" fmla="*/ 908421 w 956232"/>
                <a:gd name="connsiteY0" fmla="*/ 177020 h 684989"/>
                <a:gd name="connsiteX1" fmla="*/ 908421 w 956232"/>
                <a:gd name="connsiteY1" fmla="*/ 92475 h 684989"/>
                <a:gd name="connsiteX2" fmla="*/ 880434 w 956232"/>
                <a:gd name="connsiteY2" fmla="*/ 92475 h 684989"/>
                <a:gd name="connsiteX3" fmla="*/ 880434 w 956232"/>
                <a:gd name="connsiteY3" fmla="*/ 48978 h 684989"/>
                <a:gd name="connsiteX4" fmla="*/ 847665 w 956232"/>
                <a:gd name="connsiteY4" fmla="*/ 48978 h 684989"/>
                <a:gd name="connsiteX5" fmla="*/ 847665 w 956232"/>
                <a:gd name="connsiteY5" fmla="*/ 30436 h 684989"/>
                <a:gd name="connsiteX6" fmla="*/ 780029 w 956232"/>
                <a:gd name="connsiteY6" fmla="*/ 30436 h 684989"/>
                <a:gd name="connsiteX7" fmla="*/ 780029 w 956232"/>
                <a:gd name="connsiteY7" fmla="*/ 52943 h 684989"/>
                <a:gd name="connsiteX8" fmla="*/ 771983 w 956232"/>
                <a:gd name="connsiteY8" fmla="*/ 62272 h 684989"/>
                <a:gd name="connsiteX9" fmla="*/ 771983 w 956232"/>
                <a:gd name="connsiteY9" fmla="*/ 132240 h 684989"/>
                <a:gd name="connsiteX10" fmla="*/ 759039 w 956232"/>
                <a:gd name="connsiteY10" fmla="*/ 132240 h 684989"/>
                <a:gd name="connsiteX11" fmla="*/ 759039 w 956232"/>
                <a:gd name="connsiteY11" fmla="*/ 81863 h 684989"/>
                <a:gd name="connsiteX12" fmla="*/ 741197 w 956232"/>
                <a:gd name="connsiteY12" fmla="*/ 61106 h 684989"/>
                <a:gd name="connsiteX13" fmla="*/ 726387 w 956232"/>
                <a:gd name="connsiteY13" fmla="*/ 61106 h 684989"/>
                <a:gd name="connsiteX14" fmla="*/ 726387 w 956232"/>
                <a:gd name="connsiteY14" fmla="*/ 41281 h 684989"/>
                <a:gd name="connsiteX15" fmla="*/ 673211 w 956232"/>
                <a:gd name="connsiteY15" fmla="*/ 41281 h 684989"/>
                <a:gd name="connsiteX16" fmla="*/ 673211 w 956232"/>
                <a:gd name="connsiteY16" fmla="*/ 169556 h 684989"/>
                <a:gd name="connsiteX17" fmla="*/ 659334 w 956232"/>
                <a:gd name="connsiteY17" fmla="*/ 169556 h 684989"/>
                <a:gd name="connsiteX18" fmla="*/ 659334 w 956232"/>
                <a:gd name="connsiteY18" fmla="*/ 121745 h 684989"/>
                <a:gd name="connsiteX19" fmla="*/ 594730 w 956232"/>
                <a:gd name="connsiteY19" fmla="*/ 121745 h 684989"/>
                <a:gd name="connsiteX20" fmla="*/ 594730 w 956232"/>
                <a:gd name="connsiteY20" fmla="*/ 169556 h 684989"/>
                <a:gd name="connsiteX21" fmla="*/ 511468 w 956232"/>
                <a:gd name="connsiteY21" fmla="*/ 169556 h 684989"/>
                <a:gd name="connsiteX22" fmla="*/ 511468 w 956232"/>
                <a:gd name="connsiteY22" fmla="*/ 183900 h 684989"/>
                <a:gd name="connsiteX23" fmla="*/ 608724 w 956232"/>
                <a:gd name="connsiteY23" fmla="*/ 183900 h 684989"/>
                <a:gd name="connsiteX24" fmla="*/ 608724 w 956232"/>
                <a:gd name="connsiteY24" fmla="*/ 136205 h 684989"/>
                <a:gd name="connsiteX25" fmla="*/ 645574 w 956232"/>
                <a:gd name="connsiteY25" fmla="*/ 136205 h 684989"/>
                <a:gd name="connsiteX26" fmla="*/ 645574 w 956232"/>
                <a:gd name="connsiteY26" fmla="*/ 183667 h 684989"/>
                <a:gd name="connsiteX27" fmla="*/ 686971 w 956232"/>
                <a:gd name="connsiteY27" fmla="*/ 183667 h 684989"/>
                <a:gd name="connsiteX28" fmla="*/ 686971 w 956232"/>
                <a:gd name="connsiteY28" fmla="*/ 55392 h 684989"/>
                <a:gd name="connsiteX29" fmla="*/ 712510 w 956232"/>
                <a:gd name="connsiteY29" fmla="*/ 55392 h 684989"/>
                <a:gd name="connsiteX30" fmla="*/ 712510 w 956232"/>
                <a:gd name="connsiteY30" fmla="*/ 75216 h 684989"/>
                <a:gd name="connsiteX31" fmla="*/ 734666 w 956232"/>
                <a:gd name="connsiteY31" fmla="*/ 75216 h 684989"/>
                <a:gd name="connsiteX32" fmla="*/ 744928 w 956232"/>
                <a:gd name="connsiteY32" fmla="*/ 86877 h 684989"/>
                <a:gd name="connsiteX33" fmla="*/ 744928 w 956232"/>
                <a:gd name="connsiteY33" fmla="*/ 145184 h 684989"/>
                <a:gd name="connsiteX34" fmla="*/ 785510 w 956232"/>
                <a:gd name="connsiteY34" fmla="*/ 145184 h 684989"/>
                <a:gd name="connsiteX35" fmla="*/ 785510 w 956232"/>
                <a:gd name="connsiteY35" fmla="*/ 67170 h 684989"/>
                <a:gd name="connsiteX36" fmla="*/ 793556 w 956232"/>
                <a:gd name="connsiteY36" fmla="*/ 57840 h 684989"/>
                <a:gd name="connsiteX37" fmla="*/ 793556 w 956232"/>
                <a:gd name="connsiteY37" fmla="*/ 44780 h 684989"/>
                <a:gd name="connsiteX38" fmla="*/ 833788 w 956232"/>
                <a:gd name="connsiteY38" fmla="*/ 44780 h 684989"/>
                <a:gd name="connsiteX39" fmla="*/ 833788 w 956232"/>
                <a:gd name="connsiteY39" fmla="*/ 63438 h 684989"/>
                <a:gd name="connsiteX40" fmla="*/ 866440 w 956232"/>
                <a:gd name="connsiteY40" fmla="*/ 63438 h 684989"/>
                <a:gd name="connsiteX41" fmla="*/ 866440 w 956232"/>
                <a:gd name="connsiteY41" fmla="*/ 106935 h 684989"/>
                <a:gd name="connsiteX42" fmla="*/ 894427 w 956232"/>
                <a:gd name="connsiteY42" fmla="*/ 106935 h 684989"/>
                <a:gd name="connsiteX43" fmla="*/ 894427 w 956232"/>
                <a:gd name="connsiteY43" fmla="*/ 191363 h 684989"/>
                <a:gd name="connsiteX44" fmla="*/ 941889 w 956232"/>
                <a:gd name="connsiteY44" fmla="*/ 191363 h 684989"/>
                <a:gd name="connsiteX45" fmla="*/ 478116 w 956232"/>
                <a:gd name="connsiteY45" fmla="*/ 670996 h 684989"/>
                <a:gd name="connsiteX46" fmla="*/ 14110 w 956232"/>
                <a:gd name="connsiteY46" fmla="*/ 189731 h 684989"/>
                <a:gd name="connsiteX47" fmla="*/ 17026 w 956232"/>
                <a:gd name="connsiteY47" fmla="*/ 135155 h 684989"/>
                <a:gd name="connsiteX48" fmla="*/ 93291 w 956232"/>
                <a:gd name="connsiteY48" fmla="*/ 135155 h 684989"/>
                <a:gd name="connsiteX49" fmla="*/ 93291 w 956232"/>
                <a:gd name="connsiteY49" fmla="*/ 31252 h 684989"/>
                <a:gd name="connsiteX50" fmla="*/ 101571 w 956232"/>
                <a:gd name="connsiteY50" fmla="*/ 31252 h 684989"/>
                <a:gd name="connsiteX51" fmla="*/ 101571 w 956232"/>
                <a:gd name="connsiteY51" fmla="*/ 14577 h 684989"/>
                <a:gd name="connsiteX52" fmla="*/ 115681 w 956232"/>
                <a:gd name="connsiteY52" fmla="*/ 14577 h 684989"/>
                <a:gd name="connsiteX53" fmla="*/ 125943 w 956232"/>
                <a:gd name="connsiteY53" fmla="*/ 32419 h 684989"/>
                <a:gd name="connsiteX54" fmla="*/ 138537 w 956232"/>
                <a:gd name="connsiteY54" fmla="*/ 32419 h 684989"/>
                <a:gd name="connsiteX55" fmla="*/ 138537 w 956232"/>
                <a:gd name="connsiteY55" fmla="*/ 165008 h 684989"/>
                <a:gd name="connsiteX56" fmla="*/ 152764 w 956232"/>
                <a:gd name="connsiteY56" fmla="*/ 165008 h 684989"/>
                <a:gd name="connsiteX57" fmla="*/ 152764 w 956232"/>
                <a:gd name="connsiteY57" fmla="*/ 183667 h 684989"/>
                <a:gd name="connsiteX58" fmla="*/ 185882 w 956232"/>
                <a:gd name="connsiteY58" fmla="*/ 183667 h 684989"/>
                <a:gd name="connsiteX59" fmla="*/ 185882 w 956232"/>
                <a:gd name="connsiteY59" fmla="*/ 77198 h 684989"/>
                <a:gd name="connsiteX60" fmla="*/ 218418 w 956232"/>
                <a:gd name="connsiteY60" fmla="*/ 77198 h 684989"/>
                <a:gd name="connsiteX61" fmla="*/ 218418 w 956232"/>
                <a:gd name="connsiteY61" fmla="*/ 104603 h 684989"/>
                <a:gd name="connsiteX62" fmla="*/ 238475 w 956232"/>
                <a:gd name="connsiteY62" fmla="*/ 104603 h 684989"/>
                <a:gd name="connsiteX63" fmla="*/ 238475 w 956232"/>
                <a:gd name="connsiteY63" fmla="*/ 155796 h 684989"/>
                <a:gd name="connsiteX64" fmla="*/ 280806 w 956232"/>
                <a:gd name="connsiteY64" fmla="*/ 155796 h 684989"/>
                <a:gd name="connsiteX65" fmla="*/ 280806 w 956232"/>
                <a:gd name="connsiteY65" fmla="*/ 172822 h 684989"/>
                <a:gd name="connsiteX66" fmla="*/ 299581 w 956232"/>
                <a:gd name="connsiteY66" fmla="*/ 172822 h 684989"/>
                <a:gd name="connsiteX67" fmla="*/ 299581 w 956232"/>
                <a:gd name="connsiteY67" fmla="*/ 106119 h 684989"/>
                <a:gd name="connsiteX68" fmla="*/ 324070 w 956232"/>
                <a:gd name="connsiteY68" fmla="*/ 106119 h 684989"/>
                <a:gd name="connsiteX69" fmla="*/ 333049 w 956232"/>
                <a:gd name="connsiteY69" fmla="*/ 117780 h 684989"/>
                <a:gd name="connsiteX70" fmla="*/ 333049 w 956232"/>
                <a:gd name="connsiteY70" fmla="*/ 183550 h 684989"/>
                <a:gd name="connsiteX71" fmla="*/ 439167 w 956232"/>
                <a:gd name="connsiteY71" fmla="*/ 183550 h 684989"/>
                <a:gd name="connsiteX72" fmla="*/ 439167 w 956232"/>
                <a:gd name="connsiteY72" fmla="*/ 169556 h 684989"/>
                <a:gd name="connsiteX73" fmla="*/ 346926 w 956232"/>
                <a:gd name="connsiteY73" fmla="*/ 169556 h 684989"/>
                <a:gd name="connsiteX74" fmla="*/ 346926 w 956232"/>
                <a:gd name="connsiteY74" fmla="*/ 112999 h 684989"/>
                <a:gd name="connsiteX75" fmla="*/ 330833 w 956232"/>
                <a:gd name="connsiteY75" fmla="*/ 91658 h 684989"/>
                <a:gd name="connsiteX76" fmla="*/ 285820 w 956232"/>
                <a:gd name="connsiteY76" fmla="*/ 91658 h 684989"/>
                <a:gd name="connsiteX77" fmla="*/ 285820 w 956232"/>
                <a:gd name="connsiteY77" fmla="*/ 141336 h 684989"/>
                <a:gd name="connsiteX78" fmla="*/ 252352 w 956232"/>
                <a:gd name="connsiteY78" fmla="*/ 141336 h 684989"/>
                <a:gd name="connsiteX79" fmla="*/ 252352 w 956232"/>
                <a:gd name="connsiteY79" fmla="*/ 90259 h 684989"/>
                <a:gd name="connsiteX80" fmla="*/ 232295 w 956232"/>
                <a:gd name="connsiteY80" fmla="*/ 90259 h 684989"/>
                <a:gd name="connsiteX81" fmla="*/ 232295 w 956232"/>
                <a:gd name="connsiteY81" fmla="*/ 62855 h 684989"/>
                <a:gd name="connsiteX82" fmla="*/ 172005 w 956232"/>
                <a:gd name="connsiteY82" fmla="*/ 62855 h 684989"/>
                <a:gd name="connsiteX83" fmla="*/ 172005 w 956232"/>
                <a:gd name="connsiteY83" fmla="*/ 169556 h 684989"/>
                <a:gd name="connsiteX84" fmla="*/ 166641 w 956232"/>
                <a:gd name="connsiteY84" fmla="*/ 169556 h 684989"/>
                <a:gd name="connsiteX85" fmla="*/ 166641 w 956232"/>
                <a:gd name="connsiteY85" fmla="*/ 150898 h 684989"/>
                <a:gd name="connsiteX86" fmla="*/ 151598 w 956232"/>
                <a:gd name="connsiteY86" fmla="*/ 150898 h 684989"/>
                <a:gd name="connsiteX87" fmla="*/ 151598 w 956232"/>
                <a:gd name="connsiteY87" fmla="*/ 17959 h 684989"/>
                <a:gd name="connsiteX88" fmla="*/ 133289 w 956232"/>
                <a:gd name="connsiteY88" fmla="*/ 17959 h 684989"/>
                <a:gd name="connsiteX89" fmla="*/ 123027 w 956232"/>
                <a:gd name="connsiteY89" fmla="*/ 0 h 684989"/>
                <a:gd name="connsiteX90" fmla="*/ 87110 w 956232"/>
                <a:gd name="connsiteY90" fmla="*/ 0 h 684989"/>
                <a:gd name="connsiteX91" fmla="*/ 87110 w 956232"/>
                <a:gd name="connsiteY91" fmla="*/ 16792 h 684989"/>
                <a:gd name="connsiteX92" fmla="*/ 78948 w 956232"/>
                <a:gd name="connsiteY92" fmla="*/ 16792 h 684989"/>
                <a:gd name="connsiteX93" fmla="*/ 78948 w 956232"/>
                <a:gd name="connsiteY93" fmla="*/ 120695 h 684989"/>
                <a:gd name="connsiteX94" fmla="*/ 3965 w 956232"/>
                <a:gd name="connsiteY94" fmla="*/ 120695 h 684989"/>
                <a:gd name="connsiteX95" fmla="*/ 0 w 956232"/>
                <a:gd name="connsiteY95" fmla="*/ 189381 h 684989"/>
                <a:gd name="connsiteX96" fmla="*/ 478116 w 956232"/>
                <a:gd name="connsiteY96" fmla="*/ 684989 h 684989"/>
                <a:gd name="connsiteX97" fmla="*/ 956233 w 956232"/>
                <a:gd name="connsiteY97" fmla="*/ 189731 h 684989"/>
                <a:gd name="connsiteX98" fmla="*/ 956233 w 956232"/>
                <a:gd name="connsiteY98" fmla="*/ 177020 h 684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956232" h="684989">
                  <a:moveTo>
                    <a:pt x="908421" y="177020"/>
                  </a:moveTo>
                  <a:lnTo>
                    <a:pt x="908421" y="92475"/>
                  </a:lnTo>
                  <a:lnTo>
                    <a:pt x="880434" y="92475"/>
                  </a:lnTo>
                  <a:lnTo>
                    <a:pt x="880434" y="48978"/>
                  </a:lnTo>
                  <a:lnTo>
                    <a:pt x="847665" y="48978"/>
                  </a:lnTo>
                  <a:lnTo>
                    <a:pt x="847665" y="30436"/>
                  </a:lnTo>
                  <a:lnTo>
                    <a:pt x="780029" y="30436"/>
                  </a:lnTo>
                  <a:lnTo>
                    <a:pt x="780029" y="52943"/>
                  </a:lnTo>
                  <a:lnTo>
                    <a:pt x="771983" y="62272"/>
                  </a:lnTo>
                  <a:lnTo>
                    <a:pt x="771983" y="132240"/>
                  </a:lnTo>
                  <a:lnTo>
                    <a:pt x="759039" y="132240"/>
                  </a:lnTo>
                  <a:lnTo>
                    <a:pt x="759039" y="81863"/>
                  </a:lnTo>
                  <a:lnTo>
                    <a:pt x="741197" y="61106"/>
                  </a:lnTo>
                  <a:lnTo>
                    <a:pt x="726387" y="61106"/>
                  </a:lnTo>
                  <a:lnTo>
                    <a:pt x="726387" y="41281"/>
                  </a:lnTo>
                  <a:lnTo>
                    <a:pt x="673211" y="41281"/>
                  </a:lnTo>
                  <a:lnTo>
                    <a:pt x="673211" y="169556"/>
                  </a:lnTo>
                  <a:lnTo>
                    <a:pt x="659334" y="169556"/>
                  </a:lnTo>
                  <a:lnTo>
                    <a:pt x="659334" y="121745"/>
                  </a:lnTo>
                  <a:lnTo>
                    <a:pt x="594730" y="121745"/>
                  </a:lnTo>
                  <a:lnTo>
                    <a:pt x="594730" y="169556"/>
                  </a:lnTo>
                  <a:lnTo>
                    <a:pt x="511468" y="169556"/>
                  </a:lnTo>
                  <a:lnTo>
                    <a:pt x="511468" y="183900"/>
                  </a:lnTo>
                  <a:lnTo>
                    <a:pt x="608724" y="183900"/>
                  </a:lnTo>
                  <a:lnTo>
                    <a:pt x="608724" y="136205"/>
                  </a:lnTo>
                  <a:lnTo>
                    <a:pt x="645574" y="136205"/>
                  </a:lnTo>
                  <a:lnTo>
                    <a:pt x="645574" y="183667"/>
                  </a:lnTo>
                  <a:lnTo>
                    <a:pt x="686971" y="183667"/>
                  </a:lnTo>
                  <a:lnTo>
                    <a:pt x="686971" y="55392"/>
                  </a:lnTo>
                  <a:lnTo>
                    <a:pt x="712510" y="55392"/>
                  </a:lnTo>
                  <a:lnTo>
                    <a:pt x="712510" y="75216"/>
                  </a:lnTo>
                  <a:lnTo>
                    <a:pt x="734666" y="75216"/>
                  </a:lnTo>
                  <a:lnTo>
                    <a:pt x="744928" y="86877"/>
                  </a:lnTo>
                  <a:lnTo>
                    <a:pt x="744928" y="145184"/>
                  </a:lnTo>
                  <a:lnTo>
                    <a:pt x="785510" y="145184"/>
                  </a:lnTo>
                  <a:lnTo>
                    <a:pt x="785510" y="67170"/>
                  </a:lnTo>
                  <a:lnTo>
                    <a:pt x="793556" y="57840"/>
                  </a:lnTo>
                  <a:lnTo>
                    <a:pt x="793556" y="44780"/>
                  </a:lnTo>
                  <a:lnTo>
                    <a:pt x="833788" y="44780"/>
                  </a:lnTo>
                  <a:lnTo>
                    <a:pt x="833788" y="63438"/>
                  </a:lnTo>
                  <a:lnTo>
                    <a:pt x="866440" y="63438"/>
                  </a:lnTo>
                  <a:lnTo>
                    <a:pt x="866440" y="106935"/>
                  </a:lnTo>
                  <a:lnTo>
                    <a:pt x="894427" y="106935"/>
                  </a:lnTo>
                  <a:lnTo>
                    <a:pt x="894427" y="191363"/>
                  </a:lnTo>
                  <a:lnTo>
                    <a:pt x="941889" y="191363"/>
                  </a:lnTo>
                  <a:cubicBezTo>
                    <a:pt x="941189" y="455843"/>
                    <a:pt x="733267" y="670996"/>
                    <a:pt x="478116" y="670996"/>
                  </a:cubicBezTo>
                  <a:cubicBezTo>
                    <a:pt x="222965" y="670996"/>
                    <a:pt x="14110" y="454677"/>
                    <a:pt x="14110" y="189731"/>
                  </a:cubicBezTo>
                  <a:lnTo>
                    <a:pt x="17026" y="135155"/>
                  </a:lnTo>
                  <a:lnTo>
                    <a:pt x="93291" y="135155"/>
                  </a:lnTo>
                  <a:lnTo>
                    <a:pt x="93291" y="31252"/>
                  </a:lnTo>
                  <a:lnTo>
                    <a:pt x="101571" y="31252"/>
                  </a:lnTo>
                  <a:lnTo>
                    <a:pt x="101571" y="14577"/>
                  </a:lnTo>
                  <a:lnTo>
                    <a:pt x="115681" y="14577"/>
                  </a:lnTo>
                  <a:lnTo>
                    <a:pt x="125943" y="32419"/>
                  </a:lnTo>
                  <a:lnTo>
                    <a:pt x="138537" y="32419"/>
                  </a:lnTo>
                  <a:lnTo>
                    <a:pt x="138537" y="165008"/>
                  </a:lnTo>
                  <a:lnTo>
                    <a:pt x="152764" y="165008"/>
                  </a:lnTo>
                  <a:lnTo>
                    <a:pt x="152764" y="183667"/>
                  </a:lnTo>
                  <a:lnTo>
                    <a:pt x="185882" y="183667"/>
                  </a:lnTo>
                  <a:lnTo>
                    <a:pt x="185882" y="77198"/>
                  </a:lnTo>
                  <a:lnTo>
                    <a:pt x="218418" y="77198"/>
                  </a:lnTo>
                  <a:lnTo>
                    <a:pt x="218418" y="104603"/>
                  </a:lnTo>
                  <a:lnTo>
                    <a:pt x="238475" y="104603"/>
                  </a:lnTo>
                  <a:lnTo>
                    <a:pt x="238475" y="155796"/>
                  </a:lnTo>
                  <a:lnTo>
                    <a:pt x="280806" y="155796"/>
                  </a:lnTo>
                  <a:lnTo>
                    <a:pt x="280806" y="172822"/>
                  </a:lnTo>
                  <a:lnTo>
                    <a:pt x="299581" y="172822"/>
                  </a:lnTo>
                  <a:lnTo>
                    <a:pt x="299581" y="106119"/>
                  </a:lnTo>
                  <a:lnTo>
                    <a:pt x="324070" y="106119"/>
                  </a:lnTo>
                  <a:lnTo>
                    <a:pt x="333049" y="117780"/>
                  </a:lnTo>
                  <a:lnTo>
                    <a:pt x="333049" y="183550"/>
                  </a:lnTo>
                  <a:lnTo>
                    <a:pt x="439167" y="183550"/>
                  </a:lnTo>
                  <a:lnTo>
                    <a:pt x="439167" y="169556"/>
                  </a:lnTo>
                  <a:lnTo>
                    <a:pt x="346926" y="169556"/>
                  </a:lnTo>
                  <a:lnTo>
                    <a:pt x="346926" y="112999"/>
                  </a:lnTo>
                  <a:lnTo>
                    <a:pt x="330833" y="91658"/>
                  </a:lnTo>
                  <a:lnTo>
                    <a:pt x="285820" y="91658"/>
                  </a:lnTo>
                  <a:lnTo>
                    <a:pt x="285820" y="141336"/>
                  </a:lnTo>
                  <a:lnTo>
                    <a:pt x="252352" y="141336"/>
                  </a:lnTo>
                  <a:lnTo>
                    <a:pt x="252352" y="90259"/>
                  </a:lnTo>
                  <a:lnTo>
                    <a:pt x="232295" y="90259"/>
                  </a:lnTo>
                  <a:lnTo>
                    <a:pt x="232295" y="62855"/>
                  </a:lnTo>
                  <a:lnTo>
                    <a:pt x="172005" y="62855"/>
                  </a:lnTo>
                  <a:lnTo>
                    <a:pt x="172005" y="169556"/>
                  </a:lnTo>
                  <a:lnTo>
                    <a:pt x="166641" y="169556"/>
                  </a:lnTo>
                  <a:lnTo>
                    <a:pt x="166641" y="150898"/>
                  </a:lnTo>
                  <a:lnTo>
                    <a:pt x="151598" y="150898"/>
                  </a:lnTo>
                  <a:lnTo>
                    <a:pt x="151598" y="17959"/>
                  </a:lnTo>
                  <a:lnTo>
                    <a:pt x="133289" y="17959"/>
                  </a:lnTo>
                  <a:lnTo>
                    <a:pt x="123027" y="0"/>
                  </a:lnTo>
                  <a:lnTo>
                    <a:pt x="87110" y="0"/>
                  </a:lnTo>
                  <a:lnTo>
                    <a:pt x="87110" y="16792"/>
                  </a:lnTo>
                  <a:lnTo>
                    <a:pt x="78948" y="16792"/>
                  </a:lnTo>
                  <a:lnTo>
                    <a:pt x="78948" y="120695"/>
                  </a:lnTo>
                  <a:lnTo>
                    <a:pt x="3965" y="120695"/>
                  </a:lnTo>
                  <a:lnTo>
                    <a:pt x="0" y="189381"/>
                  </a:lnTo>
                  <a:cubicBezTo>
                    <a:pt x="0" y="462607"/>
                    <a:pt x="214569" y="684989"/>
                    <a:pt x="478116" y="684989"/>
                  </a:cubicBezTo>
                  <a:cubicBezTo>
                    <a:pt x="741663" y="684989"/>
                    <a:pt x="956233" y="462840"/>
                    <a:pt x="956233" y="189731"/>
                  </a:cubicBezTo>
                  <a:lnTo>
                    <a:pt x="956233" y="177020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E28E7CC-51B7-1647-96C5-E205F46EE01A}"/>
                </a:ext>
              </a:extLst>
            </p:cNvPr>
            <p:cNvSpPr/>
            <p:nvPr/>
          </p:nvSpPr>
          <p:spPr>
            <a:xfrm>
              <a:off x="9242069" y="1135340"/>
              <a:ext cx="841484" cy="302978"/>
            </a:xfrm>
            <a:custGeom>
              <a:avLst/>
              <a:gdLst>
                <a:gd name="connsiteX0" fmla="*/ 841485 w 841484"/>
                <a:gd name="connsiteY0" fmla="*/ 16575 h 302978"/>
                <a:gd name="connsiteX1" fmla="*/ 799504 w 841484"/>
                <a:gd name="connsiteY1" fmla="*/ 8412 h 302978"/>
                <a:gd name="connsiteX2" fmla="*/ 713093 w 841484"/>
                <a:gd name="connsiteY2" fmla="*/ 16 h 302978"/>
                <a:gd name="connsiteX3" fmla="*/ 421559 w 841484"/>
                <a:gd name="connsiteY3" fmla="*/ 108816 h 302978"/>
                <a:gd name="connsiteX4" fmla="*/ 264247 w 841484"/>
                <a:gd name="connsiteY4" fmla="*/ 21473 h 302978"/>
                <a:gd name="connsiteX5" fmla="*/ 40815 w 841484"/>
                <a:gd name="connsiteY5" fmla="*/ 8412 h 302978"/>
                <a:gd name="connsiteX6" fmla="*/ 0 w 841484"/>
                <a:gd name="connsiteY6" fmla="*/ 16575 h 302978"/>
                <a:gd name="connsiteX7" fmla="*/ 41631 w 841484"/>
                <a:gd name="connsiteY7" fmla="*/ 17858 h 302978"/>
                <a:gd name="connsiteX8" fmla="*/ 386458 w 841484"/>
                <a:gd name="connsiteY8" fmla="*/ 144500 h 302978"/>
                <a:gd name="connsiteX9" fmla="*/ 319522 w 841484"/>
                <a:gd name="connsiteY9" fmla="*/ 208988 h 302978"/>
                <a:gd name="connsiteX10" fmla="*/ 315907 w 841484"/>
                <a:gd name="connsiteY10" fmla="*/ 198609 h 302978"/>
                <a:gd name="connsiteX11" fmla="*/ 305878 w 841484"/>
                <a:gd name="connsiteY11" fmla="*/ 176103 h 302978"/>
                <a:gd name="connsiteX12" fmla="*/ 281039 w 841484"/>
                <a:gd name="connsiteY12" fmla="*/ 160126 h 302978"/>
                <a:gd name="connsiteX13" fmla="*/ 281039 w 841484"/>
                <a:gd name="connsiteY13" fmla="*/ 160126 h 302978"/>
                <a:gd name="connsiteX14" fmla="*/ 272993 w 841484"/>
                <a:gd name="connsiteY14" fmla="*/ 159194 h 302978"/>
                <a:gd name="connsiteX15" fmla="*/ 241507 w 841484"/>
                <a:gd name="connsiteY15" fmla="*/ 186248 h 302978"/>
                <a:gd name="connsiteX16" fmla="*/ 260049 w 841484"/>
                <a:gd name="connsiteY16" fmla="*/ 222748 h 302978"/>
                <a:gd name="connsiteX17" fmla="*/ 269028 w 841484"/>
                <a:gd name="connsiteY17" fmla="*/ 224264 h 302978"/>
                <a:gd name="connsiteX18" fmla="*/ 290718 w 841484"/>
                <a:gd name="connsiteY18" fmla="*/ 218317 h 302978"/>
                <a:gd name="connsiteX19" fmla="*/ 292934 w 841484"/>
                <a:gd name="connsiteY19" fmla="*/ 217384 h 302978"/>
                <a:gd name="connsiteX20" fmla="*/ 295149 w 841484"/>
                <a:gd name="connsiteY20" fmla="*/ 221932 h 302978"/>
                <a:gd name="connsiteX21" fmla="*/ 295149 w 841484"/>
                <a:gd name="connsiteY21" fmla="*/ 226946 h 302978"/>
                <a:gd name="connsiteX22" fmla="*/ 264946 w 841484"/>
                <a:gd name="connsiteY22" fmla="*/ 249569 h 302978"/>
                <a:gd name="connsiteX23" fmla="*/ 223315 w 841484"/>
                <a:gd name="connsiteY23" fmla="*/ 242106 h 302978"/>
                <a:gd name="connsiteX24" fmla="*/ 212937 w 841484"/>
                <a:gd name="connsiteY24" fmla="*/ 287002 h 302978"/>
                <a:gd name="connsiteX25" fmla="*/ 233811 w 841484"/>
                <a:gd name="connsiteY25" fmla="*/ 302978 h 302978"/>
                <a:gd name="connsiteX26" fmla="*/ 242440 w 841484"/>
                <a:gd name="connsiteY26" fmla="*/ 302978 h 302978"/>
                <a:gd name="connsiteX27" fmla="*/ 320571 w 841484"/>
                <a:gd name="connsiteY27" fmla="*/ 267994 h 302978"/>
                <a:gd name="connsiteX28" fmla="*/ 369432 w 841484"/>
                <a:gd name="connsiteY28" fmla="*/ 300996 h 302978"/>
                <a:gd name="connsiteX29" fmla="*/ 413745 w 841484"/>
                <a:gd name="connsiteY29" fmla="*/ 272775 h 302978"/>
                <a:gd name="connsiteX30" fmla="*/ 388352 w 841484"/>
                <a:gd name="connsiteY30" fmla="*/ 233814 h 302978"/>
                <a:gd name="connsiteX31" fmla="*/ 364651 w 841484"/>
                <a:gd name="connsiteY31" fmla="*/ 237791 h 302978"/>
                <a:gd name="connsiteX32" fmla="*/ 354856 w 841484"/>
                <a:gd name="connsiteY32" fmla="*/ 252951 h 302978"/>
                <a:gd name="connsiteX33" fmla="*/ 353456 w 841484"/>
                <a:gd name="connsiteY33" fmla="*/ 257732 h 302978"/>
                <a:gd name="connsiteX34" fmla="*/ 345177 w 841484"/>
                <a:gd name="connsiteY34" fmla="*/ 252251 h 302978"/>
                <a:gd name="connsiteX35" fmla="*/ 397070 w 841484"/>
                <a:gd name="connsiteY35" fmla="*/ 199425 h 302978"/>
                <a:gd name="connsiteX36" fmla="*/ 420392 w 841484"/>
                <a:gd name="connsiteY36" fmla="*/ 179018 h 302978"/>
                <a:gd name="connsiteX37" fmla="*/ 443715 w 841484"/>
                <a:gd name="connsiteY37" fmla="*/ 198842 h 302978"/>
                <a:gd name="connsiteX38" fmla="*/ 494209 w 841484"/>
                <a:gd name="connsiteY38" fmla="*/ 252834 h 302978"/>
                <a:gd name="connsiteX39" fmla="*/ 487096 w 841484"/>
                <a:gd name="connsiteY39" fmla="*/ 258315 h 302978"/>
                <a:gd name="connsiteX40" fmla="*/ 487096 w 841484"/>
                <a:gd name="connsiteY40" fmla="*/ 258315 h 302978"/>
                <a:gd name="connsiteX41" fmla="*/ 485230 w 841484"/>
                <a:gd name="connsiteY41" fmla="*/ 248170 h 302978"/>
                <a:gd name="connsiteX42" fmla="*/ 464356 w 841484"/>
                <a:gd name="connsiteY42" fmla="*/ 234409 h 302978"/>
                <a:gd name="connsiteX43" fmla="*/ 457592 w 841484"/>
                <a:gd name="connsiteY43" fmla="*/ 233593 h 302978"/>
                <a:gd name="connsiteX44" fmla="*/ 426573 w 841484"/>
                <a:gd name="connsiteY44" fmla="*/ 260064 h 302978"/>
                <a:gd name="connsiteX45" fmla="*/ 431004 w 841484"/>
                <a:gd name="connsiteY45" fmla="*/ 284553 h 302978"/>
                <a:gd name="connsiteX46" fmla="*/ 463423 w 841484"/>
                <a:gd name="connsiteY46" fmla="*/ 301696 h 302978"/>
                <a:gd name="connsiteX47" fmla="*/ 519514 w 841484"/>
                <a:gd name="connsiteY47" fmla="*/ 268111 h 302978"/>
                <a:gd name="connsiteX48" fmla="*/ 592864 w 841484"/>
                <a:gd name="connsiteY48" fmla="*/ 302162 h 302978"/>
                <a:gd name="connsiteX49" fmla="*/ 616187 w 841484"/>
                <a:gd name="connsiteY49" fmla="*/ 297148 h 302978"/>
                <a:gd name="connsiteX50" fmla="*/ 631230 w 841484"/>
                <a:gd name="connsiteY50" fmla="*/ 278606 h 302978"/>
                <a:gd name="connsiteX51" fmla="*/ 627149 w 841484"/>
                <a:gd name="connsiteY51" fmla="*/ 253068 h 302978"/>
                <a:gd name="connsiteX52" fmla="*/ 582240 w 841484"/>
                <a:gd name="connsiteY52" fmla="*/ 243838 h 302978"/>
                <a:gd name="connsiteX53" fmla="*/ 575372 w 841484"/>
                <a:gd name="connsiteY53" fmla="*/ 249919 h 302978"/>
                <a:gd name="connsiteX54" fmla="*/ 545053 w 841484"/>
                <a:gd name="connsiteY54" fmla="*/ 226596 h 302978"/>
                <a:gd name="connsiteX55" fmla="*/ 546335 w 841484"/>
                <a:gd name="connsiteY55" fmla="*/ 218083 h 302978"/>
                <a:gd name="connsiteX56" fmla="*/ 567909 w 841484"/>
                <a:gd name="connsiteY56" fmla="*/ 224381 h 302978"/>
                <a:gd name="connsiteX57" fmla="*/ 599628 w 841484"/>
                <a:gd name="connsiteY57" fmla="*/ 199425 h 302978"/>
                <a:gd name="connsiteX58" fmla="*/ 595313 w 841484"/>
                <a:gd name="connsiteY58" fmla="*/ 174703 h 302978"/>
                <a:gd name="connsiteX59" fmla="*/ 574672 w 841484"/>
                <a:gd name="connsiteY59" fmla="*/ 160126 h 302978"/>
                <a:gd name="connsiteX60" fmla="*/ 534557 w 841484"/>
                <a:gd name="connsiteY60" fmla="*/ 176103 h 302978"/>
                <a:gd name="connsiteX61" fmla="*/ 524412 w 841484"/>
                <a:gd name="connsiteY61" fmla="*/ 198143 h 302978"/>
                <a:gd name="connsiteX62" fmla="*/ 520914 w 841484"/>
                <a:gd name="connsiteY62" fmla="*/ 208521 h 302978"/>
                <a:gd name="connsiteX63" fmla="*/ 453861 w 841484"/>
                <a:gd name="connsiteY63" fmla="*/ 144034 h 302978"/>
                <a:gd name="connsiteX64" fmla="*/ 798804 w 841484"/>
                <a:gd name="connsiteY64" fmla="*/ 17391 h 302978"/>
                <a:gd name="connsiteX65" fmla="*/ 443715 w 841484"/>
                <a:gd name="connsiteY65" fmla="*/ 141118 h 302978"/>
                <a:gd name="connsiteX66" fmla="*/ 440217 w 841484"/>
                <a:gd name="connsiteY66" fmla="*/ 144617 h 302978"/>
                <a:gd name="connsiteX67" fmla="*/ 522663 w 841484"/>
                <a:gd name="connsiteY67" fmla="*/ 224031 h 302978"/>
                <a:gd name="connsiteX68" fmla="*/ 525695 w 841484"/>
                <a:gd name="connsiteY68" fmla="*/ 219366 h 302978"/>
                <a:gd name="connsiteX69" fmla="*/ 533041 w 841484"/>
                <a:gd name="connsiteY69" fmla="*/ 201524 h 302978"/>
                <a:gd name="connsiteX70" fmla="*/ 541438 w 841484"/>
                <a:gd name="connsiteY70" fmla="*/ 182750 h 302978"/>
                <a:gd name="connsiteX71" fmla="*/ 568725 w 841484"/>
                <a:gd name="connsiteY71" fmla="*/ 169339 h 302978"/>
                <a:gd name="connsiteX72" fmla="*/ 572457 w 841484"/>
                <a:gd name="connsiteY72" fmla="*/ 169339 h 302978"/>
                <a:gd name="connsiteX73" fmla="*/ 587150 w 841484"/>
                <a:gd name="connsiteY73" fmla="*/ 179834 h 302978"/>
                <a:gd name="connsiteX74" fmla="*/ 590532 w 841484"/>
                <a:gd name="connsiteY74" fmla="*/ 196860 h 302978"/>
                <a:gd name="connsiteX75" fmla="*/ 568142 w 841484"/>
                <a:gd name="connsiteY75" fmla="*/ 214935 h 302978"/>
                <a:gd name="connsiteX76" fmla="*/ 548668 w 841484"/>
                <a:gd name="connsiteY76" fmla="*/ 208754 h 302978"/>
                <a:gd name="connsiteX77" fmla="*/ 545869 w 841484"/>
                <a:gd name="connsiteY77" fmla="*/ 208055 h 302978"/>
                <a:gd name="connsiteX78" fmla="*/ 538056 w 841484"/>
                <a:gd name="connsiteY78" fmla="*/ 214119 h 302978"/>
                <a:gd name="connsiteX79" fmla="*/ 537239 w 841484"/>
                <a:gd name="connsiteY79" fmla="*/ 232077 h 302978"/>
                <a:gd name="connsiteX80" fmla="*/ 575372 w 841484"/>
                <a:gd name="connsiteY80" fmla="*/ 260064 h 302978"/>
                <a:gd name="connsiteX81" fmla="*/ 578754 w 841484"/>
                <a:gd name="connsiteY81" fmla="*/ 261464 h 302978"/>
                <a:gd name="connsiteX82" fmla="*/ 580736 w 841484"/>
                <a:gd name="connsiteY82" fmla="*/ 258199 h 302978"/>
                <a:gd name="connsiteX83" fmla="*/ 613074 w 841484"/>
                <a:gd name="connsiteY83" fmla="*/ 251704 h 302978"/>
                <a:gd name="connsiteX84" fmla="*/ 619569 w 841484"/>
                <a:gd name="connsiteY84" fmla="*/ 258199 h 302978"/>
                <a:gd name="connsiteX85" fmla="*/ 622367 w 841484"/>
                <a:gd name="connsiteY85" fmla="*/ 275807 h 302978"/>
                <a:gd name="connsiteX86" fmla="*/ 612572 w 841484"/>
                <a:gd name="connsiteY86" fmla="*/ 287469 h 302978"/>
                <a:gd name="connsiteX87" fmla="*/ 592398 w 841484"/>
                <a:gd name="connsiteY87" fmla="*/ 291783 h 302978"/>
                <a:gd name="connsiteX88" fmla="*/ 520914 w 841484"/>
                <a:gd name="connsiteY88" fmla="*/ 256799 h 302978"/>
                <a:gd name="connsiteX89" fmla="*/ 516949 w 841484"/>
                <a:gd name="connsiteY89" fmla="*/ 253534 h 302978"/>
                <a:gd name="connsiteX90" fmla="*/ 514150 w 841484"/>
                <a:gd name="connsiteY90" fmla="*/ 257965 h 302978"/>
                <a:gd name="connsiteX91" fmla="*/ 462957 w 841484"/>
                <a:gd name="connsiteY91" fmla="*/ 291434 h 302978"/>
                <a:gd name="connsiteX92" fmla="*/ 438001 w 841484"/>
                <a:gd name="connsiteY92" fmla="*/ 278256 h 302978"/>
                <a:gd name="connsiteX93" fmla="*/ 435086 w 841484"/>
                <a:gd name="connsiteY93" fmla="*/ 261697 h 302978"/>
                <a:gd name="connsiteX94" fmla="*/ 461674 w 841484"/>
                <a:gd name="connsiteY94" fmla="*/ 243039 h 302978"/>
                <a:gd name="connsiteX95" fmla="*/ 476717 w 841484"/>
                <a:gd name="connsiteY95" fmla="*/ 252135 h 302978"/>
                <a:gd name="connsiteX96" fmla="*/ 477300 w 841484"/>
                <a:gd name="connsiteY96" fmla="*/ 257149 h 302978"/>
                <a:gd name="connsiteX97" fmla="*/ 479399 w 841484"/>
                <a:gd name="connsiteY97" fmla="*/ 265429 h 302978"/>
                <a:gd name="connsiteX98" fmla="*/ 486512 w 841484"/>
                <a:gd name="connsiteY98" fmla="*/ 267178 h 302978"/>
                <a:gd name="connsiteX99" fmla="*/ 502722 w 841484"/>
                <a:gd name="connsiteY99" fmla="*/ 254700 h 302978"/>
                <a:gd name="connsiteX100" fmla="*/ 502722 w 841484"/>
                <a:gd name="connsiteY100" fmla="*/ 248870 h 302978"/>
                <a:gd name="connsiteX101" fmla="*/ 449196 w 841484"/>
                <a:gd name="connsiteY101" fmla="*/ 190563 h 302978"/>
                <a:gd name="connsiteX102" fmla="*/ 423424 w 841484"/>
                <a:gd name="connsiteY102" fmla="*/ 168406 h 302978"/>
                <a:gd name="connsiteX103" fmla="*/ 420392 w 841484"/>
                <a:gd name="connsiteY103" fmla="*/ 165724 h 302978"/>
                <a:gd name="connsiteX104" fmla="*/ 417244 w 841484"/>
                <a:gd name="connsiteY104" fmla="*/ 168873 h 302978"/>
                <a:gd name="connsiteX105" fmla="*/ 391239 w 841484"/>
                <a:gd name="connsiteY105" fmla="*/ 192195 h 302978"/>
                <a:gd name="connsiteX106" fmla="*/ 338063 w 841484"/>
                <a:gd name="connsiteY106" fmla="*/ 247820 h 302978"/>
                <a:gd name="connsiteX107" fmla="*/ 338063 w 841484"/>
                <a:gd name="connsiteY107" fmla="*/ 257732 h 302978"/>
                <a:gd name="connsiteX108" fmla="*/ 354739 w 841484"/>
                <a:gd name="connsiteY108" fmla="*/ 268227 h 302978"/>
                <a:gd name="connsiteX109" fmla="*/ 364651 w 841484"/>
                <a:gd name="connsiteY109" fmla="*/ 256566 h 302978"/>
                <a:gd name="connsiteX110" fmla="*/ 368966 w 841484"/>
                <a:gd name="connsiteY110" fmla="*/ 247820 h 302978"/>
                <a:gd name="connsiteX111" fmla="*/ 392289 w 841484"/>
                <a:gd name="connsiteY111" fmla="*/ 245838 h 302978"/>
                <a:gd name="connsiteX112" fmla="*/ 405816 w 841484"/>
                <a:gd name="connsiteY112" fmla="*/ 272076 h 302978"/>
                <a:gd name="connsiteX113" fmla="*/ 375963 w 841484"/>
                <a:gd name="connsiteY113" fmla="*/ 292600 h 302978"/>
                <a:gd name="connsiteX114" fmla="*/ 371881 w 841484"/>
                <a:gd name="connsiteY114" fmla="*/ 292600 h 302978"/>
                <a:gd name="connsiteX115" fmla="*/ 326868 w 841484"/>
                <a:gd name="connsiteY115" fmla="*/ 259598 h 302978"/>
                <a:gd name="connsiteX116" fmla="*/ 324186 w 841484"/>
                <a:gd name="connsiteY116" fmla="*/ 254933 h 302978"/>
                <a:gd name="connsiteX117" fmla="*/ 320105 w 841484"/>
                <a:gd name="connsiteY117" fmla="*/ 258315 h 302978"/>
                <a:gd name="connsiteX118" fmla="*/ 243606 w 841484"/>
                <a:gd name="connsiteY118" fmla="*/ 294699 h 302978"/>
                <a:gd name="connsiteX119" fmla="*/ 236609 w 841484"/>
                <a:gd name="connsiteY119" fmla="*/ 294699 h 302978"/>
                <a:gd name="connsiteX120" fmla="*/ 221683 w 841484"/>
                <a:gd name="connsiteY120" fmla="*/ 283970 h 302978"/>
                <a:gd name="connsiteX121" fmla="*/ 228796 w 841484"/>
                <a:gd name="connsiteY121" fmla="*/ 251668 h 302978"/>
                <a:gd name="connsiteX122" fmla="*/ 240458 w 841484"/>
                <a:gd name="connsiteY122" fmla="*/ 248520 h 302978"/>
                <a:gd name="connsiteX123" fmla="*/ 260515 w 841484"/>
                <a:gd name="connsiteY123" fmla="*/ 259481 h 302978"/>
                <a:gd name="connsiteX124" fmla="*/ 262614 w 841484"/>
                <a:gd name="connsiteY124" fmla="*/ 262513 h 302978"/>
                <a:gd name="connsiteX125" fmla="*/ 265879 w 841484"/>
                <a:gd name="connsiteY125" fmla="*/ 261231 h 302978"/>
                <a:gd name="connsiteX126" fmla="*/ 303779 w 841484"/>
                <a:gd name="connsiteY126" fmla="*/ 233593 h 302978"/>
                <a:gd name="connsiteX127" fmla="*/ 303196 w 841484"/>
                <a:gd name="connsiteY127" fmla="*/ 216334 h 302978"/>
                <a:gd name="connsiteX128" fmla="*/ 293867 w 841484"/>
                <a:gd name="connsiteY128" fmla="*/ 209221 h 302978"/>
                <a:gd name="connsiteX129" fmla="*/ 291068 w 841484"/>
                <a:gd name="connsiteY129" fmla="*/ 209221 h 302978"/>
                <a:gd name="connsiteX130" fmla="*/ 288153 w 841484"/>
                <a:gd name="connsiteY130" fmla="*/ 210504 h 302978"/>
                <a:gd name="connsiteX131" fmla="*/ 269961 w 841484"/>
                <a:gd name="connsiteY131" fmla="*/ 215751 h 302978"/>
                <a:gd name="connsiteX132" fmla="*/ 264597 w 841484"/>
                <a:gd name="connsiteY132" fmla="*/ 215052 h 302978"/>
                <a:gd name="connsiteX133" fmla="*/ 250020 w 841484"/>
                <a:gd name="connsiteY133" fmla="*/ 187764 h 302978"/>
                <a:gd name="connsiteX134" fmla="*/ 277184 w 841484"/>
                <a:gd name="connsiteY134" fmla="*/ 169055 h 302978"/>
                <a:gd name="connsiteX135" fmla="*/ 278007 w 841484"/>
                <a:gd name="connsiteY135" fmla="*/ 169222 h 302978"/>
                <a:gd name="connsiteX136" fmla="*/ 298998 w 841484"/>
                <a:gd name="connsiteY136" fmla="*/ 182400 h 302978"/>
                <a:gd name="connsiteX137" fmla="*/ 307394 w 841484"/>
                <a:gd name="connsiteY137" fmla="*/ 201175 h 302978"/>
                <a:gd name="connsiteX138" fmla="*/ 314740 w 841484"/>
                <a:gd name="connsiteY138" fmla="*/ 219016 h 302978"/>
                <a:gd name="connsiteX139" fmla="*/ 317772 w 841484"/>
                <a:gd name="connsiteY139" fmla="*/ 223681 h 302978"/>
                <a:gd name="connsiteX140" fmla="*/ 400335 w 841484"/>
                <a:gd name="connsiteY140" fmla="*/ 144267 h 302978"/>
                <a:gd name="connsiteX141" fmla="*/ 397070 w 841484"/>
                <a:gd name="connsiteY141" fmla="*/ 141118 h 302978"/>
                <a:gd name="connsiteX142" fmla="*/ 89210 w 841484"/>
                <a:gd name="connsiteY142" fmla="*/ 11211 h 302978"/>
                <a:gd name="connsiteX143" fmla="*/ 262031 w 841484"/>
                <a:gd name="connsiteY143" fmla="*/ 30685 h 302978"/>
                <a:gd name="connsiteX144" fmla="*/ 419460 w 841484"/>
                <a:gd name="connsiteY144" fmla="*/ 118729 h 302978"/>
                <a:gd name="connsiteX145" fmla="*/ 422375 w 841484"/>
                <a:gd name="connsiteY145" fmla="*/ 121061 h 302978"/>
                <a:gd name="connsiteX146" fmla="*/ 425174 w 841484"/>
                <a:gd name="connsiteY146" fmla="*/ 118495 h 302978"/>
                <a:gd name="connsiteX147" fmla="*/ 713093 w 841484"/>
                <a:gd name="connsiteY147" fmla="*/ 9578 h 302978"/>
                <a:gd name="connsiteX148" fmla="*/ 750876 w 841484"/>
                <a:gd name="connsiteY148" fmla="*/ 11211 h 302978"/>
                <a:gd name="connsiteX149" fmla="*/ 443715 w 841484"/>
                <a:gd name="connsiteY149" fmla="*/ 141118 h 302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841484" h="302978">
                  <a:moveTo>
                    <a:pt x="841485" y="16575"/>
                  </a:moveTo>
                  <a:lnTo>
                    <a:pt x="799504" y="8412"/>
                  </a:lnTo>
                  <a:cubicBezTo>
                    <a:pt x="771042" y="2808"/>
                    <a:pt x="742101" y="-4"/>
                    <a:pt x="713093" y="16"/>
                  </a:cubicBezTo>
                  <a:cubicBezTo>
                    <a:pt x="605825" y="-897"/>
                    <a:pt x="502001" y="37850"/>
                    <a:pt x="421559" y="108816"/>
                  </a:cubicBezTo>
                  <a:cubicBezTo>
                    <a:pt x="380860" y="77681"/>
                    <a:pt x="326752" y="40364"/>
                    <a:pt x="264247" y="21473"/>
                  </a:cubicBezTo>
                  <a:cubicBezTo>
                    <a:pt x="192020" y="-1425"/>
                    <a:pt x="115217" y="-5914"/>
                    <a:pt x="40815" y="8412"/>
                  </a:cubicBezTo>
                  <a:lnTo>
                    <a:pt x="0" y="16575"/>
                  </a:lnTo>
                  <a:lnTo>
                    <a:pt x="41631" y="17858"/>
                  </a:lnTo>
                  <a:cubicBezTo>
                    <a:pt x="142852" y="20890"/>
                    <a:pt x="284421" y="45379"/>
                    <a:pt x="386458" y="144500"/>
                  </a:cubicBezTo>
                  <a:lnTo>
                    <a:pt x="319522" y="208988"/>
                  </a:lnTo>
                  <a:cubicBezTo>
                    <a:pt x="318141" y="205592"/>
                    <a:pt x="316934" y="202128"/>
                    <a:pt x="315907" y="198609"/>
                  </a:cubicBezTo>
                  <a:cubicBezTo>
                    <a:pt x="314073" y="190522"/>
                    <a:pt x="310665" y="182874"/>
                    <a:pt x="305878" y="176103"/>
                  </a:cubicBezTo>
                  <a:cubicBezTo>
                    <a:pt x="298891" y="168994"/>
                    <a:pt x="290405" y="163536"/>
                    <a:pt x="281039" y="160126"/>
                  </a:cubicBezTo>
                  <a:lnTo>
                    <a:pt x="281039" y="160126"/>
                  </a:lnTo>
                  <a:cubicBezTo>
                    <a:pt x="278408" y="159472"/>
                    <a:pt x="275704" y="159158"/>
                    <a:pt x="272993" y="159194"/>
                  </a:cubicBezTo>
                  <a:cubicBezTo>
                    <a:pt x="257325" y="159382"/>
                    <a:pt x="244051" y="170787"/>
                    <a:pt x="241507" y="186248"/>
                  </a:cubicBezTo>
                  <a:cubicBezTo>
                    <a:pt x="239673" y="201056"/>
                    <a:pt x="247009" y="215496"/>
                    <a:pt x="260049" y="222748"/>
                  </a:cubicBezTo>
                  <a:cubicBezTo>
                    <a:pt x="262927" y="223787"/>
                    <a:pt x="265968" y="224301"/>
                    <a:pt x="269028" y="224264"/>
                  </a:cubicBezTo>
                  <a:cubicBezTo>
                    <a:pt x="276591" y="223799"/>
                    <a:pt x="283976" y="221774"/>
                    <a:pt x="290718" y="218317"/>
                  </a:cubicBezTo>
                  <a:lnTo>
                    <a:pt x="292934" y="217384"/>
                  </a:lnTo>
                  <a:cubicBezTo>
                    <a:pt x="294024" y="218702"/>
                    <a:pt x="294784" y="220261"/>
                    <a:pt x="295149" y="221932"/>
                  </a:cubicBezTo>
                  <a:cubicBezTo>
                    <a:pt x="295844" y="223531"/>
                    <a:pt x="295844" y="225347"/>
                    <a:pt x="295149" y="226946"/>
                  </a:cubicBezTo>
                  <a:cubicBezTo>
                    <a:pt x="287868" y="237627"/>
                    <a:pt x="277243" y="245585"/>
                    <a:pt x="264946" y="249569"/>
                  </a:cubicBezTo>
                  <a:cubicBezTo>
                    <a:pt x="254854" y="237079"/>
                    <a:pt x="237118" y="233900"/>
                    <a:pt x="223315" y="242106"/>
                  </a:cubicBezTo>
                  <a:cubicBezTo>
                    <a:pt x="209096" y="252358"/>
                    <a:pt x="204660" y="271550"/>
                    <a:pt x="212937" y="287002"/>
                  </a:cubicBezTo>
                  <a:cubicBezTo>
                    <a:pt x="217118" y="295213"/>
                    <a:pt x="224793" y="301087"/>
                    <a:pt x="233811" y="302978"/>
                  </a:cubicBezTo>
                  <a:cubicBezTo>
                    <a:pt x="236726" y="302978"/>
                    <a:pt x="239525" y="302978"/>
                    <a:pt x="242440" y="302978"/>
                  </a:cubicBezTo>
                  <a:cubicBezTo>
                    <a:pt x="272876" y="302978"/>
                    <a:pt x="298648" y="285253"/>
                    <a:pt x="320571" y="267994"/>
                  </a:cubicBezTo>
                  <a:cubicBezTo>
                    <a:pt x="331869" y="285008"/>
                    <a:pt x="349430" y="296870"/>
                    <a:pt x="369432" y="300996"/>
                  </a:cubicBezTo>
                  <a:cubicBezTo>
                    <a:pt x="389314" y="304643"/>
                    <a:pt x="408642" y="292334"/>
                    <a:pt x="413745" y="272775"/>
                  </a:cubicBezTo>
                  <a:cubicBezTo>
                    <a:pt x="417492" y="255004"/>
                    <a:pt x="406123" y="237560"/>
                    <a:pt x="388352" y="233814"/>
                  </a:cubicBezTo>
                  <a:cubicBezTo>
                    <a:pt x="380233" y="232102"/>
                    <a:pt x="371767" y="233523"/>
                    <a:pt x="364651" y="237791"/>
                  </a:cubicBezTo>
                  <a:cubicBezTo>
                    <a:pt x="357771" y="240473"/>
                    <a:pt x="356138" y="247820"/>
                    <a:pt x="354856" y="252951"/>
                  </a:cubicBezTo>
                  <a:cubicBezTo>
                    <a:pt x="354540" y="254585"/>
                    <a:pt x="354071" y="256186"/>
                    <a:pt x="353456" y="257732"/>
                  </a:cubicBezTo>
                  <a:cubicBezTo>
                    <a:pt x="350140" y="256930"/>
                    <a:pt x="347210" y="254991"/>
                    <a:pt x="345177" y="252251"/>
                  </a:cubicBezTo>
                  <a:cubicBezTo>
                    <a:pt x="359654" y="232078"/>
                    <a:pt x="377158" y="214260"/>
                    <a:pt x="397070" y="199425"/>
                  </a:cubicBezTo>
                  <a:cubicBezTo>
                    <a:pt x="404766" y="192895"/>
                    <a:pt x="412696" y="186248"/>
                    <a:pt x="420392" y="179018"/>
                  </a:cubicBezTo>
                  <a:cubicBezTo>
                    <a:pt x="427856" y="186015"/>
                    <a:pt x="435786" y="192428"/>
                    <a:pt x="443715" y="198842"/>
                  </a:cubicBezTo>
                  <a:cubicBezTo>
                    <a:pt x="464051" y="213209"/>
                    <a:pt x="481235" y="231583"/>
                    <a:pt x="494209" y="252834"/>
                  </a:cubicBezTo>
                  <a:cubicBezTo>
                    <a:pt x="492272" y="255164"/>
                    <a:pt x="489842" y="257036"/>
                    <a:pt x="487096" y="258315"/>
                  </a:cubicBezTo>
                  <a:lnTo>
                    <a:pt x="487096" y="258315"/>
                  </a:lnTo>
                  <a:cubicBezTo>
                    <a:pt x="487562" y="254821"/>
                    <a:pt x="486908" y="251269"/>
                    <a:pt x="485230" y="248170"/>
                  </a:cubicBezTo>
                  <a:cubicBezTo>
                    <a:pt x="480891" y="240491"/>
                    <a:pt x="473123" y="235370"/>
                    <a:pt x="464356" y="234409"/>
                  </a:cubicBezTo>
                  <a:cubicBezTo>
                    <a:pt x="462146" y="233845"/>
                    <a:pt x="459873" y="233570"/>
                    <a:pt x="457592" y="233593"/>
                  </a:cubicBezTo>
                  <a:cubicBezTo>
                    <a:pt x="442513" y="234528"/>
                    <a:pt x="429867" y="245319"/>
                    <a:pt x="426573" y="260064"/>
                  </a:cubicBezTo>
                  <a:cubicBezTo>
                    <a:pt x="424582" y="268489"/>
                    <a:pt x="426187" y="277361"/>
                    <a:pt x="431004" y="284553"/>
                  </a:cubicBezTo>
                  <a:cubicBezTo>
                    <a:pt x="438333" y="295253"/>
                    <a:pt x="450455" y="301663"/>
                    <a:pt x="463423" y="301696"/>
                  </a:cubicBezTo>
                  <a:cubicBezTo>
                    <a:pt x="486208" y="299472"/>
                    <a:pt x="506795" y="287146"/>
                    <a:pt x="519514" y="268111"/>
                  </a:cubicBezTo>
                  <a:cubicBezTo>
                    <a:pt x="539805" y="284553"/>
                    <a:pt x="566160" y="302162"/>
                    <a:pt x="592864" y="302162"/>
                  </a:cubicBezTo>
                  <a:cubicBezTo>
                    <a:pt x="600897" y="302080"/>
                    <a:pt x="608830" y="300374"/>
                    <a:pt x="616187" y="297148"/>
                  </a:cubicBezTo>
                  <a:cubicBezTo>
                    <a:pt x="623718" y="293523"/>
                    <a:pt x="629236" y="286723"/>
                    <a:pt x="631230" y="278606"/>
                  </a:cubicBezTo>
                  <a:cubicBezTo>
                    <a:pt x="633717" y="269909"/>
                    <a:pt x="632223" y="260556"/>
                    <a:pt x="627149" y="253068"/>
                  </a:cubicBezTo>
                  <a:cubicBezTo>
                    <a:pt x="617296" y="238118"/>
                    <a:pt x="597190" y="233986"/>
                    <a:pt x="582240" y="243838"/>
                  </a:cubicBezTo>
                  <a:cubicBezTo>
                    <a:pt x="579674" y="245529"/>
                    <a:pt x="577362" y="247577"/>
                    <a:pt x="575372" y="249919"/>
                  </a:cubicBezTo>
                  <a:cubicBezTo>
                    <a:pt x="562930" y="245776"/>
                    <a:pt x="552249" y="237559"/>
                    <a:pt x="545053" y="226596"/>
                  </a:cubicBezTo>
                  <a:cubicBezTo>
                    <a:pt x="544003" y="225080"/>
                    <a:pt x="545053" y="220416"/>
                    <a:pt x="546335" y="218083"/>
                  </a:cubicBezTo>
                  <a:cubicBezTo>
                    <a:pt x="552835" y="222072"/>
                    <a:pt x="560284" y="224247"/>
                    <a:pt x="567909" y="224381"/>
                  </a:cubicBezTo>
                  <a:cubicBezTo>
                    <a:pt x="583156" y="224919"/>
                    <a:pt x="596563" y="214371"/>
                    <a:pt x="599628" y="199425"/>
                  </a:cubicBezTo>
                  <a:cubicBezTo>
                    <a:pt x="601766" y="190946"/>
                    <a:pt x="600197" y="181957"/>
                    <a:pt x="595313" y="174703"/>
                  </a:cubicBezTo>
                  <a:cubicBezTo>
                    <a:pt x="590441" y="167489"/>
                    <a:pt x="583100" y="162305"/>
                    <a:pt x="574672" y="160126"/>
                  </a:cubicBezTo>
                  <a:cubicBezTo>
                    <a:pt x="559447" y="158227"/>
                    <a:pt x="544309" y="164256"/>
                    <a:pt x="534557" y="176103"/>
                  </a:cubicBezTo>
                  <a:cubicBezTo>
                    <a:pt x="529797" y="182732"/>
                    <a:pt x="526353" y="190214"/>
                    <a:pt x="524412" y="198143"/>
                  </a:cubicBezTo>
                  <a:cubicBezTo>
                    <a:pt x="523475" y="201675"/>
                    <a:pt x="522306" y="205142"/>
                    <a:pt x="520914" y="208521"/>
                  </a:cubicBezTo>
                  <a:lnTo>
                    <a:pt x="453861" y="144034"/>
                  </a:lnTo>
                  <a:cubicBezTo>
                    <a:pt x="555898" y="44912"/>
                    <a:pt x="697467" y="20423"/>
                    <a:pt x="798804" y="17391"/>
                  </a:cubicBezTo>
                  <a:close/>
                  <a:moveTo>
                    <a:pt x="443715" y="141118"/>
                  </a:moveTo>
                  <a:lnTo>
                    <a:pt x="440217" y="144617"/>
                  </a:lnTo>
                  <a:lnTo>
                    <a:pt x="522663" y="224031"/>
                  </a:lnTo>
                  <a:lnTo>
                    <a:pt x="525695" y="219366"/>
                  </a:lnTo>
                  <a:cubicBezTo>
                    <a:pt x="528956" y="213787"/>
                    <a:pt x="531428" y="207782"/>
                    <a:pt x="533041" y="201524"/>
                  </a:cubicBezTo>
                  <a:cubicBezTo>
                    <a:pt x="534609" y="194785"/>
                    <a:pt x="537459" y="188411"/>
                    <a:pt x="541438" y="182750"/>
                  </a:cubicBezTo>
                  <a:cubicBezTo>
                    <a:pt x="548110" y="174473"/>
                    <a:pt x="558096" y="169565"/>
                    <a:pt x="568725" y="169339"/>
                  </a:cubicBezTo>
                  <a:lnTo>
                    <a:pt x="572457" y="169339"/>
                  </a:lnTo>
                  <a:cubicBezTo>
                    <a:pt x="578460" y="170951"/>
                    <a:pt x="583678" y="174678"/>
                    <a:pt x="587150" y="179834"/>
                  </a:cubicBezTo>
                  <a:cubicBezTo>
                    <a:pt x="590572" y="184802"/>
                    <a:pt x="591795" y="190961"/>
                    <a:pt x="590532" y="196860"/>
                  </a:cubicBezTo>
                  <a:cubicBezTo>
                    <a:pt x="588529" y="207571"/>
                    <a:pt x="579035" y="215235"/>
                    <a:pt x="568142" y="214935"/>
                  </a:cubicBezTo>
                  <a:cubicBezTo>
                    <a:pt x="561187" y="214817"/>
                    <a:pt x="554418" y="212669"/>
                    <a:pt x="548668" y="208754"/>
                  </a:cubicBezTo>
                  <a:cubicBezTo>
                    <a:pt x="547803" y="208304"/>
                    <a:pt x="546844" y="208064"/>
                    <a:pt x="545869" y="208055"/>
                  </a:cubicBezTo>
                  <a:cubicBezTo>
                    <a:pt x="543770" y="208055"/>
                    <a:pt x="540738" y="209104"/>
                    <a:pt x="538056" y="214119"/>
                  </a:cubicBezTo>
                  <a:cubicBezTo>
                    <a:pt x="534948" y="219636"/>
                    <a:pt x="534645" y="226301"/>
                    <a:pt x="537239" y="232077"/>
                  </a:cubicBezTo>
                  <a:cubicBezTo>
                    <a:pt x="546316" y="245550"/>
                    <a:pt x="559798" y="255445"/>
                    <a:pt x="575372" y="260064"/>
                  </a:cubicBezTo>
                  <a:lnTo>
                    <a:pt x="578754" y="261464"/>
                  </a:lnTo>
                  <a:lnTo>
                    <a:pt x="580736" y="258199"/>
                  </a:lnTo>
                  <a:cubicBezTo>
                    <a:pt x="587873" y="247475"/>
                    <a:pt x="602351" y="244568"/>
                    <a:pt x="613074" y="251704"/>
                  </a:cubicBezTo>
                  <a:cubicBezTo>
                    <a:pt x="615648" y="253417"/>
                    <a:pt x="617856" y="255625"/>
                    <a:pt x="619569" y="258199"/>
                  </a:cubicBezTo>
                  <a:cubicBezTo>
                    <a:pt x="623057" y="263367"/>
                    <a:pt x="624081" y="269813"/>
                    <a:pt x="622367" y="275807"/>
                  </a:cubicBezTo>
                  <a:cubicBezTo>
                    <a:pt x="620994" y="280955"/>
                    <a:pt x="617405" y="285227"/>
                    <a:pt x="612572" y="287469"/>
                  </a:cubicBezTo>
                  <a:cubicBezTo>
                    <a:pt x="606205" y="290246"/>
                    <a:pt x="599344" y="291713"/>
                    <a:pt x="592398" y="291783"/>
                  </a:cubicBezTo>
                  <a:cubicBezTo>
                    <a:pt x="566393" y="291783"/>
                    <a:pt x="540621" y="273009"/>
                    <a:pt x="520914" y="256799"/>
                  </a:cubicBezTo>
                  <a:lnTo>
                    <a:pt x="516949" y="253534"/>
                  </a:lnTo>
                  <a:lnTo>
                    <a:pt x="514150" y="257965"/>
                  </a:lnTo>
                  <a:cubicBezTo>
                    <a:pt x="504121" y="274175"/>
                    <a:pt x="482781" y="291434"/>
                    <a:pt x="462957" y="291434"/>
                  </a:cubicBezTo>
                  <a:cubicBezTo>
                    <a:pt x="452976" y="291416"/>
                    <a:pt x="443644" y="286488"/>
                    <a:pt x="438001" y="278256"/>
                  </a:cubicBezTo>
                  <a:cubicBezTo>
                    <a:pt x="434855" y="273348"/>
                    <a:pt x="433805" y="267385"/>
                    <a:pt x="435086" y="261697"/>
                  </a:cubicBezTo>
                  <a:cubicBezTo>
                    <a:pt x="437449" y="249314"/>
                    <a:pt x="449225" y="241050"/>
                    <a:pt x="461674" y="243039"/>
                  </a:cubicBezTo>
                  <a:cubicBezTo>
                    <a:pt x="468204" y="244671"/>
                    <a:pt x="473335" y="246187"/>
                    <a:pt x="476717" y="252135"/>
                  </a:cubicBezTo>
                  <a:cubicBezTo>
                    <a:pt x="477363" y="253722"/>
                    <a:pt x="477564" y="255456"/>
                    <a:pt x="477300" y="257149"/>
                  </a:cubicBezTo>
                  <a:cubicBezTo>
                    <a:pt x="476927" y="260075"/>
                    <a:pt x="477677" y="263034"/>
                    <a:pt x="479399" y="265429"/>
                  </a:cubicBezTo>
                  <a:cubicBezTo>
                    <a:pt x="481278" y="267259"/>
                    <a:pt x="484000" y="267928"/>
                    <a:pt x="486512" y="267178"/>
                  </a:cubicBezTo>
                  <a:cubicBezTo>
                    <a:pt x="493512" y="265657"/>
                    <a:pt x="499461" y="261078"/>
                    <a:pt x="502722" y="254700"/>
                  </a:cubicBezTo>
                  <a:cubicBezTo>
                    <a:pt x="503676" y="252874"/>
                    <a:pt x="503676" y="250696"/>
                    <a:pt x="502722" y="248870"/>
                  </a:cubicBezTo>
                  <a:cubicBezTo>
                    <a:pt x="489255" y="225830"/>
                    <a:pt x="471002" y="205947"/>
                    <a:pt x="449196" y="190563"/>
                  </a:cubicBezTo>
                  <a:cubicBezTo>
                    <a:pt x="440567" y="183566"/>
                    <a:pt x="431471" y="176219"/>
                    <a:pt x="423424" y="168406"/>
                  </a:cubicBezTo>
                  <a:lnTo>
                    <a:pt x="420392" y="165724"/>
                  </a:lnTo>
                  <a:lnTo>
                    <a:pt x="417244" y="168873"/>
                  </a:lnTo>
                  <a:cubicBezTo>
                    <a:pt x="408848" y="176919"/>
                    <a:pt x="399868" y="184499"/>
                    <a:pt x="391239" y="192195"/>
                  </a:cubicBezTo>
                  <a:cubicBezTo>
                    <a:pt x="370776" y="207911"/>
                    <a:pt x="352842" y="226670"/>
                    <a:pt x="338063" y="247820"/>
                  </a:cubicBezTo>
                  <a:cubicBezTo>
                    <a:pt x="336243" y="250873"/>
                    <a:pt x="336243" y="254679"/>
                    <a:pt x="338063" y="257732"/>
                  </a:cubicBezTo>
                  <a:cubicBezTo>
                    <a:pt x="341634" y="263686"/>
                    <a:pt x="347827" y="267583"/>
                    <a:pt x="354739" y="268227"/>
                  </a:cubicBezTo>
                  <a:cubicBezTo>
                    <a:pt x="361736" y="268227"/>
                    <a:pt x="363485" y="260997"/>
                    <a:pt x="364651" y="256566"/>
                  </a:cubicBezTo>
                  <a:cubicBezTo>
                    <a:pt x="365817" y="252135"/>
                    <a:pt x="366634" y="248870"/>
                    <a:pt x="368966" y="247820"/>
                  </a:cubicBezTo>
                  <a:cubicBezTo>
                    <a:pt x="376165" y="244077"/>
                    <a:pt x="384561" y="243363"/>
                    <a:pt x="392289" y="245838"/>
                  </a:cubicBezTo>
                  <a:cubicBezTo>
                    <a:pt x="401661" y="251070"/>
                    <a:pt x="406990" y="261406"/>
                    <a:pt x="405816" y="272076"/>
                  </a:cubicBezTo>
                  <a:cubicBezTo>
                    <a:pt x="402108" y="285215"/>
                    <a:pt x="389559" y="293843"/>
                    <a:pt x="375963" y="292600"/>
                  </a:cubicBezTo>
                  <a:lnTo>
                    <a:pt x="371881" y="292600"/>
                  </a:lnTo>
                  <a:cubicBezTo>
                    <a:pt x="352857" y="288521"/>
                    <a:pt x="336480" y="276514"/>
                    <a:pt x="326868" y="259598"/>
                  </a:cubicBezTo>
                  <a:lnTo>
                    <a:pt x="324186" y="254933"/>
                  </a:lnTo>
                  <a:lnTo>
                    <a:pt x="320105" y="258315"/>
                  </a:lnTo>
                  <a:cubicBezTo>
                    <a:pt x="298415" y="275924"/>
                    <a:pt x="272876" y="294699"/>
                    <a:pt x="243606" y="294699"/>
                  </a:cubicBezTo>
                  <a:lnTo>
                    <a:pt x="236609" y="294699"/>
                  </a:lnTo>
                  <a:cubicBezTo>
                    <a:pt x="230235" y="293641"/>
                    <a:pt x="224717" y="289675"/>
                    <a:pt x="221683" y="283970"/>
                  </a:cubicBezTo>
                  <a:cubicBezTo>
                    <a:pt x="215767" y="272922"/>
                    <a:pt x="218787" y="259210"/>
                    <a:pt x="228796" y="251668"/>
                  </a:cubicBezTo>
                  <a:cubicBezTo>
                    <a:pt x="232317" y="249559"/>
                    <a:pt x="236354" y="248469"/>
                    <a:pt x="240458" y="248520"/>
                  </a:cubicBezTo>
                  <a:cubicBezTo>
                    <a:pt x="248538" y="248658"/>
                    <a:pt x="256035" y="252755"/>
                    <a:pt x="260515" y="259481"/>
                  </a:cubicBezTo>
                  <a:lnTo>
                    <a:pt x="262614" y="262513"/>
                  </a:lnTo>
                  <a:lnTo>
                    <a:pt x="265879" y="261231"/>
                  </a:lnTo>
                  <a:cubicBezTo>
                    <a:pt x="281316" y="256653"/>
                    <a:pt x="294702" y="246892"/>
                    <a:pt x="303779" y="233593"/>
                  </a:cubicBezTo>
                  <a:cubicBezTo>
                    <a:pt x="306501" y="228109"/>
                    <a:pt x="306282" y="221623"/>
                    <a:pt x="303196" y="216334"/>
                  </a:cubicBezTo>
                  <a:cubicBezTo>
                    <a:pt x="301723" y="212359"/>
                    <a:pt x="298090" y="209588"/>
                    <a:pt x="293867" y="209221"/>
                  </a:cubicBezTo>
                  <a:cubicBezTo>
                    <a:pt x="292939" y="209080"/>
                    <a:pt x="291996" y="209080"/>
                    <a:pt x="291068" y="209221"/>
                  </a:cubicBezTo>
                  <a:lnTo>
                    <a:pt x="288153" y="210504"/>
                  </a:lnTo>
                  <a:cubicBezTo>
                    <a:pt x="282494" y="213436"/>
                    <a:pt x="276312" y="215220"/>
                    <a:pt x="269961" y="215751"/>
                  </a:cubicBezTo>
                  <a:cubicBezTo>
                    <a:pt x="268150" y="215745"/>
                    <a:pt x="266348" y="215510"/>
                    <a:pt x="264597" y="215052"/>
                  </a:cubicBezTo>
                  <a:cubicBezTo>
                    <a:pt x="254427" y="209983"/>
                    <a:pt x="248579" y="199035"/>
                    <a:pt x="250020" y="187764"/>
                  </a:cubicBezTo>
                  <a:cubicBezTo>
                    <a:pt x="252355" y="175097"/>
                    <a:pt x="264516" y="166720"/>
                    <a:pt x="277184" y="169055"/>
                  </a:cubicBezTo>
                  <a:cubicBezTo>
                    <a:pt x="277459" y="169106"/>
                    <a:pt x="277734" y="169162"/>
                    <a:pt x="278007" y="169222"/>
                  </a:cubicBezTo>
                  <a:cubicBezTo>
                    <a:pt x="285913" y="171966"/>
                    <a:pt x="293091" y="176472"/>
                    <a:pt x="298998" y="182400"/>
                  </a:cubicBezTo>
                  <a:cubicBezTo>
                    <a:pt x="303069" y="188007"/>
                    <a:pt x="305929" y="194401"/>
                    <a:pt x="307394" y="201175"/>
                  </a:cubicBezTo>
                  <a:cubicBezTo>
                    <a:pt x="309103" y="207400"/>
                    <a:pt x="311570" y="213392"/>
                    <a:pt x="314740" y="219016"/>
                  </a:cubicBezTo>
                  <a:lnTo>
                    <a:pt x="317772" y="223681"/>
                  </a:lnTo>
                  <a:lnTo>
                    <a:pt x="400335" y="144267"/>
                  </a:lnTo>
                  <a:lnTo>
                    <a:pt x="397070" y="141118"/>
                  </a:lnTo>
                  <a:cubicBezTo>
                    <a:pt x="307277" y="51792"/>
                    <a:pt x="187165" y="20307"/>
                    <a:pt x="89210" y="11211"/>
                  </a:cubicBezTo>
                  <a:cubicBezTo>
                    <a:pt x="147532" y="6580"/>
                    <a:pt x="206202" y="13191"/>
                    <a:pt x="262031" y="30685"/>
                  </a:cubicBezTo>
                  <a:cubicBezTo>
                    <a:pt x="324653" y="49577"/>
                    <a:pt x="378645" y="87709"/>
                    <a:pt x="419460" y="118729"/>
                  </a:cubicBezTo>
                  <a:lnTo>
                    <a:pt x="422375" y="121061"/>
                  </a:lnTo>
                  <a:lnTo>
                    <a:pt x="425174" y="118495"/>
                  </a:lnTo>
                  <a:cubicBezTo>
                    <a:pt x="504221" y="47580"/>
                    <a:pt x="606901" y="8737"/>
                    <a:pt x="713093" y="9578"/>
                  </a:cubicBezTo>
                  <a:cubicBezTo>
                    <a:pt x="725687" y="9578"/>
                    <a:pt x="738282" y="10161"/>
                    <a:pt x="750876" y="11211"/>
                  </a:cubicBezTo>
                  <a:cubicBezTo>
                    <a:pt x="653620" y="20423"/>
                    <a:pt x="533275" y="51909"/>
                    <a:pt x="443715" y="141118"/>
                  </a:cubicBez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2AB2AE4-6DFE-1C4B-B0FB-00C3FFD3D91B}"/>
                </a:ext>
              </a:extLst>
            </p:cNvPr>
            <p:cNvSpPr/>
            <p:nvPr/>
          </p:nvSpPr>
          <p:spPr>
            <a:xfrm>
              <a:off x="9476813" y="669889"/>
              <a:ext cx="371531" cy="480509"/>
            </a:xfrm>
            <a:custGeom>
              <a:avLst/>
              <a:gdLst>
                <a:gd name="connsiteX0" fmla="*/ 108451 w 371531"/>
                <a:gd name="connsiteY0" fmla="*/ 96967 h 480509"/>
                <a:gd name="connsiteX1" fmla="*/ 6647 w 371531"/>
                <a:gd name="connsiteY1" fmla="*/ 240985 h 480509"/>
                <a:gd name="connsiteX2" fmla="*/ 4198 w 371531"/>
                <a:gd name="connsiteY2" fmla="*/ 253812 h 480509"/>
                <a:gd name="connsiteX3" fmla="*/ 10728 w 371531"/>
                <a:gd name="connsiteY3" fmla="*/ 242734 h 480509"/>
                <a:gd name="connsiteX4" fmla="*/ 108684 w 371531"/>
                <a:gd name="connsiteY4" fmla="*/ 143262 h 480509"/>
                <a:gd name="connsiteX5" fmla="*/ 65537 w 371531"/>
                <a:gd name="connsiteY5" fmla="*/ 301157 h 480509"/>
                <a:gd name="connsiteX6" fmla="*/ 67869 w 371531"/>
                <a:gd name="connsiteY6" fmla="*/ 311769 h 480509"/>
                <a:gd name="connsiteX7" fmla="*/ 70085 w 371531"/>
                <a:gd name="connsiteY7" fmla="*/ 301157 h 480509"/>
                <a:gd name="connsiteX8" fmla="*/ 135039 w 371531"/>
                <a:gd name="connsiteY8" fmla="*/ 176381 h 480509"/>
                <a:gd name="connsiteX9" fmla="*/ 133406 w 371531"/>
                <a:gd name="connsiteY9" fmla="*/ 323897 h 480509"/>
                <a:gd name="connsiteX10" fmla="*/ 137254 w 371531"/>
                <a:gd name="connsiteY10" fmla="*/ 334742 h 480509"/>
                <a:gd name="connsiteX11" fmla="*/ 137954 w 371531"/>
                <a:gd name="connsiteY11" fmla="*/ 323081 h 480509"/>
                <a:gd name="connsiteX12" fmla="*/ 165242 w 371531"/>
                <a:gd name="connsiteY12" fmla="*/ 188742 h 480509"/>
                <a:gd name="connsiteX13" fmla="*/ 172355 w 371531"/>
                <a:gd name="connsiteY13" fmla="*/ 240285 h 480509"/>
                <a:gd name="connsiteX14" fmla="*/ 167924 w 371531"/>
                <a:gd name="connsiteY14" fmla="*/ 241684 h 480509"/>
                <a:gd name="connsiteX15" fmla="*/ 171072 w 371531"/>
                <a:gd name="connsiteY15" fmla="*/ 312469 h 480509"/>
                <a:gd name="connsiteX16" fmla="*/ 165358 w 371531"/>
                <a:gd name="connsiteY16" fmla="*/ 312469 h 480509"/>
                <a:gd name="connsiteX17" fmla="*/ 170839 w 371531"/>
                <a:gd name="connsiteY17" fmla="*/ 385003 h 480509"/>
                <a:gd name="connsiteX18" fmla="*/ 164659 w 371531"/>
                <a:gd name="connsiteY18" fmla="*/ 386402 h 480509"/>
                <a:gd name="connsiteX19" fmla="*/ 164659 w 371531"/>
                <a:gd name="connsiteY19" fmla="*/ 388618 h 480509"/>
                <a:gd name="connsiteX20" fmla="*/ 170839 w 371531"/>
                <a:gd name="connsiteY20" fmla="*/ 459752 h 480509"/>
                <a:gd name="connsiteX21" fmla="*/ 151714 w 371531"/>
                <a:gd name="connsiteY21" fmla="*/ 475611 h 480509"/>
                <a:gd name="connsiteX22" fmla="*/ 151714 w 371531"/>
                <a:gd name="connsiteY22" fmla="*/ 480509 h 480509"/>
                <a:gd name="connsiteX23" fmla="*/ 212937 w 371531"/>
                <a:gd name="connsiteY23" fmla="*/ 480509 h 480509"/>
                <a:gd name="connsiteX24" fmla="*/ 212937 w 371531"/>
                <a:gd name="connsiteY24" fmla="*/ 476078 h 480509"/>
                <a:gd name="connsiteX25" fmla="*/ 212937 w 371531"/>
                <a:gd name="connsiteY25" fmla="*/ 476078 h 480509"/>
                <a:gd name="connsiteX26" fmla="*/ 194278 w 371531"/>
                <a:gd name="connsiteY26" fmla="*/ 460918 h 480509"/>
                <a:gd name="connsiteX27" fmla="*/ 201275 w 371531"/>
                <a:gd name="connsiteY27" fmla="*/ 385003 h 480509"/>
                <a:gd name="connsiteX28" fmla="*/ 194745 w 371531"/>
                <a:gd name="connsiteY28" fmla="*/ 385586 h 480509"/>
                <a:gd name="connsiteX29" fmla="*/ 199409 w 371531"/>
                <a:gd name="connsiteY29" fmla="*/ 310953 h 480509"/>
                <a:gd name="connsiteX30" fmla="*/ 194745 w 371531"/>
                <a:gd name="connsiteY30" fmla="*/ 311769 h 480509"/>
                <a:gd name="connsiteX31" fmla="*/ 197893 w 371531"/>
                <a:gd name="connsiteY31" fmla="*/ 241101 h 480509"/>
                <a:gd name="connsiteX32" fmla="*/ 192529 w 371531"/>
                <a:gd name="connsiteY32" fmla="*/ 241101 h 480509"/>
                <a:gd name="connsiteX33" fmla="*/ 198593 w 371531"/>
                <a:gd name="connsiteY33" fmla="*/ 188858 h 480509"/>
                <a:gd name="connsiteX34" fmla="*/ 229496 w 371531"/>
                <a:gd name="connsiteY34" fmla="*/ 321565 h 480509"/>
                <a:gd name="connsiteX35" fmla="*/ 231245 w 371531"/>
                <a:gd name="connsiteY35" fmla="*/ 339640 h 480509"/>
                <a:gd name="connsiteX36" fmla="*/ 234044 w 371531"/>
                <a:gd name="connsiteY36" fmla="*/ 321681 h 480509"/>
                <a:gd name="connsiteX37" fmla="*/ 229846 w 371531"/>
                <a:gd name="connsiteY37" fmla="*/ 172299 h 480509"/>
                <a:gd name="connsiteX38" fmla="*/ 296316 w 371531"/>
                <a:gd name="connsiteY38" fmla="*/ 301507 h 480509"/>
                <a:gd name="connsiteX39" fmla="*/ 299814 w 371531"/>
                <a:gd name="connsiteY39" fmla="*/ 315501 h 480509"/>
                <a:gd name="connsiteX40" fmla="*/ 300863 w 371531"/>
                <a:gd name="connsiteY40" fmla="*/ 301041 h 480509"/>
                <a:gd name="connsiteX41" fmla="*/ 254218 w 371531"/>
                <a:gd name="connsiteY41" fmla="*/ 141979 h 480509"/>
                <a:gd name="connsiteX42" fmla="*/ 308093 w 371531"/>
                <a:gd name="connsiteY42" fmla="*/ 180229 h 480509"/>
                <a:gd name="connsiteX43" fmla="*/ 354156 w 371531"/>
                <a:gd name="connsiteY43" fmla="*/ 242151 h 480509"/>
                <a:gd name="connsiteX44" fmla="*/ 359753 w 371531"/>
                <a:gd name="connsiteY44" fmla="*/ 253112 h 480509"/>
                <a:gd name="connsiteX45" fmla="*/ 358471 w 371531"/>
                <a:gd name="connsiteY45" fmla="*/ 240868 h 480509"/>
                <a:gd name="connsiteX46" fmla="*/ 257833 w 371531"/>
                <a:gd name="connsiteY46" fmla="*/ 96267 h 480509"/>
                <a:gd name="connsiteX47" fmla="*/ 359870 w 371531"/>
                <a:gd name="connsiteY47" fmla="*/ 130318 h 480509"/>
                <a:gd name="connsiteX48" fmla="*/ 371531 w 371531"/>
                <a:gd name="connsiteY48" fmla="*/ 139181 h 480509"/>
                <a:gd name="connsiteX49" fmla="*/ 363252 w 371531"/>
                <a:gd name="connsiteY49" fmla="*/ 126936 h 480509"/>
                <a:gd name="connsiteX50" fmla="*/ 230662 w 371531"/>
                <a:gd name="connsiteY50" fmla="*/ 46823 h 480509"/>
                <a:gd name="connsiteX51" fmla="*/ 250603 w 371531"/>
                <a:gd name="connsiteY51" fmla="*/ 32596 h 480509"/>
                <a:gd name="connsiteX52" fmla="*/ 257250 w 371531"/>
                <a:gd name="connsiteY52" fmla="*/ 30030 h 480509"/>
                <a:gd name="connsiteX53" fmla="*/ 250370 w 371531"/>
                <a:gd name="connsiteY53" fmla="*/ 28048 h 480509"/>
                <a:gd name="connsiteX54" fmla="*/ 198593 w 371531"/>
                <a:gd name="connsiteY54" fmla="*/ 35161 h 480509"/>
                <a:gd name="connsiteX55" fmla="*/ 185649 w 371531"/>
                <a:gd name="connsiteY55" fmla="*/ 993 h 480509"/>
                <a:gd name="connsiteX56" fmla="*/ 182384 w 371531"/>
                <a:gd name="connsiteY56" fmla="*/ 177 h 480509"/>
                <a:gd name="connsiteX57" fmla="*/ 166058 w 371531"/>
                <a:gd name="connsiteY57" fmla="*/ 35161 h 480509"/>
                <a:gd name="connsiteX58" fmla="*/ 115681 w 371531"/>
                <a:gd name="connsiteY58" fmla="*/ 29331 h 480509"/>
                <a:gd name="connsiteX59" fmla="*/ 110433 w 371531"/>
                <a:gd name="connsiteY59" fmla="*/ 32013 h 480509"/>
                <a:gd name="connsiteX60" fmla="*/ 116031 w 371531"/>
                <a:gd name="connsiteY60" fmla="*/ 33762 h 480509"/>
                <a:gd name="connsiteX61" fmla="*/ 134339 w 371531"/>
                <a:gd name="connsiteY61" fmla="*/ 48222 h 480509"/>
                <a:gd name="connsiteX62" fmla="*/ 4898 w 371531"/>
                <a:gd name="connsiteY62" fmla="*/ 121689 h 480509"/>
                <a:gd name="connsiteX63" fmla="*/ 0 w 371531"/>
                <a:gd name="connsiteY63" fmla="*/ 128686 h 480509"/>
                <a:gd name="connsiteX64" fmla="*/ 3498 w 371531"/>
                <a:gd name="connsiteY64" fmla="*/ 131834 h 480509"/>
                <a:gd name="connsiteX65" fmla="*/ 108451 w 371531"/>
                <a:gd name="connsiteY65" fmla="*/ 96967 h 480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71531" h="480509">
                  <a:moveTo>
                    <a:pt x="108451" y="96967"/>
                  </a:moveTo>
                  <a:cubicBezTo>
                    <a:pt x="79997" y="108628"/>
                    <a:pt x="25305" y="143612"/>
                    <a:pt x="6647" y="240985"/>
                  </a:cubicBezTo>
                  <a:lnTo>
                    <a:pt x="4198" y="253812"/>
                  </a:lnTo>
                  <a:lnTo>
                    <a:pt x="10728" y="242734"/>
                  </a:lnTo>
                  <a:cubicBezTo>
                    <a:pt x="41981" y="191424"/>
                    <a:pt x="72417" y="160404"/>
                    <a:pt x="108684" y="143262"/>
                  </a:cubicBezTo>
                  <a:cubicBezTo>
                    <a:pt x="85361" y="180112"/>
                    <a:pt x="52943" y="243900"/>
                    <a:pt x="65537" y="301157"/>
                  </a:cubicBezTo>
                  <a:lnTo>
                    <a:pt x="67869" y="311769"/>
                  </a:lnTo>
                  <a:lnTo>
                    <a:pt x="70085" y="301157"/>
                  </a:lnTo>
                  <a:cubicBezTo>
                    <a:pt x="80249" y="254527"/>
                    <a:pt x="102672" y="211453"/>
                    <a:pt x="135039" y="176381"/>
                  </a:cubicBezTo>
                  <a:cubicBezTo>
                    <a:pt x="117896" y="239002"/>
                    <a:pt x="124660" y="299525"/>
                    <a:pt x="133406" y="323897"/>
                  </a:cubicBezTo>
                  <a:lnTo>
                    <a:pt x="137254" y="334742"/>
                  </a:lnTo>
                  <a:lnTo>
                    <a:pt x="137954" y="323081"/>
                  </a:lnTo>
                  <a:cubicBezTo>
                    <a:pt x="140938" y="277274"/>
                    <a:pt x="150118" y="232083"/>
                    <a:pt x="165242" y="188742"/>
                  </a:cubicBezTo>
                  <a:lnTo>
                    <a:pt x="172355" y="240285"/>
                  </a:lnTo>
                  <a:lnTo>
                    <a:pt x="167924" y="241684"/>
                  </a:lnTo>
                  <a:lnTo>
                    <a:pt x="171072" y="312469"/>
                  </a:lnTo>
                  <a:lnTo>
                    <a:pt x="165358" y="312469"/>
                  </a:lnTo>
                  <a:lnTo>
                    <a:pt x="170839" y="385003"/>
                  </a:lnTo>
                  <a:lnTo>
                    <a:pt x="164659" y="386402"/>
                  </a:lnTo>
                  <a:lnTo>
                    <a:pt x="164659" y="388618"/>
                  </a:lnTo>
                  <a:cubicBezTo>
                    <a:pt x="164659" y="388618"/>
                    <a:pt x="169207" y="434330"/>
                    <a:pt x="170839" y="459752"/>
                  </a:cubicBezTo>
                  <a:cubicBezTo>
                    <a:pt x="163821" y="464211"/>
                    <a:pt x="157396" y="469540"/>
                    <a:pt x="151714" y="475611"/>
                  </a:cubicBezTo>
                  <a:lnTo>
                    <a:pt x="151714" y="480509"/>
                  </a:lnTo>
                  <a:lnTo>
                    <a:pt x="212937" y="480509"/>
                  </a:lnTo>
                  <a:lnTo>
                    <a:pt x="212937" y="476078"/>
                  </a:lnTo>
                  <a:lnTo>
                    <a:pt x="212937" y="476078"/>
                  </a:lnTo>
                  <a:cubicBezTo>
                    <a:pt x="207719" y="469904"/>
                    <a:pt x="201390" y="464762"/>
                    <a:pt x="194278" y="460918"/>
                  </a:cubicBezTo>
                  <a:lnTo>
                    <a:pt x="201275" y="385003"/>
                  </a:lnTo>
                  <a:lnTo>
                    <a:pt x="194745" y="385586"/>
                  </a:lnTo>
                  <a:lnTo>
                    <a:pt x="199409" y="310953"/>
                  </a:lnTo>
                  <a:lnTo>
                    <a:pt x="194745" y="311769"/>
                  </a:lnTo>
                  <a:lnTo>
                    <a:pt x="197893" y="241101"/>
                  </a:lnTo>
                  <a:lnTo>
                    <a:pt x="192529" y="241101"/>
                  </a:lnTo>
                  <a:cubicBezTo>
                    <a:pt x="193579" y="234804"/>
                    <a:pt x="196028" y="217778"/>
                    <a:pt x="198593" y="188858"/>
                  </a:cubicBezTo>
                  <a:cubicBezTo>
                    <a:pt x="211887" y="212181"/>
                    <a:pt x="223315" y="260809"/>
                    <a:pt x="229496" y="321565"/>
                  </a:cubicBezTo>
                  <a:lnTo>
                    <a:pt x="231245" y="339640"/>
                  </a:lnTo>
                  <a:lnTo>
                    <a:pt x="234044" y="321681"/>
                  </a:lnTo>
                  <a:cubicBezTo>
                    <a:pt x="242259" y="272080"/>
                    <a:pt x="240833" y="221361"/>
                    <a:pt x="229846" y="172299"/>
                  </a:cubicBezTo>
                  <a:cubicBezTo>
                    <a:pt x="248037" y="190724"/>
                    <a:pt x="284421" y="255095"/>
                    <a:pt x="296316" y="301507"/>
                  </a:cubicBezTo>
                  <a:lnTo>
                    <a:pt x="299814" y="315501"/>
                  </a:lnTo>
                  <a:lnTo>
                    <a:pt x="300863" y="301041"/>
                  </a:lnTo>
                  <a:cubicBezTo>
                    <a:pt x="306807" y="243952"/>
                    <a:pt x="290052" y="186817"/>
                    <a:pt x="254218" y="141979"/>
                  </a:cubicBezTo>
                  <a:cubicBezTo>
                    <a:pt x="274933" y="150317"/>
                    <a:pt x="293391" y="163421"/>
                    <a:pt x="308093" y="180229"/>
                  </a:cubicBezTo>
                  <a:cubicBezTo>
                    <a:pt x="326103" y="198755"/>
                    <a:pt x="341591" y="219575"/>
                    <a:pt x="354156" y="242151"/>
                  </a:cubicBezTo>
                  <a:lnTo>
                    <a:pt x="359753" y="253112"/>
                  </a:lnTo>
                  <a:lnTo>
                    <a:pt x="358471" y="240868"/>
                  </a:lnTo>
                  <a:cubicBezTo>
                    <a:pt x="352123" y="178532"/>
                    <a:pt x="314082" y="123873"/>
                    <a:pt x="257833" y="96267"/>
                  </a:cubicBezTo>
                  <a:cubicBezTo>
                    <a:pt x="292817" y="89503"/>
                    <a:pt x="344011" y="118074"/>
                    <a:pt x="359870" y="130318"/>
                  </a:cubicBezTo>
                  <a:lnTo>
                    <a:pt x="371531" y="139181"/>
                  </a:lnTo>
                  <a:lnTo>
                    <a:pt x="363252" y="126936"/>
                  </a:lnTo>
                  <a:cubicBezTo>
                    <a:pt x="309493" y="46823"/>
                    <a:pt x="249670" y="45073"/>
                    <a:pt x="230662" y="46823"/>
                  </a:cubicBezTo>
                  <a:cubicBezTo>
                    <a:pt x="236174" y="40663"/>
                    <a:pt x="242985" y="35804"/>
                    <a:pt x="250603" y="32596"/>
                  </a:cubicBezTo>
                  <a:lnTo>
                    <a:pt x="257250" y="30030"/>
                  </a:lnTo>
                  <a:lnTo>
                    <a:pt x="250370" y="28048"/>
                  </a:lnTo>
                  <a:cubicBezTo>
                    <a:pt x="233059" y="21165"/>
                    <a:pt x="213407" y="23865"/>
                    <a:pt x="198593" y="35161"/>
                  </a:cubicBezTo>
                  <a:cubicBezTo>
                    <a:pt x="197152" y="22881"/>
                    <a:pt x="192706" y="11146"/>
                    <a:pt x="185649" y="993"/>
                  </a:cubicBezTo>
                  <a:cubicBezTo>
                    <a:pt x="184825" y="87"/>
                    <a:pt x="183537" y="-235"/>
                    <a:pt x="182384" y="177"/>
                  </a:cubicBezTo>
                  <a:cubicBezTo>
                    <a:pt x="177836" y="1227"/>
                    <a:pt x="169790" y="13938"/>
                    <a:pt x="166058" y="35161"/>
                  </a:cubicBezTo>
                  <a:cubicBezTo>
                    <a:pt x="151881" y="23462"/>
                    <a:pt x="132155" y="21179"/>
                    <a:pt x="115681" y="29331"/>
                  </a:cubicBezTo>
                  <a:lnTo>
                    <a:pt x="110433" y="32013"/>
                  </a:lnTo>
                  <a:lnTo>
                    <a:pt x="116031" y="33762"/>
                  </a:lnTo>
                  <a:cubicBezTo>
                    <a:pt x="123442" y="36643"/>
                    <a:pt x="129819" y="41680"/>
                    <a:pt x="134339" y="48222"/>
                  </a:cubicBezTo>
                  <a:cubicBezTo>
                    <a:pt x="56324" y="50088"/>
                    <a:pt x="27871" y="89737"/>
                    <a:pt x="4898" y="121689"/>
                  </a:cubicBezTo>
                  <a:cubicBezTo>
                    <a:pt x="3265" y="124138"/>
                    <a:pt x="1633" y="126353"/>
                    <a:pt x="0" y="128686"/>
                  </a:cubicBezTo>
                  <a:lnTo>
                    <a:pt x="3498" y="131834"/>
                  </a:lnTo>
                  <a:cubicBezTo>
                    <a:pt x="35334" y="101048"/>
                    <a:pt x="84662" y="90669"/>
                    <a:pt x="108451" y="96967"/>
                  </a:cubicBez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649307D-0E32-8348-B5DE-25F8FA6D5F5B}"/>
                </a:ext>
              </a:extLst>
            </p:cNvPr>
            <p:cNvSpPr/>
            <p:nvPr/>
          </p:nvSpPr>
          <p:spPr>
            <a:xfrm>
              <a:off x="9125980" y="1671365"/>
              <a:ext cx="106177" cy="64823"/>
            </a:xfrm>
            <a:custGeom>
              <a:avLst/>
              <a:gdLst>
                <a:gd name="connsiteX0" fmla="*/ 13003 w 106177"/>
                <a:gd name="connsiteY0" fmla="*/ 61753 h 64823"/>
                <a:gd name="connsiteX1" fmla="*/ 31544 w 106177"/>
                <a:gd name="connsiteY1" fmla="*/ 64785 h 64823"/>
                <a:gd name="connsiteX2" fmla="*/ 106177 w 106177"/>
                <a:gd name="connsiteY2" fmla="*/ 64785 h 64823"/>
                <a:gd name="connsiteX3" fmla="*/ 106177 w 106177"/>
                <a:gd name="connsiteY3" fmla="*/ 764 h 64823"/>
                <a:gd name="connsiteX4" fmla="*/ 94516 w 106177"/>
                <a:gd name="connsiteY4" fmla="*/ 764 h 64823"/>
                <a:gd name="connsiteX5" fmla="*/ 94516 w 106177"/>
                <a:gd name="connsiteY5" fmla="*/ 53940 h 64823"/>
                <a:gd name="connsiteX6" fmla="*/ 60698 w 106177"/>
                <a:gd name="connsiteY6" fmla="*/ 53940 h 64823"/>
                <a:gd name="connsiteX7" fmla="*/ 60698 w 106177"/>
                <a:gd name="connsiteY7" fmla="*/ 1580 h 64823"/>
                <a:gd name="connsiteX8" fmla="*/ 46354 w 106177"/>
                <a:gd name="connsiteY8" fmla="*/ 647 h 64823"/>
                <a:gd name="connsiteX9" fmla="*/ 30961 w 106177"/>
                <a:gd name="connsiteY9" fmla="*/ 64 h 64823"/>
                <a:gd name="connsiteX10" fmla="*/ 12653 w 106177"/>
                <a:gd name="connsiteY10" fmla="*/ 3213 h 64823"/>
                <a:gd name="connsiteX11" fmla="*/ 2974 w 106177"/>
                <a:gd name="connsiteY11" fmla="*/ 13242 h 64823"/>
                <a:gd name="connsiteX12" fmla="*/ 2974 w 106177"/>
                <a:gd name="connsiteY12" fmla="*/ 51957 h 64823"/>
                <a:gd name="connsiteX13" fmla="*/ 13003 w 106177"/>
                <a:gd name="connsiteY13" fmla="*/ 61753 h 64823"/>
                <a:gd name="connsiteX14" fmla="*/ 14169 w 106177"/>
                <a:gd name="connsiteY14" fmla="*/ 19422 h 64823"/>
                <a:gd name="connsiteX15" fmla="*/ 20466 w 106177"/>
                <a:gd name="connsiteY15" fmla="*/ 13242 h 64823"/>
                <a:gd name="connsiteX16" fmla="*/ 32127 w 106177"/>
                <a:gd name="connsiteY16" fmla="*/ 11143 h 64823"/>
                <a:gd name="connsiteX17" fmla="*/ 48337 w 106177"/>
                <a:gd name="connsiteY17" fmla="*/ 11842 h 64823"/>
                <a:gd name="connsiteX18" fmla="*/ 48337 w 106177"/>
                <a:gd name="connsiteY18" fmla="*/ 54523 h 64823"/>
                <a:gd name="connsiteX19" fmla="*/ 32944 w 106177"/>
                <a:gd name="connsiteY19" fmla="*/ 54523 h 64823"/>
                <a:gd name="connsiteX20" fmla="*/ 21282 w 106177"/>
                <a:gd name="connsiteY20" fmla="*/ 52424 h 64823"/>
                <a:gd name="connsiteX21" fmla="*/ 14752 w 106177"/>
                <a:gd name="connsiteY21" fmla="*/ 45660 h 64823"/>
                <a:gd name="connsiteX22" fmla="*/ 11720 w 106177"/>
                <a:gd name="connsiteY22" fmla="*/ 32016 h 64823"/>
                <a:gd name="connsiteX23" fmla="*/ 14169 w 106177"/>
                <a:gd name="connsiteY23" fmla="*/ 19422 h 64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6177" h="64823">
                  <a:moveTo>
                    <a:pt x="13003" y="61753"/>
                  </a:moveTo>
                  <a:cubicBezTo>
                    <a:pt x="18914" y="64011"/>
                    <a:pt x="25222" y="65042"/>
                    <a:pt x="31544" y="64785"/>
                  </a:cubicBezTo>
                  <a:lnTo>
                    <a:pt x="106177" y="64785"/>
                  </a:lnTo>
                  <a:lnTo>
                    <a:pt x="106177" y="764"/>
                  </a:lnTo>
                  <a:lnTo>
                    <a:pt x="94516" y="764"/>
                  </a:lnTo>
                  <a:lnTo>
                    <a:pt x="94516" y="53940"/>
                  </a:lnTo>
                  <a:lnTo>
                    <a:pt x="60698" y="53940"/>
                  </a:lnTo>
                  <a:lnTo>
                    <a:pt x="60698" y="1580"/>
                  </a:lnTo>
                  <a:cubicBezTo>
                    <a:pt x="57782" y="1580"/>
                    <a:pt x="53001" y="1580"/>
                    <a:pt x="46354" y="647"/>
                  </a:cubicBezTo>
                  <a:cubicBezTo>
                    <a:pt x="39707" y="-286"/>
                    <a:pt x="34693" y="64"/>
                    <a:pt x="30961" y="64"/>
                  </a:cubicBezTo>
                  <a:cubicBezTo>
                    <a:pt x="24703" y="-221"/>
                    <a:pt x="18457" y="854"/>
                    <a:pt x="12653" y="3213"/>
                  </a:cubicBezTo>
                  <a:cubicBezTo>
                    <a:pt x="8273" y="5210"/>
                    <a:pt x="4814" y="8794"/>
                    <a:pt x="2974" y="13242"/>
                  </a:cubicBezTo>
                  <a:cubicBezTo>
                    <a:pt x="-991" y="25842"/>
                    <a:pt x="-991" y="39357"/>
                    <a:pt x="2974" y="51957"/>
                  </a:cubicBezTo>
                  <a:cubicBezTo>
                    <a:pt x="4994" y="56348"/>
                    <a:pt x="8566" y="59836"/>
                    <a:pt x="13003" y="61753"/>
                  </a:cubicBezTo>
                  <a:close/>
                  <a:moveTo>
                    <a:pt x="14169" y="19422"/>
                  </a:moveTo>
                  <a:cubicBezTo>
                    <a:pt x="15436" y="16657"/>
                    <a:pt x="17678" y="14457"/>
                    <a:pt x="20466" y="13242"/>
                  </a:cubicBezTo>
                  <a:cubicBezTo>
                    <a:pt x="24163" y="11731"/>
                    <a:pt x="28136" y="11016"/>
                    <a:pt x="32127" y="11143"/>
                  </a:cubicBezTo>
                  <a:cubicBezTo>
                    <a:pt x="36092" y="11143"/>
                    <a:pt x="41573" y="11143"/>
                    <a:pt x="48337" y="11842"/>
                  </a:cubicBezTo>
                  <a:lnTo>
                    <a:pt x="48337" y="54523"/>
                  </a:lnTo>
                  <a:lnTo>
                    <a:pt x="32944" y="54523"/>
                  </a:lnTo>
                  <a:cubicBezTo>
                    <a:pt x="28954" y="54626"/>
                    <a:pt x="24986" y="53911"/>
                    <a:pt x="21282" y="52424"/>
                  </a:cubicBezTo>
                  <a:cubicBezTo>
                    <a:pt x="18300" y="51117"/>
                    <a:pt x="15953" y="48687"/>
                    <a:pt x="14752" y="45660"/>
                  </a:cubicBezTo>
                  <a:cubicBezTo>
                    <a:pt x="12834" y="41363"/>
                    <a:pt x="11803" y="36722"/>
                    <a:pt x="11720" y="32016"/>
                  </a:cubicBezTo>
                  <a:cubicBezTo>
                    <a:pt x="11728" y="27701"/>
                    <a:pt x="12559" y="23426"/>
                    <a:pt x="14169" y="19422"/>
                  </a:cubicBez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3808DBE-2505-2441-B8E1-51612BCDCE94}"/>
                </a:ext>
              </a:extLst>
            </p:cNvPr>
            <p:cNvSpPr/>
            <p:nvPr/>
          </p:nvSpPr>
          <p:spPr>
            <a:xfrm>
              <a:off x="9163005" y="1647873"/>
              <a:ext cx="10728" cy="12361"/>
            </a:xfrm>
            <a:custGeom>
              <a:avLst/>
              <a:gdLst>
                <a:gd name="connsiteX0" fmla="*/ 0 w 10728"/>
                <a:gd name="connsiteY0" fmla="*/ 0 h 12361"/>
                <a:gd name="connsiteX1" fmla="*/ 10728 w 10728"/>
                <a:gd name="connsiteY1" fmla="*/ 0 h 12361"/>
                <a:gd name="connsiteX2" fmla="*/ 10728 w 10728"/>
                <a:gd name="connsiteY2" fmla="*/ 12361 h 12361"/>
                <a:gd name="connsiteX3" fmla="*/ 0 w 10728"/>
                <a:gd name="connsiteY3" fmla="*/ 12361 h 1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8" h="12361">
                  <a:moveTo>
                    <a:pt x="0" y="0"/>
                  </a:moveTo>
                  <a:lnTo>
                    <a:pt x="10728" y="0"/>
                  </a:lnTo>
                  <a:lnTo>
                    <a:pt x="10728" y="12361"/>
                  </a:lnTo>
                  <a:lnTo>
                    <a:pt x="0" y="12361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32AC946-52BE-3A40-A491-AEBA49F02A44}"/>
                </a:ext>
              </a:extLst>
            </p:cNvPr>
            <p:cNvSpPr/>
            <p:nvPr/>
          </p:nvSpPr>
          <p:spPr>
            <a:xfrm>
              <a:off x="9145863" y="1647873"/>
              <a:ext cx="10845" cy="12361"/>
            </a:xfrm>
            <a:custGeom>
              <a:avLst/>
              <a:gdLst>
                <a:gd name="connsiteX0" fmla="*/ 0 w 10845"/>
                <a:gd name="connsiteY0" fmla="*/ 0 h 12361"/>
                <a:gd name="connsiteX1" fmla="*/ 10845 w 10845"/>
                <a:gd name="connsiteY1" fmla="*/ 0 h 12361"/>
                <a:gd name="connsiteX2" fmla="*/ 10845 w 10845"/>
                <a:gd name="connsiteY2" fmla="*/ 12361 h 12361"/>
                <a:gd name="connsiteX3" fmla="*/ 0 w 10845"/>
                <a:gd name="connsiteY3" fmla="*/ 12361 h 1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5" h="12361">
                  <a:moveTo>
                    <a:pt x="0" y="0"/>
                  </a:moveTo>
                  <a:lnTo>
                    <a:pt x="10845" y="0"/>
                  </a:lnTo>
                  <a:lnTo>
                    <a:pt x="10845" y="12361"/>
                  </a:lnTo>
                  <a:lnTo>
                    <a:pt x="0" y="12361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1C987C3-1354-904C-AC58-6D721F352306}"/>
                </a:ext>
              </a:extLst>
            </p:cNvPr>
            <p:cNvSpPr/>
            <p:nvPr/>
          </p:nvSpPr>
          <p:spPr>
            <a:xfrm>
              <a:off x="9229242" y="1746411"/>
              <a:ext cx="10728" cy="12244"/>
            </a:xfrm>
            <a:custGeom>
              <a:avLst/>
              <a:gdLst>
                <a:gd name="connsiteX0" fmla="*/ 0 w 10728"/>
                <a:gd name="connsiteY0" fmla="*/ 0 h 12244"/>
                <a:gd name="connsiteX1" fmla="*/ 10728 w 10728"/>
                <a:gd name="connsiteY1" fmla="*/ 0 h 12244"/>
                <a:gd name="connsiteX2" fmla="*/ 10728 w 10728"/>
                <a:gd name="connsiteY2" fmla="*/ 12245 h 12244"/>
                <a:gd name="connsiteX3" fmla="*/ 0 w 10728"/>
                <a:gd name="connsiteY3" fmla="*/ 12245 h 1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8" h="12244">
                  <a:moveTo>
                    <a:pt x="0" y="0"/>
                  </a:moveTo>
                  <a:lnTo>
                    <a:pt x="10728" y="0"/>
                  </a:lnTo>
                  <a:lnTo>
                    <a:pt x="10728" y="12245"/>
                  </a:lnTo>
                  <a:lnTo>
                    <a:pt x="0" y="12245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32BED01-7F8F-2947-86B3-EAE12B763FF0}"/>
                </a:ext>
              </a:extLst>
            </p:cNvPr>
            <p:cNvSpPr/>
            <p:nvPr/>
          </p:nvSpPr>
          <p:spPr>
            <a:xfrm>
              <a:off x="9212099" y="1746411"/>
              <a:ext cx="10845" cy="12244"/>
            </a:xfrm>
            <a:custGeom>
              <a:avLst/>
              <a:gdLst>
                <a:gd name="connsiteX0" fmla="*/ 0 w 10845"/>
                <a:gd name="connsiteY0" fmla="*/ 0 h 12244"/>
                <a:gd name="connsiteX1" fmla="*/ 10845 w 10845"/>
                <a:gd name="connsiteY1" fmla="*/ 0 h 12244"/>
                <a:gd name="connsiteX2" fmla="*/ 10845 w 10845"/>
                <a:gd name="connsiteY2" fmla="*/ 12245 h 12244"/>
                <a:gd name="connsiteX3" fmla="*/ 0 w 10845"/>
                <a:gd name="connsiteY3" fmla="*/ 12245 h 1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5" h="12244">
                  <a:moveTo>
                    <a:pt x="0" y="0"/>
                  </a:moveTo>
                  <a:lnTo>
                    <a:pt x="10845" y="0"/>
                  </a:lnTo>
                  <a:lnTo>
                    <a:pt x="10845" y="12245"/>
                  </a:lnTo>
                  <a:lnTo>
                    <a:pt x="0" y="12245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6050DE9B-9F3E-1D4B-B8E5-7F7BE0574EB4}"/>
                </a:ext>
              </a:extLst>
            </p:cNvPr>
            <p:cNvSpPr/>
            <p:nvPr/>
          </p:nvSpPr>
          <p:spPr>
            <a:xfrm>
              <a:off x="9247200" y="1644957"/>
              <a:ext cx="187514" cy="91191"/>
            </a:xfrm>
            <a:custGeom>
              <a:avLst/>
              <a:gdLst>
                <a:gd name="connsiteX0" fmla="*/ 109267 w 187514"/>
                <a:gd name="connsiteY0" fmla="*/ 91192 h 91191"/>
                <a:gd name="connsiteX1" fmla="*/ 187515 w 187514"/>
                <a:gd name="connsiteY1" fmla="*/ 91192 h 91191"/>
                <a:gd name="connsiteX2" fmla="*/ 187515 w 187514"/>
                <a:gd name="connsiteY2" fmla="*/ 0 h 91191"/>
                <a:gd name="connsiteX3" fmla="*/ 175853 w 187514"/>
                <a:gd name="connsiteY3" fmla="*/ 0 h 91191"/>
                <a:gd name="connsiteX4" fmla="*/ 175853 w 187514"/>
                <a:gd name="connsiteY4" fmla="*/ 80347 h 91191"/>
                <a:gd name="connsiteX5" fmla="*/ 140869 w 187514"/>
                <a:gd name="connsiteY5" fmla="*/ 80347 h 91191"/>
                <a:gd name="connsiteX6" fmla="*/ 140869 w 187514"/>
                <a:gd name="connsiteY6" fmla="*/ 27171 h 91191"/>
                <a:gd name="connsiteX7" fmla="*/ 129208 w 187514"/>
                <a:gd name="connsiteY7" fmla="*/ 27171 h 91191"/>
                <a:gd name="connsiteX8" fmla="*/ 129208 w 187514"/>
                <a:gd name="connsiteY8" fmla="*/ 80347 h 91191"/>
                <a:gd name="connsiteX9" fmla="*/ 94224 w 187514"/>
                <a:gd name="connsiteY9" fmla="*/ 80347 h 91191"/>
                <a:gd name="connsiteX10" fmla="*/ 94224 w 187514"/>
                <a:gd name="connsiteY10" fmla="*/ 0 h 91191"/>
                <a:gd name="connsiteX11" fmla="*/ 82563 w 187514"/>
                <a:gd name="connsiteY11" fmla="*/ 0 h 91191"/>
                <a:gd name="connsiteX12" fmla="*/ 82563 w 187514"/>
                <a:gd name="connsiteY12" fmla="*/ 80347 h 91191"/>
                <a:gd name="connsiteX13" fmla="*/ 53759 w 187514"/>
                <a:gd name="connsiteY13" fmla="*/ 80347 h 91191"/>
                <a:gd name="connsiteX14" fmla="*/ 53759 w 187514"/>
                <a:gd name="connsiteY14" fmla="*/ 67869 h 91191"/>
                <a:gd name="connsiteX15" fmla="*/ 49328 w 187514"/>
                <a:gd name="connsiteY15" fmla="*/ 42914 h 91191"/>
                <a:gd name="connsiteX16" fmla="*/ 37666 w 187514"/>
                <a:gd name="connsiteY16" fmla="*/ 28804 h 91191"/>
                <a:gd name="connsiteX17" fmla="*/ 20990 w 187514"/>
                <a:gd name="connsiteY17" fmla="*/ 24372 h 91191"/>
                <a:gd name="connsiteX18" fmla="*/ 12828 w 187514"/>
                <a:gd name="connsiteY18" fmla="*/ 25072 h 91191"/>
                <a:gd name="connsiteX19" fmla="*/ 6530 w 187514"/>
                <a:gd name="connsiteY19" fmla="*/ 26355 h 91191"/>
                <a:gd name="connsiteX20" fmla="*/ 7463 w 187514"/>
                <a:gd name="connsiteY20" fmla="*/ 35334 h 91191"/>
                <a:gd name="connsiteX21" fmla="*/ 18542 w 187514"/>
                <a:gd name="connsiteY21" fmla="*/ 35334 h 91191"/>
                <a:gd name="connsiteX22" fmla="*/ 35101 w 187514"/>
                <a:gd name="connsiteY22" fmla="*/ 42914 h 91191"/>
                <a:gd name="connsiteX23" fmla="*/ 42098 w 187514"/>
                <a:gd name="connsiteY23" fmla="*/ 68569 h 91191"/>
                <a:gd name="connsiteX24" fmla="*/ 42098 w 187514"/>
                <a:gd name="connsiteY24" fmla="*/ 80230 h 91191"/>
                <a:gd name="connsiteX25" fmla="*/ 0 w 187514"/>
                <a:gd name="connsiteY25" fmla="*/ 80230 h 91191"/>
                <a:gd name="connsiteX26" fmla="*/ 0 w 187514"/>
                <a:gd name="connsiteY26" fmla="*/ 91075 h 91191"/>
                <a:gd name="connsiteX27" fmla="*/ 109267 w 187514"/>
                <a:gd name="connsiteY27" fmla="*/ 91075 h 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7514" h="91191">
                  <a:moveTo>
                    <a:pt x="109267" y="91192"/>
                  </a:moveTo>
                  <a:lnTo>
                    <a:pt x="187515" y="91192"/>
                  </a:lnTo>
                  <a:lnTo>
                    <a:pt x="187515" y="0"/>
                  </a:lnTo>
                  <a:lnTo>
                    <a:pt x="175853" y="0"/>
                  </a:lnTo>
                  <a:lnTo>
                    <a:pt x="175853" y="80347"/>
                  </a:lnTo>
                  <a:lnTo>
                    <a:pt x="140869" y="80347"/>
                  </a:lnTo>
                  <a:lnTo>
                    <a:pt x="140869" y="27171"/>
                  </a:lnTo>
                  <a:lnTo>
                    <a:pt x="129208" y="27171"/>
                  </a:lnTo>
                  <a:lnTo>
                    <a:pt x="129208" y="80347"/>
                  </a:lnTo>
                  <a:lnTo>
                    <a:pt x="94224" y="80347"/>
                  </a:lnTo>
                  <a:lnTo>
                    <a:pt x="94224" y="0"/>
                  </a:lnTo>
                  <a:lnTo>
                    <a:pt x="82563" y="0"/>
                  </a:lnTo>
                  <a:lnTo>
                    <a:pt x="82563" y="80347"/>
                  </a:lnTo>
                  <a:lnTo>
                    <a:pt x="53759" y="80347"/>
                  </a:lnTo>
                  <a:lnTo>
                    <a:pt x="53759" y="67869"/>
                  </a:lnTo>
                  <a:cubicBezTo>
                    <a:pt x="54096" y="59329"/>
                    <a:pt x="52584" y="50816"/>
                    <a:pt x="49328" y="42914"/>
                  </a:cubicBezTo>
                  <a:cubicBezTo>
                    <a:pt x="46955" y="37141"/>
                    <a:pt x="42889" y="32221"/>
                    <a:pt x="37666" y="28804"/>
                  </a:cubicBezTo>
                  <a:cubicBezTo>
                    <a:pt x="32617" y="25831"/>
                    <a:pt x="26850" y="24298"/>
                    <a:pt x="20990" y="24372"/>
                  </a:cubicBezTo>
                  <a:cubicBezTo>
                    <a:pt x="18255" y="24388"/>
                    <a:pt x="15526" y="24622"/>
                    <a:pt x="12828" y="25072"/>
                  </a:cubicBezTo>
                  <a:cubicBezTo>
                    <a:pt x="10689" y="25275"/>
                    <a:pt x="8578" y="25705"/>
                    <a:pt x="6530" y="26355"/>
                  </a:cubicBezTo>
                  <a:lnTo>
                    <a:pt x="7463" y="35334"/>
                  </a:lnTo>
                  <a:lnTo>
                    <a:pt x="18542" y="35334"/>
                  </a:lnTo>
                  <a:cubicBezTo>
                    <a:pt x="24896" y="35355"/>
                    <a:pt x="30932" y="38118"/>
                    <a:pt x="35101" y="42914"/>
                  </a:cubicBezTo>
                  <a:cubicBezTo>
                    <a:pt x="40504" y="50316"/>
                    <a:pt x="42995" y="59448"/>
                    <a:pt x="42098" y="68569"/>
                  </a:cubicBezTo>
                  <a:lnTo>
                    <a:pt x="42098" y="80230"/>
                  </a:lnTo>
                  <a:lnTo>
                    <a:pt x="0" y="80230"/>
                  </a:lnTo>
                  <a:lnTo>
                    <a:pt x="0" y="91075"/>
                  </a:lnTo>
                  <a:lnTo>
                    <a:pt x="109267" y="91075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D78A73F-C998-1447-8A83-09F6FC4095F1}"/>
                </a:ext>
              </a:extLst>
            </p:cNvPr>
            <p:cNvSpPr/>
            <p:nvPr/>
          </p:nvSpPr>
          <p:spPr>
            <a:xfrm>
              <a:off x="9375825" y="1746411"/>
              <a:ext cx="11661" cy="12594"/>
            </a:xfrm>
            <a:custGeom>
              <a:avLst/>
              <a:gdLst>
                <a:gd name="connsiteX0" fmla="*/ 0 w 11661"/>
                <a:gd name="connsiteY0" fmla="*/ 0 h 12594"/>
                <a:gd name="connsiteX1" fmla="*/ 11661 w 11661"/>
                <a:gd name="connsiteY1" fmla="*/ 0 h 12594"/>
                <a:gd name="connsiteX2" fmla="*/ 11661 w 11661"/>
                <a:gd name="connsiteY2" fmla="*/ 12594 h 12594"/>
                <a:gd name="connsiteX3" fmla="*/ 0 w 11661"/>
                <a:gd name="connsiteY3" fmla="*/ 12594 h 1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61" h="12594">
                  <a:moveTo>
                    <a:pt x="0" y="0"/>
                  </a:moveTo>
                  <a:lnTo>
                    <a:pt x="11661" y="0"/>
                  </a:lnTo>
                  <a:lnTo>
                    <a:pt x="11661" y="12594"/>
                  </a:lnTo>
                  <a:lnTo>
                    <a:pt x="0" y="12594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E74EABB-AD76-CC49-BBD5-0F5716BBE0EC}"/>
                </a:ext>
              </a:extLst>
            </p:cNvPr>
            <p:cNvSpPr/>
            <p:nvPr/>
          </p:nvSpPr>
          <p:spPr>
            <a:xfrm>
              <a:off x="9456988" y="1644957"/>
              <a:ext cx="12127" cy="91191"/>
            </a:xfrm>
            <a:custGeom>
              <a:avLst/>
              <a:gdLst>
                <a:gd name="connsiteX0" fmla="*/ 0 w 12127"/>
                <a:gd name="connsiteY0" fmla="*/ 0 h 91191"/>
                <a:gd name="connsiteX1" fmla="*/ 12128 w 12127"/>
                <a:gd name="connsiteY1" fmla="*/ 0 h 91191"/>
                <a:gd name="connsiteX2" fmla="*/ 12128 w 12127"/>
                <a:gd name="connsiteY2" fmla="*/ 91192 h 91191"/>
                <a:gd name="connsiteX3" fmla="*/ 0 w 12127"/>
                <a:gd name="connsiteY3" fmla="*/ 91192 h 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7" h="91191">
                  <a:moveTo>
                    <a:pt x="0" y="0"/>
                  </a:moveTo>
                  <a:lnTo>
                    <a:pt x="12128" y="0"/>
                  </a:lnTo>
                  <a:lnTo>
                    <a:pt x="12128" y="91192"/>
                  </a:lnTo>
                  <a:lnTo>
                    <a:pt x="0" y="91192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D14270B7-9E37-EC4E-83E0-4914BC28316F}"/>
                </a:ext>
              </a:extLst>
            </p:cNvPr>
            <p:cNvSpPr/>
            <p:nvPr/>
          </p:nvSpPr>
          <p:spPr>
            <a:xfrm>
              <a:off x="9513541" y="1672128"/>
              <a:ext cx="68462" cy="95934"/>
            </a:xfrm>
            <a:custGeom>
              <a:avLst/>
              <a:gdLst>
                <a:gd name="connsiteX0" fmla="*/ 56446 w 68462"/>
                <a:gd name="connsiteY0" fmla="*/ 66703 h 95934"/>
                <a:gd name="connsiteX1" fmla="*/ 50266 w 68462"/>
                <a:gd name="connsiteY1" fmla="*/ 79997 h 95934"/>
                <a:gd name="connsiteX2" fmla="*/ 34873 w 68462"/>
                <a:gd name="connsiteY2" fmla="*/ 84895 h 95934"/>
                <a:gd name="connsiteX3" fmla="*/ 23211 w 68462"/>
                <a:gd name="connsiteY3" fmla="*/ 82563 h 95934"/>
                <a:gd name="connsiteX4" fmla="*/ 15048 w 68462"/>
                <a:gd name="connsiteY4" fmla="*/ 76032 h 95934"/>
                <a:gd name="connsiteX5" fmla="*/ 12133 w 68462"/>
                <a:gd name="connsiteY5" fmla="*/ 66703 h 95934"/>
                <a:gd name="connsiteX6" fmla="*/ 13416 w 68462"/>
                <a:gd name="connsiteY6" fmla="*/ 52476 h 95934"/>
                <a:gd name="connsiteX7" fmla="*/ 16681 w 68462"/>
                <a:gd name="connsiteY7" fmla="*/ 29153 h 95934"/>
                <a:gd name="connsiteX8" fmla="*/ 5019 w 68462"/>
                <a:gd name="connsiteY8" fmla="*/ 28454 h 95934"/>
                <a:gd name="connsiteX9" fmla="*/ 5 w 68462"/>
                <a:gd name="connsiteY9" fmla="*/ 67286 h 95934"/>
                <a:gd name="connsiteX10" fmla="*/ 4903 w 68462"/>
                <a:gd name="connsiteY10" fmla="*/ 82446 h 95934"/>
                <a:gd name="connsiteX11" fmla="*/ 17381 w 68462"/>
                <a:gd name="connsiteY11" fmla="*/ 92475 h 95934"/>
                <a:gd name="connsiteX12" fmla="*/ 52365 w 68462"/>
                <a:gd name="connsiteY12" fmla="*/ 92475 h 95934"/>
                <a:gd name="connsiteX13" fmla="*/ 64026 w 68462"/>
                <a:gd name="connsiteY13" fmla="*/ 82912 h 95934"/>
                <a:gd name="connsiteX14" fmla="*/ 68457 w 68462"/>
                <a:gd name="connsiteY14" fmla="*/ 68103 h 95934"/>
                <a:gd name="connsiteX15" fmla="*/ 68457 w 68462"/>
                <a:gd name="connsiteY15" fmla="*/ 0 h 95934"/>
                <a:gd name="connsiteX16" fmla="*/ 56796 w 68462"/>
                <a:gd name="connsiteY16" fmla="*/ 0 h 95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462" h="95934">
                  <a:moveTo>
                    <a:pt x="56446" y="66703"/>
                  </a:moveTo>
                  <a:cubicBezTo>
                    <a:pt x="56681" y="71878"/>
                    <a:pt x="54373" y="76841"/>
                    <a:pt x="50266" y="79997"/>
                  </a:cubicBezTo>
                  <a:cubicBezTo>
                    <a:pt x="45849" y="83349"/>
                    <a:pt x="40414" y="85078"/>
                    <a:pt x="34873" y="84895"/>
                  </a:cubicBezTo>
                  <a:cubicBezTo>
                    <a:pt x="30863" y="84969"/>
                    <a:pt x="26884" y="84173"/>
                    <a:pt x="23211" y="82563"/>
                  </a:cubicBezTo>
                  <a:cubicBezTo>
                    <a:pt x="19958" y="81150"/>
                    <a:pt x="17140" y="78896"/>
                    <a:pt x="15048" y="76032"/>
                  </a:cubicBezTo>
                  <a:cubicBezTo>
                    <a:pt x="13111" y="73311"/>
                    <a:pt x="12090" y="70043"/>
                    <a:pt x="12133" y="66703"/>
                  </a:cubicBezTo>
                  <a:cubicBezTo>
                    <a:pt x="12294" y="61941"/>
                    <a:pt x="12722" y="57191"/>
                    <a:pt x="13416" y="52476"/>
                  </a:cubicBezTo>
                  <a:cubicBezTo>
                    <a:pt x="14349" y="45363"/>
                    <a:pt x="15398" y="37666"/>
                    <a:pt x="16681" y="29153"/>
                  </a:cubicBezTo>
                  <a:lnTo>
                    <a:pt x="5019" y="28454"/>
                  </a:lnTo>
                  <a:cubicBezTo>
                    <a:pt x="2581" y="41287"/>
                    <a:pt x="907" y="54254"/>
                    <a:pt x="5" y="67286"/>
                  </a:cubicBezTo>
                  <a:cubicBezTo>
                    <a:pt x="-107" y="72745"/>
                    <a:pt x="1618" y="78084"/>
                    <a:pt x="4903" y="82446"/>
                  </a:cubicBezTo>
                  <a:cubicBezTo>
                    <a:pt x="8097" y="86839"/>
                    <a:pt x="12404" y="90300"/>
                    <a:pt x="17381" y="92475"/>
                  </a:cubicBezTo>
                  <a:cubicBezTo>
                    <a:pt x="28586" y="97088"/>
                    <a:pt x="41160" y="97088"/>
                    <a:pt x="52365" y="92475"/>
                  </a:cubicBezTo>
                  <a:cubicBezTo>
                    <a:pt x="57012" y="90347"/>
                    <a:pt x="61029" y="87053"/>
                    <a:pt x="64026" y="82912"/>
                  </a:cubicBezTo>
                  <a:cubicBezTo>
                    <a:pt x="67012" y="78559"/>
                    <a:pt x="68561" y="73381"/>
                    <a:pt x="68457" y="68103"/>
                  </a:cubicBezTo>
                  <a:lnTo>
                    <a:pt x="68457" y="0"/>
                  </a:lnTo>
                  <a:lnTo>
                    <a:pt x="56796" y="0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9E2D85F-6C50-F34C-A09B-6E89693FE86B}"/>
                </a:ext>
              </a:extLst>
            </p:cNvPr>
            <p:cNvSpPr/>
            <p:nvPr/>
          </p:nvSpPr>
          <p:spPr>
            <a:xfrm>
              <a:off x="9543282" y="1659651"/>
              <a:ext cx="11661" cy="12594"/>
            </a:xfrm>
            <a:custGeom>
              <a:avLst/>
              <a:gdLst>
                <a:gd name="connsiteX0" fmla="*/ 0 w 11661"/>
                <a:gd name="connsiteY0" fmla="*/ 0 h 12594"/>
                <a:gd name="connsiteX1" fmla="*/ 11661 w 11661"/>
                <a:gd name="connsiteY1" fmla="*/ 0 h 12594"/>
                <a:gd name="connsiteX2" fmla="*/ 11661 w 11661"/>
                <a:gd name="connsiteY2" fmla="*/ 12594 h 12594"/>
                <a:gd name="connsiteX3" fmla="*/ 0 w 11661"/>
                <a:gd name="connsiteY3" fmla="*/ 12594 h 1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61" h="12594">
                  <a:moveTo>
                    <a:pt x="0" y="0"/>
                  </a:moveTo>
                  <a:lnTo>
                    <a:pt x="11661" y="0"/>
                  </a:lnTo>
                  <a:lnTo>
                    <a:pt x="11661" y="12594"/>
                  </a:lnTo>
                  <a:lnTo>
                    <a:pt x="0" y="12594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26C54B-ECA0-F84C-BCB9-371EA5AC6FCB}"/>
                </a:ext>
              </a:extLst>
            </p:cNvPr>
            <p:cNvSpPr/>
            <p:nvPr/>
          </p:nvSpPr>
          <p:spPr>
            <a:xfrm>
              <a:off x="9594223" y="1670217"/>
              <a:ext cx="54097" cy="98093"/>
            </a:xfrm>
            <a:custGeom>
              <a:avLst/>
              <a:gdLst>
                <a:gd name="connsiteX0" fmla="*/ 24742 w 54097"/>
                <a:gd name="connsiteY0" fmla="*/ 65932 h 98093"/>
                <a:gd name="connsiteX1" fmla="*/ 42234 w 54097"/>
                <a:gd name="connsiteY1" fmla="*/ 65932 h 98093"/>
                <a:gd name="connsiteX2" fmla="*/ 40834 w 54097"/>
                <a:gd name="connsiteY2" fmla="*/ 79226 h 98093"/>
                <a:gd name="connsiteX3" fmla="*/ 36753 w 54097"/>
                <a:gd name="connsiteY3" fmla="*/ 85290 h 98093"/>
                <a:gd name="connsiteX4" fmla="*/ 29756 w 54097"/>
                <a:gd name="connsiteY4" fmla="*/ 86806 h 98093"/>
                <a:gd name="connsiteX5" fmla="*/ 9932 w 54097"/>
                <a:gd name="connsiteY5" fmla="*/ 84357 h 98093"/>
                <a:gd name="connsiteX6" fmla="*/ 9932 w 54097"/>
                <a:gd name="connsiteY6" fmla="*/ 96018 h 98093"/>
                <a:gd name="connsiteX7" fmla="*/ 30106 w 54097"/>
                <a:gd name="connsiteY7" fmla="*/ 98001 h 98093"/>
                <a:gd name="connsiteX8" fmla="*/ 48997 w 54097"/>
                <a:gd name="connsiteY8" fmla="*/ 87389 h 98093"/>
                <a:gd name="connsiteX9" fmla="*/ 54012 w 54097"/>
                <a:gd name="connsiteY9" fmla="*/ 57303 h 98093"/>
                <a:gd name="connsiteX10" fmla="*/ 54012 w 54097"/>
                <a:gd name="connsiteY10" fmla="*/ 2727 h 98093"/>
                <a:gd name="connsiteX11" fmla="*/ 41534 w 54097"/>
                <a:gd name="connsiteY11" fmla="*/ 862 h 98093"/>
                <a:gd name="connsiteX12" fmla="*/ 28123 w 54097"/>
                <a:gd name="connsiteY12" fmla="*/ 45 h 98093"/>
                <a:gd name="connsiteX13" fmla="*/ 11448 w 54097"/>
                <a:gd name="connsiteY13" fmla="*/ 3660 h 98093"/>
                <a:gd name="connsiteX14" fmla="*/ 2818 w 54097"/>
                <a:gd name="connsiteY14" fmla="*/ 14622 h 98093"/>
                <a:gd name="connsiteX15" fmla="*/ 20 w 54097"/>
                <a:gd name="connsiteY15" fmla="*/ 34913 h 98093"/>
                <a:gd name="connsiteX16" fmla="*/ 4684 w 54097"/>
                <a:gd name="connsiteY16" fmla="*/ 57419 h 98093"/>
                <a:gd name="connsiteX17" fmla="*/ 24742 w 54097"/>
                <a:gd name="connsiteY17" fmla="*/ 65932 h 98093"/>
                <a:gd name="connsiteX18" fmla="*/ 16812 w 54097"/>
                <a:gd name="connsiteY18" fmla="*/ 15788 h 98093"/>
                <a:gd name="connsiteX19" fmla="*/ 31272 w 54097"/>
                <a:gd name="connsiteY19" fmla="*/ 10424 h 98093"/>
                <a:gd name="connsiteX20" fmla="*/ 42933 w 54097"/>
                <a:gd name="connsiteY20" fmla="*/ 11240 h 98093"/>
                <a:gd name="connsiteX21" fmla="*/ 42933 w 54097"/>
                <a:gd name="connsiteY21" fmla="*/ 55087 h 98093"/>
                <a:gd name="connsiteX22" fmla="*/ 28707 w 54097"/>
                <a:gd name="connsiteY22" fmla="*/ 55087 h 98093"/>
                <a:gd name="connsiteX23" fmla="*/ 15762 w 54097"/>
                <a:gd name="connsiteY23" fmla="*/ 49373 h 98093"/>
                <a:gd name="connsiteX24" fmla="*/ 12614 w 54097"/>
                <a:gd name="connsiteY24" fmla="*/ 34213 h 98093"/>
                <a:gd name="connsiteX25" fmla="*/ 16812 w 54097"/>
                <a:gd name="connsiteY25" fmla="*/ 15788 h 98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4097" h="98093">
                  <a:moveTo>
                    <a:pt x="24742" y="65932"/>
                  </a:moveTo>
                  <a:lnTo>
                    <a:pt x="42234" y="65932"/>
                  </a:lnTo>
                  <a:cubicBezTo>
                    <a:pt x="42391" y="70407"/>
                    <a:pt x="41920" y="74882"/>
                    <a:pt x="40834" y="79226"/>
                  </a:cubicBezTo>
                  <a:cubicBezTo>
                    <a:pt x="40275" y="81684"/>
                    <a:pt x="38820" y="83846"/>
                    <a:pt x="36753" y="85290"/>
                  </a:cubicBezTo>
                  <a:cubicBezTo>
                    <a:pt x="34593" y="86398"/>
                    <a:pt x="32181" y="86921"/>
                    <a:pt x="29756" y="86806"/>
                  </a:cubicBezTo>
                  <a:cubicBezTo>
                    <a:pt x="23098" y="86470"/>
                    <a:pt x="16472" y="85651"/>
                    <a:pt x="9932" y="84357"/>
                  </a:cubicBezTo>
                  <a:lnTo>
                    <a:pt x="9932" y="96018"/>
                  </a:lnTo>
                  <a:cubicBezTo>
                    <a:pt x="16610" y="97088"/>
                    <a:pt x="23347" y="97750"/>
                    <a:pt x="30106" y="98001"/>
                  </a:cubicBezTo>
                  <a:cubicBezTo>
                    <a:pt x="38007" y="98785"/>
                    <a:pt x="45556" y="94545"/>
                    <a:pt x="48997" y="87389"/>
                  </a:cubicBezTo>
                  <a:cubicBezTo>
                    <a:pt x="52803" y="77835"/>
                    <a:pt x="54513" y="67575"/>
                    <a:pt x="54012" y="57303"/>
                  </a:cubicBezTo>
                  <a:lnTo>
                    <a:pt x="54012" y="2727"/>
                  </a:lnTo>
                  <a:cubicBezTo>
                    <a:pt x="50863" y="2727"/>
                    <a:pt x="46665" y="1445"/>
                    <a:pt x="41534" y="862"/>
                  </a:cubicBezTo>
                  <a:cubicBezTo>
                    <a:pt x="36403" y="279"/>
                    <a:pt x="31972" y="45"/>
                    <a:pt x="28123" y="45"/>
                  </a:cubicBezTo>
                  <a:cubicBezTo>
                    <a:pt x="22342" y="-260"/>
                    <a:pt x="16584" y="988"/>
                    <a:pt x="11448" y="3660"/>
                  </a:cubicBezTo>
                  <a:cubicBezTo>
                    <a:pt x="7331" y="6140"/>
                    <a:pt x="4262" y="10038"/>
                    <a:pt x="2818" y="14622"/>
                  </a:cubicBezTo>
                  <a:cubicBezTo>
                    <a:pt x="848" y="21201"/>
                    <a:pt x="-96" y="28046"/>
                    <a:pt x="20" y="34913"/>
                  </a:cubicBezTo>
                  <a:cubicBezTo>
                    <a:pt x="-198" y="42676"/>
                    <a:pt x="1399" y="50382"/>
                    <a:pt x="4684" y="57419"/>
                  </a:cubicBezTo>
                  <a:cubicBezTo>
                    <a:pt x="9092" y="63982"/>
                    <a:pt x="16960" y="67321"/>
                    <a:pt x="24742" y="65932"/>
                  </a:cubicBezTo>
                  <a:close/>
                  <a:moveTo>
                    <a:pt x="16812" y="15788"/>
                  </a:moveTo>
                  <a:cubicBezTo>
                    <a:pt x="20488" y="11778"/>
                    <a:pt x="25870" y="9782"/>
                    <a:pt x="31272" y="10424"/>
                  </a:cubicBezTo>
                  <a:cubicBezTo>
                    <a:pt x="35174" y="10417"/>
                    <a:pt x="39071" y="10690"/>
                    <a:pt x="42933" y="11240"/>
                  </a:cubicBezTo>
                  <a:lnTo>
                    <a:pt x="42933" y="55087"/>
                  </a:lnTo>
                  <a:lnTo>
                    <a:pt x="28707" y="55087"/>
                  </a:lnTo>
                  <a:cubicBezTo>
                    <a:pt x="23644" y="55887"/>
                    <a:pt x="18582" y="53652"/>
                    <a:pt x="15762" y="49373"/>
                  </a:cubicBezTo>
                  <a:cubicBezTo>
                    <a:pt x="13504" y="44648"/>
                    <a:pt x="12424" y="39446"/>
                    <a:pt x="12614" y="34213"/>
                  </a:cubicBezTo>
                  <a:cubicBezTo>
                    <a:pt x="12131" y="27789"/>
                    <a:pt x="13594" y="21369"/>
                    <a:pt x="16812" y="15788"/>
                  </a:cubicBez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BE36A80-D5BE-7D48-9705-615D0ED5857E}"/>
                </a:ext>
              </a:extLst>
            </p:cNvPr>
            <p:cNvSpPr/>
            <p:nvPr/>
          </p:nvSpPr>
          <p:spPr>
            <a:xfrm>
              <a:off x="9676922" y="1631185"/>
              <a:ext cx="27987" cy="27766"/>
            </a:xfrm>
            <a:custGeom>
              <a:avLst/>
              <a:gdLst>
                <a:gd name="connsiteX0" fmla="*/ 1283 w 27987"/>
                <a:gd name="connsiteY0" fmla="*/ 27766 h 27766"/>
                <a:gd name="connsiteX1" fmla="*/ 27987 w 27987"/>
                <a:gd name="connsiteY1" fmla="*/ 22518 h 27766"/>
                <a:gd name="connsiteX2" fmla="*/ 26471 w 27987"/>
                <a:gd name="connsiteY2" fmla="*/ 16105 h 27766"/>
                <a:gd name="connsiteX3" fmla="*/ 12128 w 27987"/>
                <a:gd name="connsiteY3" fmla="*/ 19953 h 27766"/>
                <a:gd name="connsiteX4" fmla="*/ 9096 w 27987"/>
                <a:gd name="connsiteY4" fmla="*/ 14122 h 27766"/>
                <a:gd name="connsiteX5" fmla="*/ 11195 w 27987"/>
                <a:gd name="connsiteY5" fmla="*/ 8991 h 27766"/>
                <a:gd name="connsiteX6" fmla="*/ 16443 w 27987"/>
                <a:gd name="connsiteY6" fmla="*/ 6892 h 27766"/>
                <a:gd name="connsiteX7" fmla="*/ 19708 w 27987"/>
                <a:gd name="connsiteY7" fmla="*/ 7592 h 27766"/>
                <a:gd name="connsiteX8" fmla="*/ 22040 w 27987"/>
                <a:gd name="connsiteY8" fmla="*/ 8875 h 27766"/>
                <a:gd name="connsiteX9" fmla="*/ 23439 w 27987"/>
                <a:gd name="connsiteY9" fmla="*/ 3044 h 27766"/>
                <a:gd name="connsiteX10" fmla="*/ 13994 w 27987"/>
                <a:gd name="connsiteY10" fmla="*/ 12 h 27766"/>
                <a:gd name="connsiteX11" fmla="*/ 5014 w 27987"/>
                <a:gd name="connsiteY11" fmla="*/ 3627 h 27766"/>
                <a:gd name="connsiteX12" fmla="*/ 1516 w 27987"/>
                <a:gd name="connsiteY12" fmla="*/ 12023 h 27766"/>
                <a:gd name="connsiteX13" fmla="*/ 2682 w 27987"/>
                <a:gd name="connsiteY13" fmla="*/ 17271 h 27766"/>
                <a:gd name="connsiteX14" fmla="*/ 6180 w 27987"/>
                <a:gd name="connsiteY14" fmla="*/ 21469 h 27766"/>
                <a:gd name="connsiteX15" fmla="*/ 0 w 27987"/>
                <a:gd name="connsiteY15" fmla="*/ 23218 h 2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87" h="27766">
                  <a:moveTo>
                    <a:pt x="1283" y="27766"/>
                  </a:moveTo>
                  <a:lnTo>
                    <a:pt x="27987" y="22518"/>
                  </a:lnTo>
                  <a:lnTo>
                    <a:pt x="26471" y="16105"/>
                  </a:lnTo>
                  <a:lnTo>
                    <a:pt x="12128" y="19953"/>
                  </a:lnTo>
                  <a:cubicBezTo>
                    <a:pt x="10226" y="18621"/>
                    <a:pt x="9094" y="16444"/>
                    <a:pt x="9096" y="14122"/>
                  </a:cubicBezTo>
                  <a:cubicBezTo>
                    <a:pt x="9059" y="12196"/>
                    <a:pt x="9819" y="10340"/>
                    <a:pt x="11195" y="8991"/>
                  </a:cubicBezTo>
                  <a:cubicBezTo>
                    <a:pt x="12554" y="7559"/>
                    <a:pt x="14471" y="6792"/>
                    <a:pt x="16443" y="6892"/>
                  </a:cubicBezTo>
                  <a:cubicBezTo>
                    <a:pt x="17569" y="6887"/>
                    <a:pt x="18682" y="7126"/>
                    <a:pt x="19708" y="7592"/>
                  </a:cubicBezTo>
                  <a:cubicBezTo>
                    <a:pt x="20558" y="7871"/>
                    <a:pt x="21349" y="8306"/>
                    <a:pt x="22040" y="8875"/>
                  </a:cubicBezTo>
                  <a:lnTo>
                    <a:pt x="23439" y="3044"/>
                  </a:lnTo>
                  <a:cubicBezTo>
                    <a:pt x="20652" y="1137"/>
                    <a:pt x="17370" y="83"/>
                    <a:pt x="13994" y="12"/>
                  </a:cubicBezTo>
                  <a:cubicBezTo>
                    <a:pt x="10618" y="-141"/>
                    <a:pt x="7342" y="1178"/>
                    <a:pt x="5014" y="3627"/>
                  </a:cubicBezTo>
                  <a:cubicBezTo>
                    <a:pt x="2760" y="5837"/>
                    <a:pt x="1497" y="8866"/>
                    <a:pt x="1516" y="12023"/>
                  </a:cubicBezTo>
                  <a:cubicBezTo>
                    <a:pt x="1491" y="13839"/>
                    <a:pt x="1890" y="15636"/>
                    <a:pt x="2682" y="17271"/>
                  </a:cubicBezTo>
                  <a:cubicBezTo>
                    <a:pt x="3499" y="18927"/>
                    <a:pt x="4698" y="20366"/>
                    <a:pt x="6180" y="21469"/>
                  </a:cubicBezTo>
                  <a:lnTo>
                    <a:pt x="0" y="23218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00146397-B652-584D-B2B4-40BCF68E8A2B}"/>
                </a:ext>
              </a:extLst>
            </p:cNvPr>
            <p:cNvSpPr/>
            <p:nvPr/>
          </p:nvSpPr>
          <p:spPr>
            <a:xfrm>
              <a:off x="9774294" y="1648106"/>
              <a:ext cx="10845" cy="12127"/>
            </a:xfrm>
            <a:custGeom>
              <a:avLst/>
              <a:gdLst>
                <a:gd name="connsiteX0" fmla="*/ 0 w 10845"/>
                <a:gd name="connsiteY0" fmla="*/ 0 h 12127"/>
                <a:gd name="connsiteX1" fmla="*/ 10845 w 10845"/>
                <a:gd name="connsiteY1" fmla="*/ 0 h 12127"/>
                <a:gd name="connsiteX2" fmla="*/ 10845 w 10845"/>
                <a:gd name="connsiteY2" fmla="*/ 12128 h 12127"/>
                <a:gd name="connsiteX3" fmla="*/ 0 w 10845"/>
                <a:gd name="connsiteY3" fmla="*/ 12128 h 12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5" h="12127">
                  <a:moveTo>
                    <a:pt x="0" y="0"/>
                  </a:moveTo>
                  <a:lnTo>
                    <a:pt x="10845" y="0"/>
                  </a:lnTo>
                  <a:lnTo>
                    <a:pt x="10845" y="12128"/>
                  </a:lnTo>
                  <a:lnTo>
                    <a:pt x="0" y="12128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84ECDB7-DE60-F04B-B399-439AE9211E4C}"/>
                </a:ext>
              </a:extLst>
            </p:cNvPr>
            <p:cNvSpPr/>
            <p:nvPr/>
          </p:nvSpPr>
          <p:spPr>
            <a:xfrm>
              <a:off x="9783040" y="1631780"/>
              <a:ext cx="10495" cy="11661"/>
            </a:xfrm>
            <a:custGeom>
              <a:avLst/>
              <a:gdLst>
                <a:gd name="connsiteX0" fmla="*/ 0 w 10495"/>
                <a:gd name="connsiteY0" fmla="*/ 0 h 11661"/>
                <a:gd name="connsiteX1" fmla="*/ 10495 w 10495"/>
                <a:gd name="connsiteY1" fmla="*/ 0 h 11661"/>
                <a:gd name="connsiteX2" fmla="*/ 10495 w 10495"/>
                <a:gd name="connsiteY2" fmla="*/ 11661 h 11661"/>
                <a:gd name="connsiteX3" fmla="*/ 0 w 10495"/>
                <a:gd name="connsiteY3" fmla="*/ 11661 h 11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" h="11661">
                  <a:moveTo>
                    <a:pt x="0" y="0"/>
                  </a:moveTo>
                  <a:lnTo>
                    <a:pt x="10495" y="0"/>
                  </a:lnTo>
                  <a:lnTo>
                    <a:pt x="10495" y="11661"/>
                  </a:lnTo>
                  <a:lnTo>
                    <a:pt x="0" y="11661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DA81E44B-433C-FA42-8968-E97D32D10948}"/>
                </a:ext>
              </a:extLst>
            </p:cNvPr>
            <p:cNvSpPr/>
            <p:nvPr/>
          </p:nvSpPr>
          <p:spPr>
            <a:xfrm>
              <a:off x="9791553" y="1648106"/>
              <a:ext cx="10728" cy="12127"/>
            </a:xfrm>
            <a:custGeom>
              <a:avLst/>
              <a:gdLst>
                <a:gd name="connsiteX0" fmla="*/ 0 w 10728"/>
                <a:gd name="connsiteY0" fmla="*/ 0 h 12127"/>
                <a:gd name="connsiteX1" fmla="*/ 10728 w 10728"/>
                <a:gd name="connsiteY1" fmla="*/ 0 h 12127"/>
                <a:gd name="connsiteX2" fmla="*/ 10728 w 10728"/>
                <a:gd name="connsiteY2" fmla="*/ 12128 h 12127"/>
                <a:gd name="connsiteX3" fmla="*/ 0 w 10728"/>
                <a:gd name="connsiteY3" fmla="*/ 12128 h 12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8" h="12127">
                  <a:moveTo>
                    <a:pt x="0" y="0"/>
                  </a:moveTo>
                  <a:lnTo>
                    <a:pt x="10728" y="0"/>
                  </a:lnTo>
                  <a:lnTo>
                    <a:pt x="10728" y="12128"/>
                  </a:lnTo>
                  <a:lnTo>
                    <a:pt x="0" y="12128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EEF1D55-57A9-7E4A-8CE7-D0B183051554}"/>
                </a:ext>
              </a:extLst>
            </p:cNvPr>
            <p:cNvSpPr/>
            <p:nvPr/>
          </p:nvSpPr>
          <p:spPr>
            <a:xfrm>
              <a:off x="9662781" y="1644957"/>
              <a:ext cx="206086" cy="123330"/>
            </a:xfrm>
            <a:custGeom>
              <a:avLst/>
              <a:gdLst>
                <a:gd name="connsiteX0" fmla="*/ 193842 w 206086"/>
                <a:gd name="connsiteY0" fmla="*/ 80347 h 123330"/>
                <a:gd name="connsiteX1" fmla="*/ 166438 w 206086"/>
                <a:gd name="connsiteY1" fmla="*/ 80347 h 123330"/>
                <a:gd name="connsiteX2" fmla="*/ 166438 w 206086"/>
                <a:gd name="connsiteY2" fmla="*/ 55625 h 123330"/>
                <a:gd name="connsiteX3" fmla="*/ 165272 w 206086"/>
                <a:gd name="connsiteY3" fmla="*/ 43031 h 123330"/>
                <a:gd name="connsiteX4" fmla="*/ 162473 w 206086"/>
                <a:gd name="connsiteY4" fmla="*/ 27171 h 123330"/>
                <a:gd name="connsiteX5" fmla="*/ 152328 w 206086"/>
                <a:gd name="connsiteY5" fmla="*/ 27171 h 123330"/>
                <a:gd name="connsiteX6" fmla="*/ 154310 w 206086"/>
                <a:gd name="connsiteY6" fmla="*/ 55275 h 123330"/>
                <a:gd name="connsiteX7" fmla="*/ 154310 w 206086"/>
                <a:gd name="connsiteY7" fmla="*/ 79997 h 123330"/>
                <a:gd name="connsiteX8" fmla="*/ 142649 w 206086"/>
                <a:gd name="connsiteY8" fmla="*/ 79997 h 123330"/>
                <a:gd name="connsiteX9" fmla="*/ 137518 w 206086"/>
                <a:gd name="connsiteY9" fmla="*/ 78831 h 123330"/>
                <a:gd name="connsiteX10" fmla="*/ 133203 w 206086"/>
                <a:gd name="connsiteY10" fmla="*/ 76265 h 123330"/>
                <a:gd name="connsiteX11" fmla="*/ 134836 w 206086"/>
                <a:gd name="connsiteY11" fmla="*/ 63205 h 123330"/>
                <a:gd name="connsiteX12" fmla="*/ 134836 w 206086"/>
                <a:gd name="connsiteY12" fmla="*/ 33585 h 123330"/>
                <a:gd name="connsiteX13" fmla="*/ 123174 w 206086"/>
                <a:gd name="connsiteY13" fmla="*/ 33585 h 123330"/>
                <a:gd name="connsiteX14" fmla="*/ 123174 w 206086"/>
                <a:gd name="connsiteY14" fmla="*/ 63671 h 123330"/>
                <a:gd name="connsiteX15" fmla="*/ 120609 w 206086"/>
                <a:gd name="connsiteY15" fmla="*/ 75332 h 123330"/>
                <a:gd name="connsiteX16" fmla="*/ 112329 w 206086"/>
                <a:gd name="connsiteY16" fmla="*/ 80114 h 123330"/>
                <a:gd name="connsiteX17" fmla="*/ 101834 w 206086"/>
                <a:gd name="connsiteY17" fmla="*/ 80114 h 123330"/>
                <a:gd name="connsiteX18" fmla="*/ 101834 w 206086"/>
                <a:gd name="connsiteY18" fmla="*/ 33468 h 123330"/>
                <a:gd name="connsiteX19" fmla="*/ 90173 w 206086"/>
                <a:gd name="connsiteY19" fmla="*/ 33468 h 123330"/>
                <a:gd name="connsiteX20" fmla="*/ 90173 w 206086"/>
                <a:gd name="connsiteY20" fmla="*/ 80114 h 123330"/>
                <a:gd name="connsiteX21" fmla="*/ 54022 w 206086"/>
                <a:gd name="connsiteY21" fmla="*/ 80114 h 123330"/>
                <a:gd name="connsiteX22" fmla="*/ 54022 w 206086"/>
                <a:gd name="connsiteY22" fmla="*/ 27987 h 123330"/>
                <a:gd name="connsiteX23" fmla="*/ 41545 w 206086"/>
                <a:gd name="connsiteY23" fmla="*/ 26121 h 123330"/>
                <a:gd name="connsiteX24" fmla="*/ 28018 w 206086"/>
                <a:gd name="connsiteY24" fmla="*/ 25305 h 123330"/>
                <a:gd name="connsiteX25" fmla="*/ 11459 w 206086"/>
                <a:gd name="connsiteY25" fmla="*/ 28920 h 123330"/>
                <a:gd name="connsiteX26" fmla="*/ 2829 w 206086"/>
                <a:gd name="connsiteY26" fmla="*/ 39882 h 123330"/>
                <a:gd name="connsiteX27" fmla="*/ 30 w 206086"/>
                <a:gd name="connsiteY27" fmla="*/ 60173 h 123330"/>
                <a:gd name="connsiteX28" fmla="*/ 4695 w 206086"/>
                <a:gd name="connsiteY28" fmla="*/ 82679 h 123330"/>
                <a:gd name="connsiteX29" fmla="*/ 24169 w 206086"/>
                <a:gd name="connsiteY29" fmla="*/ 91775 h 123330"/>
                <a:gd name="connsiteX30" fmla="*/ 41778 w 206086"/>
                <a:gd name="connsiteY30" fmla="*/ 91775 h 123330"/>
                <a:gd name="connsiteX31" fmla="*/ 40379 w 206086"/>
                <a:gd name="connsiteY31" fmla="*/ 105069 h 123330"/>
                <a:gd name="connsiteX32" fmla="*/ 36297 w 206086"/>
                <a:gd name="connsiteY32" fmla="*/ 111133 h 123330"/>
                <a:gd name="connsiteX33" fmla="*/ 29184 w 206086"/>
                <a:gd name="connsiteY33" fmla="*/ 112649 h 123330"/>
                <a:gd name="connsiteX34" fmla="*/ 8310 w 206086"/>
                <a:gd name="connsiteY34" fmla="*/ 109617 h 123330"/>
                <a:gd name="connsiteX35" fmla="*/ 8310 w 206086"/>
                <a:gd name="connsiteY35" fmla="*/ 121278 h 123330"/>
                <a:gd name="connsiteX36" fmla="*/ 28484 w 206086"/>
                <a:gd name="connsiteY36" fmla="*/ 123261 h 123330"/>
                <a:gd name="connsiteX37" fmla="*/ 45976 w 206086"/>
                <a:gd name="connsiteY37" fmla="*/ 114981 h 123330"/>
                <a:gd name="connsiteX38" fmla="*/ 52157 w 206086"/>
                <a:gd name="connsiteY38" fmla="*/ 91658 h 123330"/>
                <a:gd name="connsiteX39" fmla="*/ 115128 w 206086"/>
                <a:gd name="connsiteY39" fmla="*/ 91658 h 123330"/>
                <a:gd name="connsiteX40" fmla="*/ 127956 w 206086"/>
                <a:gd name="connsiteY40" fmla="*/ 86294 h 123330"/>
                <a:gd name="connsiteX41" fmla="*/ 142182 w 206086"/>
                <a:gd name="connsiteY41" fmla="*/ 91425 h 123330"/>
                <a:gd name="connsiteX42" fmla="*/ 206087 w 206086"/>
                <a:gd name="connsiteY42" fmla="*/ 91425 h 123330"/>
                <a:gd name="connsiteX43" fmla="*/ 206087 w 206086"/>
                <a:gd name="connsiteY43" fmla="*/ 0 h 123330"/>
                <a:gd name="connsiteX44" fmla="*/ 193842 w 206086"/>
                <a:gd name="connsiteY44" fmla="*/ 0 h 123330"/>
                <a:gd name="connsiteX45" fmla="*/ 40262 w 206086"/>
                <a:gd name="connsiteY45" fmla="*/ 80347 h 123330"/>
                <a:gd name="connsiteX46" fmla="*/ 26618 w 206086"/>
                <a:gd name="connsiteY46" fmla="*/ 80347 h 123330"/>
                <a:gd name="connsiteX47" fmla="*/ 13674 w 206086"/>
                <a:gd name="connsiteY47" fmla="*/ 74633 h 123330"/>
                <a:gd name="connsiteX48" fmla="*/ 10526 w 206086"/>
                <a:gd name="connsiteY48" fmla="*/ 59473 h 123330"/>
                <a:gd name="connsiteX49" fmla="*/ 14724 w 206086"/>
                <a:gd name="connsiteY49" fmla="*/ 41281 h 123330"/>
                <a:gd name="connsiteX50" fmla="*/ 29067 w 206086"/>
                <a:gd name="connsiteY50" fmla="*/ 35917 h 123330"/>
                <a:gd name="connsiteX51" fmla="*/ 40729 w 206086"/>
                <a:gd name="connsiteY51" fmla="*/ 36733 h 123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06086" h="123330">
                  <a:moveTo>
                    <a:pt x="193842" y="80347"/>
                  </a:moveTo>
                  <a:lnTo>
                    <a:pt x="166438" y="80347"/>
                  </a:lnTo>
                  <a:lnTo>
                    <a:pt x="166438" y="55625"/>
                  </a:lnTo>
                  <a:cubicBezTo>
                    <a:pt x="166344" y="51405"/>
                    <a:pt x="165954" y="47196"/>
                    <a:pt x="165272" y="43031"/>
                  </a:cubicBezTo>
                  <a:cubicBezTo>
                    <a:pt x="164456" y="37550"/>
                    <a:pt x="163523" y="32185"/>
                    <a:pt x="162473" y="27171"/>
                  </a:cubicBezTo>
                  <a:lnTo>
                    <a:pt x="152328" y="27171"/>
                  </a:lnTo>
                  <a:cubicBezTo>
                    <a:pt x="153611" y="39999"/>
                    <a:pt x="154310" y="49328"/>
                    <a:pt x="154310" y="55275"/>
                  </a:cubicBezTo>
                  <a:lnTo>
                    <a:pt x="154310" y="79997"/>
                  </a:lnTo>
                  <a:lnTo>
                    <a:pt x="142649" y="79997"/>
                  </a:lnTo>
                  <a:cubicBezTo>
                    <a:pt x="140872" y="80004"/>
                    <a:pt x="139117" y="79605"/>
                    <a:pt x="137518" y="78831"/>
                  </a:cubicBezTo>
                  <a:cubicBezTo>
                    <a:pt x="135983" y="78150"/>
                    <a:pt x="134534" y="77289"/>
                    <a:pt x="133203" y="76265"/>
                  </a:cubicBezTo>
                  <a:cubicBezTo>
                    <a:pt x="134328" y="72004"/>
                    <a:pt x="134878" y="67612"/>
                    <a:pt x="134836" y="63205"/>
                  </a:cubicBezTo>
                  <a:lnTo>
                    <a:pt x="134836" y="33585"/>
                  </a:lnTo>
                  <a:lnTo>
                    <a:pt x="123174" y="33585"/>
                  </a:lnTo>
                  <a:lnTo>
                    <a:pt x="123174" y="63671"/>
                  </a:lnTo>
                  <a:cubicBezTo>
                    <a:pt x="123304" y="67711"/>
                    <a:pt x="122422" y="71720"/>
                    <a:pt x="120609" y="75332"/>
                  </a:cubicBezTo>
                  <a:cubicBezTo>
                    <a:pt x="119019" y="78406"/>
                    <a:pt x="115786" y="80273"/>
                    <a:pt x="112329" y="80114"/>
                  </a:cubicBezTo>
                  <a:lnTo>
                    <a:pt x="101834" y="80114"/>
                  </a:lnTo>
                  <a:lnTo>
                    <a:pt x="101834" y="33468"/>
                  </a:lnTo>
                  <a:lnTo>
                    <a:pt x="90173" y="33468"/>
                  </a:lnTo>
                  <a:lnTo>
                    <a:pt x="90173" y="80114"/>
                  </a:lnTo>
                  <a:lnTo>
                    <a:pt x="54022" y="80114"/>
                  </a:lnTo>
                  <a:lnTo>
                    <a:pt x="54022" y="27987"/>
                  </a:lnTo>
                  <a:cubicBezTo>
                    <a:pt x="50757" y="27987"/>
                    <a:pt x="46676" y="26705"/>
                    <a:pt x="41545" y="26121"/>
                  </a:cubicBezTo>
                  <a:cubicBezTo>
                    <a:pt x="36414" y="25538"/>
                    <a:pt x="31983" y="25305"/>
                    <a:pt x="28018" y="25305"/>
                  </a:cubicBezTo>
                  <a:cubicBezTo>
                    <a:pt x="22273" y="24998"/>
                    <a:pt x="16552" y="26246"/>
                    <a:pt x="11459" y="28920"/>
                  </a:cubicBezTo>
                  <a:cubicBezTo>
                    <a:pt x="7312" y="31366"/>
                    <a:pt x="4233" y="35277"/>
                    <a:pt x="2829" y="39882"/>
                  </a:cubicBezTo>
                  <a:cubicBezTo>
                    <a:pt x="859" y="46461"/>
                    <a:pt x="-85" y="53305"/>
                    <a:pt x="30" y="60173"/>
                  </a:cubicBezTo>
                  <a:cubicBezTo>
                    <a:pt x="-245" y="67941"/>
                    <a:pt x="1355" y="75660"/>
                    <a:pt x="4695" y="82679"/>
                  </a:cubicBezTo>
                  <a:cubicBezTo>
                    <a:pt x="8837" y="89272"/>
                    <a:pt x="16455" y="92831"/>
                    <a:pt x="24169" y="91775"/>
                  </a:cubicBezTo>
                  <a:lnTo>
                    <a:pt x="41778" y="91775"/>
                  </a:lnTo>
                  <a:cubicBezTo>
                    <a:pt x="41935" y="96250"/>
                    <a:pt x="41464" y="100725"/>
                    <a:pt x="40379" y="105069"/>
                  </a:cubicBezTo>
                  <a:cubicBezTo>
                    <a:pt x="39819" y="107527"/>
                    <a:pt x="38364" y="109689"/>
                    <a:pt x="36297" y="111133"/>
                  </a:cubicBezTo>
                  <a:cubicBezTo>
                    <a:pt x="34096" y="112241"/>
                    <a:pt x="31646" y="112763"/>
                    <a:pt x="29184" y="112649"/>
                  </a:cubicBezTo>
                  <a:cubicBezTo>
                    <a:pt x="22158" y="112177"/>
                    <a:pt x="15179" y="111164"/>
                    <a:pt x="8310" y="109617"/>
                  </a:cubicBezTo>
                  <a:lnTo>
                    <a:pt x="8310" y="121278"/>
                  </a:lnTo>
                  <a:cubicBezTo>
                    <a:pt x="14988" y="122353"/>
                    <a:pt x="21725" y="123015"/>
                    <a:pt x="28484" y="123261"/>
                  </a:cubicBezTo>
                  <a:cubicBezTo>
                    <a:pt x="35379" y="123847"/>
                    <a:pt x="42059" y="120686"/>
                    <a:pt x="45976" y="114981"/>
                  </a:cubicBezTo>
                  <a:cubicBezTo>
                    <a:pt x="49917" y="107831"/>
                    <a:pt x="52040" y="99822"/>
                    <a:pt x="52157" y="91658"/>
                  </a:cubicBezTo>
                  <a:lnTo>
                    <a:pt x="115128" y="91658"/>
                  </a:lnTo>
                  <a:cubicBezTo>
                    <a:pt x="119990" y="91871"/>
                    <a:pt x="124693" y="89905"/>
                    <a:pt x="127956" y="86294"/>
                  </a:cubicBezTo>
                  <a:cubicBezTo>
                    <a:pt x="131944" y="89629"/>
                    <a:pt x="136983" y="91446"/>
                    <a:pt x="142182" y="91425"/>
                  </a:cubicBezTo>
                  <a:lnTo>
                    <a:pt x="206087" y="91425"/>
                  </a:lnTo>
                  <a:lnTo>
                    <a:pt x="206087" y="0"/>
                  </a:lnTo>
                  <a:lnTo>
                    <a:pt x="193842" y="0"/>
                  </a:lnTo>
                  <a:close/>
                  <a:moveTo>
                    <a:pt x="40262" y="80347"/>
                  </a:moveTo>
                  <a:lnTo>
                    <a:pt x="26618" y="80347"/>
                  </a:lnTo>
                  <a:cubicBezTo>
                    <a:pt x="21556" y="81147"/>
                    <a:pt x="16494" y="78912"/>
                    <a:pt x="13674" y="74633"/>
                  </a:cubicBezTo>
                  <a:cubicBezTo>
                    <a:pt x="11416" y="69908"/>
                    <a:pt x="10335" y="64706"/>
                    <a:pt x="10526" y="59473"/>
                  </a:cubicBezTo>
                  <a:cubicBezTo>
                    <a:pt x="10090" y="53127"/>
                    <a:pt x="11551" y="46795"/>
                    <a:pt x="14724" y="41281"/>
                  </a:cubicBezTo>
                  <a:cubicBezTo>
                    <a:pt x="18364" y="37290"/>
                    <a:pt x="23702" y="35294"/>
                    <a:pt x="29067" y="35917"/>
                  </a:cubicBezTo>
                  <a:cubicBezTo>
                    <a:pt x="32969" y="35910"/>
                    <a:pt x="36866" y="36183"/>
                    <a:pt x="40729" y="36733"/>
                  </a:cubicBez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4E1471C-D898-6E4D-9C9A-B18CCB32FEFF}"/>
                </a:ext>
              </a:extLst>
            </p:cNvPr>
            <p:cNvSpPr/>
            <p:nvPr/>
          </p:nvSpPr>
          <p:spPr>
            <a:xfrm>
              <a:off x="9891141" y="1644957"/>
              <a:ext cx="12127" cy="91191"/>
            </a:xfrm>
            <a:custGeom>
              <a:avLst/>
              <a:gdLst>
                <a:gd name="connsiteX0" fmla="*/ 0 w 12127"/>
                <a:gd name="connsiteY0" fmla="*/ 0 h 91191"/>
                <a:gd name="connsiteX1" fmla="*/ 12128 w 12127"/>
                <a:gd name="connsiteY1" fmla="*/ 0 h 91191"/>
                <a:gd name="connsiteX2" fmla="*/ 12128 w 12127"/>
                <a:gd name="connsiteY2" fmla="*/ 91192 h 91191"/>
                <a:gd name="connsiteX3" fmla="*/ 0 w 12127"/>
                <a:gd name="connsiteY3" fmla="*/ 91192 h 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7" h="91191">
                  <a:moveTo>
                    <a:pt x="0" y="0"/>
                  </a:moveTo>
                  <a:lnTo>
                    <a:pt x="12128" y="0"/>
                  </a:lnTo>
                  <a:lnTo>
                    <a:pt x="12128" y="91192"/>
                  </a:lnTo>
                  <a:lnTo>
                    <a:pt x="0" y="91192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3CE265F0-A0B0-314F-BE96-2E6736AE896A}"/>
                </a:ext>
              </a:extLst>
            </p:cNvPr>
            <p:cNvSpPr/>
            <p:nvPr/>
          </p:nvSpPr>
          <p:spPr>
            <a:xfrm>
              <a:off x="9983616" y="1647873"/>
              <a:ext cx="10728" cy="12361"/>
            </a:xfrm>
            <a:custGeom>
              <a:avLst/>
              <a:gdLst>
                <a:gd name="connsiteX0" fmla="*/ 0 w 10728"/>
                <a:gd name="connsiteY0" fmla="*/ 0 h 12361"/>
                <a:gd name="connsiteX1" fmla="*/ 10728 w 10728"/>
                <a:gd name="connsiteY1" fmla="*/ 0 h 12361"/>
                <a:gd name="connsiteX2" fmla="*/ 10728 w 10728"/>
                <a:gd name="connsiteY2" fmla="*/ 12361 h 12361"/>
                <a:gd name="connsiteX3" fmla="*/ 0 w 10728"/>
                <a:gd name="connsiteY3" fmla="*/ 12361 h 1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8" h="12361">
                  <a:moveTo>
                    <a:pt x="0" y="0"/>
                  </a:moveTo>
                  <a:lnTo>
                    <a:pt x="10728" y="0"/>
                  </a:lnTo>
                  <a:lnTo>
                    <a:pt x="10728" y="12361"/>
                  </a:lnTo>
                  <a:lnTo>
                    <a:pt x="0" y="12361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DE765A76-7A3B-D446-AFDC-32BCFA6596C3}"/>
                </a:ext>
              </a:extLst>
            </p:cNvPr>
            <p:cNvSpPr/>
            <p:nvPr/>
          </p:nvSpPr>
          <p:spPr>
            <a:xfrm>
              <a:off x="9948003" y="1671365"/>
              <a:ext cx="60801" cy="64823"/>
            </a:xfrm>
            <a:custGeom>
              <a:avLst/>
              <a:gdLst>
                <a:gd name="connsiteX0" fmla="*/ 12990 w 60801"/>
                <a:gd name="connsiteY0" fmla="*/ 61753 h 64823"/>
                <a:gd name="connsiteX1" fmla="*/ 31532 w 60801"/>
                <a:gd name="connsiteY1" fmla="*/ 64785 h 64823"/>
                <a:gd name="connsiteX2" fmla="*/ 60802 w 60801"/>
                <a:gd name="connsiteY2" fmla="*/ 64785 h 64823"/>
                <a:gd name="connsiteX3" fmla="*/ 60802 w 60801"/>
                <a:gd name="connsiteY3" fmla="*/ 1580 h 64823"/>
                <a:gd name="connsiteX4" fmla="*/ 46458 w 60801"/>
                <a:gd name="connsiteY4" fmla="*/ 647 h 64823"/>
                <a:gd name="connsiteX5" fmla="*/ 30949 w 60801"/>
                <a:gd name="connsiteY5" fmla="*/ 64 h 64823"/>
                <a:gd name="connsiteX6" fmla="*/ 12640 w 60801"/>
                <a:gd name="connsiteY6" fmla="*/ 3213 h 64823"/>
                <a:gd name="connsiteX7" fmla="*/ 2961 w 60801"/>
                <a:gd name="connsiteY7" fmla="*/ 13475 h 64823"/>
                <a:gd name="connsiteX8" fmla="*/ 46 w 60801"/>
                <a:gd name="connsiteY8" fmla="*/ 32716 h 64823"/>
                <a:gd name="connsiteX9" fmla="*/ 3195 w 60801"/>
                <a:gd name="connsiteY9" fmla="*/ 52191 h 64823"/>
                <a:gd name="connsiteX10" fmla="*/ 12990 w 60801"/>
                <a:gd name="connsiteY10" fmla="*/ 61753 h 64823"/>
                <a:gd name="connsiteX11" fmla="*/ 14156 w 60801"/>
                <a:gd name="connsiteY11" fmla="*/ 19422 h 64823"/>
                <a:gd name="connsiteX12" fmla="*/ 20453 w 60801"/>
                <a:gd name="connsiteY12" fmla="*/ 12659 h 64823"/>
                <a:gd name="connsiteX13" fmla="*/ 32115 w 60801"/>
                <a:gd name="connsiteY13" fmla="*/ 10559 h 64823"/>
                <a:gd name="connsiteX14" fmla="*/ 48324 w 60801"/>
                <a:gd name="connsiteY14" fmla="*/ 11259 h 64823"/>
                <a:gd name="connsiteX15" fmla="*/ 48324 w 60801"/>
                <a:gd name="connsiteY15" fmla="*/ 53940 h 64823"/>
                <a:gd name="connsiteX16" fmla="*/ 32931 w 60801"/>
                <a:gd name="connsiteY16" fmla="*/ 53940 h 64823"/>
                <a:gd name="connsiteX17" fmla="*/ 21270 w 60801"/>
                <a:gd name="connsiteY17" fmla="*/ 51841 h 64823"/>
                <a:gd name="connsiteX18" fmla="*/ 14856 w 60801"/>
                <a:gd name="connsiteY18" fmla="*/ 45077 h 64823"/>
                <a:gd name="connsiteX19" fmla="*/ 12874 w 60801"/>
                <a:gd name="connsiteY19" fmla="*/ 32016 h 64823"/>
                <a:gd name="connsiteX20" fmla="*/ 14156 w 60801"/>
                <a:gd name="connsiteY20" fmla="*/ 19422 h 64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0801" h="64823">
                  <a:moveTo>
                    <a:pt x="12990" y="61753"/>
                  </a:moveTo>
                  <a:cubicBezTo>
                    <a:pt x="18901" y="64011"/>
                    <a:pt x="25210" y="65042"/>
                    <a:pt x="31532" y="64785"/>
                  </a:cubicBezTo>
                  <a:lnTo>
                    <a:pt x="60802" y="64785"/>
                  </a:lnTo>
                  <a:lnTo>
                    <a:pt x="60802" y="1580"/>
                  </a:lnTo>
                  <a:cubicBezTo>
                    <a:pt x="57770" y="1580"/>
                    <a:pt x="52989" y="1580"/>
                    <a:pt x="46458" y="647"/>
                  </a:cubicBezTo>
                  <a:cubicBezTo>
                    <a:pt x="39928" y="-286"/>
                    <a:pt x="34797" y="64"/>
                    <a:pt x="30949" y="64"/>
                  </a:cubicBezTo>
                  <a:cubicBezTo>
                    <a:pt x="24690" y="-221"/>
                    <a:pt x="18444" y="854"/>
                    <a:pt x="12640" y="3213"/>
                  </a:cubicBezTo>
                  <a:cubicBezTo>
                    <a:pt x="8217" y="5265"/>
                    <a:pt x="4752" y="8939"/>
                    <a:pt x="2961" y="13475"/>
                  </a:cubicBezTo>
                  <a:cubicBezTo>
                    <a:pt x="830" y="19658"/>
                    <a:pt x="-158" y="26179"/>
                    <a:pt x="46" y="32716"/>
                  </a:cubicBezTo>
                  <a:cubicBezTo>
                    <a:pt x="-243" y="39354"/>
                    <a:pt x="829" y="45981"/>
                    <a:pt x="3195" y="52191"/>
                  </a:cubicBezTo>
                  <a:cubicBezTo>
                    <a:pt x="5159" y="56484"/>
                    <a:pt x="8651" y="59893"/>
                    <a:pt x="12990" y="61753"/>
                  </a:cubicBezTo>
                  <a:close/>
                  <a:moveTo>
                    <a:pt x="14156" y="19422"/>
                  </a:moveTo>
                  <a:cubicBezTo>
                    <a:pt x="15302" y="16438"/>
                    <a:pt x="17559" y="14014"/>
                    <a:pt x="20453" y="12659"/>
                  </a:cubicBezTo>
                  <a:cubicBezTo>
                    <a:pt x="24153" y="11158"/>
                    <a:pt x="28124" y="10443"/>
                    <a:pt x="32115" y="10559"/>
                  </a:cubicBezTo>
                  <a:cubicBezTo>
                    <a:pt x="36080" y="10559"/>
                    <a:pt x="41561" y="10559"/>
                    <a:pt x="48324" y="11259"/>
                  </a:cubicBezTo>
                  <a:lnTo>
                    <a:pt x="48324" y="53940"/>
                  </a:lnTo>
                  <a:lnTo>
                    <a:pt x="32931" y="53940"/>
                  </a:lnTo>
                  <a:cubicBezTo>
                    <a:pt x="28942" y="54033"/>
                    <a:pt x="24976" y="53319"/>
                    <a:pt x="21270" y="51841"/>
                  </a:cubicBezTo>
                  <a:cubicBezTo>
                    <a:pt x="18285" y="50576"/>
                    <a:pt x="15961" y="48125"/>
                    <a:pt x="14856" y="45077"/>
                  </a:cubicBezTo>
                  <a:cubicBezTo>
                    <a:pt x="13322" y="40902"/>
                    <a:pt x="12647" y="36459"/>
                    <a:pt x="12874" y="32016"/>
                  </a:cubicBezTo>
                  <a:cubicBezTo>
                    <a:pt x="12513" y="27775"/>
                    <a:pt x="12948" y="23504"/>
                    <a:pt x="14156" y="19422"/>
                  </a:cubicBez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642ED03E-4184-404F-B9D1-EEF3A2C79BBB}"/>
                </a:ext>
              </a:extLst>
            </p:cNvPr>
            <p:cNvSpPr/>
            <p:nvPr/>
          </p:nvSpPr>
          <p:spPr>
            <a:xfrm>
              <a:off x="9966474" y="1647873"/>
              <a:ext cx="10845" cy="12361"/>
            </a:xfrm>
            <a:custGeom>
              <a:avLst/>
              <a:gdLst>
                <a:gd name="connsiteX0" fmla="*/ 0 w 10845"/>
                <a:gd name="connsiteY0" fmla="*/ 0 h 12361"/>
                <a:gd name="connsiteX1" fmla="*/ 10845 w 10845"/>
                <a:gd name="connsiteY1" fmla="*/ 0 h 12361"/>
                <a:gd name="connsiteX2" fmla="*/ 10845 w 10845"/>
                <a:gd name="connsiteY2" fmla="*/ 12361 h 12361"/>
                <a:gd name="connsiteX3" fmla="*/ 0 w 10845"/>
                <a:gd name="connsiteY3" fmla="*/ 12361 h 1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5" h="12361">
                  <a:moveTo>
                    <a:pt x="0" y="0"/>
                  </a:moveTo>
                  <a:lnTo>
                    <a:pt x="10845" y="0"/>
                  </a:lnTo>
                  <a:lnTo>
                    <a:pt x="10845" y="12361"/>
                  </a:lnTo>
                  <a:lnTo>
                    <a:pt x="0" y="12361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47EED63B-931C-0149-A5B4-19B72DBEF2F1}"/>
                </a:ext>
              </a:extLst>
            </p:cNvPr>
            <p:cNvSpPr/>
            <p:nvPr/>
          </p:nvSpPr>
          <p:spPr>
            <a:xfrm>
              <a:off x="10021515" y="1672245"/>
              <a:ext cx="30292" cy="95780"/>
            </a:xfrm>
            <a:custGeom>
              <a:avLst/>
              <a:gdLst>
                <a:gd name="connsiteX0" fmla="*/ 9096 w 30292"/>
                <a:gd name="connsiteY0" fmla="*/ 95740 h 95780"/>
                <a:gd name="connsiteX1" fmla="*/ 24955 w 30292"/>
                <a:gd name="connsiteY1" fmla="*/ 87810 h 95780"/>
                <a:gd name="connsiteX2" fmla="*/ 30203 w 30292"/>
                <a:gd name="connsiteY2" fmla="*/ 64487 h 95780"/>
                <a:gd name="connsiteX3" fmla="*/ 30203 w 30292"/>
                <a:gd name="connsiteY3" fmla="*/ 0 h 95780"/>
                <a:gd name="connsiteX4" fmla="*/ 18542 w 30292"/>
                <a:gd name="connsiteY4" fmla="*/ 0 h 95780"/>
                <a:gd name="connsiteX5" fmla="*/ 18542 w 30292"/>
                <a:gd name="connsiteY5" fmla="*/ 67286 h 95780"/>
                <a:gd name="connsiteX6" fmla="*/ 15626 w 30292"/>
                <a:gd name="connsiteY6" fmla="*/ 80230 h 95780"/>
                <a:gd name="connsiteX7" fmla="*/ 6880 w 30292"/>
                <a:gd name="connsiteY7" fmla="*/ 84778 h 95780"/>
                <a:gd name="connsiteX8" fmla="*/ 0 w 30292"/>
                <a:gd name="connsiteY8" fmla="*/ 84778 h 95780"/>
                <a:gd name="connsiteX9" fmla="*/ 0 w 30292"/>
                <a:gd name="connsiteY9" fmla="*/ 95507 h 95780"/>
                <a:gd name="connsiteX10" fmla="*/ 3032 w 30292"/>
                <a:gd name="connsiteY10" fmla="*/ 95507 h 9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292" h="95780">
                  <a:moveTo>
                    <a:pt x="9096" y="95740"/>
                  </a:moveTo>
                  <a:cubicBezTo>
                    <a:pt x="15430" y="96170"/>
                    <a:pt x="21499" y="93135"/>
                    <a:pt x="24955" y="87810"/>
                  </a:cubicBezTo>
                  <a:cubicBezTo>
                    <a:pt x="28909" y="80702"/>
                    <a:pt x="30731" y="72604"/>
                    <a:pt x="30203" y="64487"/>
                  </a:cubicBezTo>
                  <a:lnTo>
                    <a:pt x="30203" y="0"/>
                  </a:lnTo>
                  <a:lnTo>
                    <a:pt x="18542" y="0"/>
                  </a:lnTo>
                  <a:lnTo>
                    <a:pt x="18542" y="67286"/>
                  </a:lnTo>
                  <a:cubicBezTo>
                    <a:pt x="18798" y="71788"/>
                    <a:pt x="17788" y="76273"/>
                    <a:pt x="15626" y="80230"/>
                  </a:cubicBezTo>
                  <a:cubicBezTo>
                    <a:pt x="13742" y="83210"/>
                    <a:pt x="10401" y="84946"/>
                    <a:pt x="6880" y="84778"/>
                  </a:cubicBezTo>
                  <a:lnTo>
                    <a:pt x="0" y="84778"/>
                  </a:lnTo>
                  <a:lnTo>
                    <a:pt x="0" y="95507"/>
                  </a:lnTo>
                  <a:lnTo>
                    <a:pt x="3032" y="95507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45977E73-44B0-E645-9F3C-E47AAEE8EA3F}"/>
                </a:ext>
              </a:extLst>
            </p:cNvPr>
            <p:cNvSpPr/>
            <p:nvPr/>
          </p:nvSpPr>
          <p:spPr>
            <a:xfrm>
              <a:off x="10071659" y="1644957"/>
              <a:ext cx="12127" cy="91191"/>
            </a:xfrm>
            <a:custGeom>
              <a:avLst/>
              <a:gdLst>
                <a:gd name="connsiteX0" fmla="*/ 0 w 12127"/>
                <a:gd name="connsiteY0" fmla="*/ 0 h 91191"/>
                <a:gd name="connsiteX1" fmla="*/ 12128 w 12127"/>
                <a:gd name="connsiteY1" fmla="*/ 0 h 91191"/>
                <a:gd name="connsiteX2" fmla="*/ 12128 w 12127"/>
                <a:gd name="connsiteY2" fmla="*/ 91192 h 91191"/>
                <a:gd name="connsiteX3" fmla="*/ 0 w 12127"/>
                <a:gd name="connsiteY3" fmla="*/ 91192 h 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7" h="91191">
                  <a:moveTo>
                    <a:pt x="0" y="0"/>
                  </a:moveTo>
                  <a:lnTo>
                    <a:pt x="12128" y="0"/>
                  </a:lnTo>
                  <a:lnTo>
                    <a:pt x="12128" y="91192"/>
                  </a:lnTo>
                  <a:lnTo>
                    <a:pt x="0" y="91192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39ABF32-376D-1446-9B1D-DA8A46BF3182}"/>
                </a:ext>
              </a:extLst>
            </p:cNvPr>
            <p:cNvSpPr/>
            <p:nvPr/>
          </p:nvSpPr>
          <p:spPr>
            <a:xfrm>
              <a:off x="10100463" y="1672245"/>
              <a:ext cx="30642" cy="95547"/>
            </a:xfrm>
            <a:custGeom>
              <a:avLst/>
              <a:gdLst>
                <a:gd name="connsiteX0" fmla="*/ 18542 w 30642"/>
                <a:gd name="connsiteY0" fmla="*/ 67286 h 95547"/>
                <a:gd name="connsiteX1" fmla="*/ 15626 w 30642"/>
                <a:gd name="connsiteY1" fmla="*/ 80230 h 95547"/>
                <a:gd name="connsiteX2" fmla="*/ 6880 w 30642"/>
                <a:gd name="connsiteY2" fmla="*/ 84778 h 95547"/>
                <a:gd name="connsiteX3" fmla="*/ 0 w 30642"/>
                <a:gd name="connsiteY3" fmla="*/ 84778 h 95547"/>
                <a:gd name="connsiteX4" fmla="*/ 0 w 30642"/>
                <a:gd name="connsiteY4" fmla="*/ 95507 h 95547"/>
                <a:gd name="connsiteX5" fmla="*/ 3032 w 30642"/>
                <a:gd name="connsiteY5" fmla="*/ 95507 h 95547"/>
                <a:gd name="connsiteX6" fmla="*/ 9446 w 30642"/>
                <a:gd name="connsiteY6" fmla="*/ 95507 h 95547"/>
                <a:gd name="connsiteX7" fmla="*/ 25305 w 30642"/>
                <a:gd name="connsiteY7" fmla="*/ 87577 h 95547"/>
                <a:gd name="connsiteX8" fmla="*/ 30553 w 30642"/>
                <a:gd name="connsiteY8" fmla="*/ 64254 h 95547"/>
                <a:gd name="connsiteX9" fmla="*/ 30553 w 30642"/>
                <a:gd name="connsiteY9" fmla="*/ 0 h 95547"/>
                <a:gd name="connsiteX10" fmla="*/ 18891 w 30642"/>
                <a:gd name="connsiteY10" fmla="*/ 0 h 95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42" h="95547">
                  <a:moveTo>
                    <a:pt x="18542" y="67286"/>
                  </a:moveTo>
                  <a:cubicBezTo>
                    <a:pt x="18738" y="71783"/>
                    <a:pt x="17732" y="76252"/>
                    <a:pt x="15626" y="80230"/>
                  </a:cubicBezTo>
                  <a:cubicBezTo>
                    <a:pt x="13742" y="83210"/>
                    <a:pt x="10402" y="84946"/>
                    <a:pt x="6880" y="84778"/>
                  </a:cubicBezTo>
                  <a:lnTo>
                    <a:pt x="0" y="84778"/>
                  </a:lnTo>
                  <a:lnTo>
                    <a:pt x="0" y="95507"/>
                  </a:lnTo>
                  <a:lnTo>
                    <a:pt x="3032" y="95507"/>
                  </a:lnTo>
                  <a:lnTo>
                    <a:pt x="9446" y="95507"/>
                  </a:lnTo>
                  <a:cubicBezTo>
                    <a:pt x="15780" y="95937"/>
                    <a:pt x="21849" y="92902"/>
                    <a:pt x="25305" y="87577"/>
                  </a:cubicBezTo>
                  <a:cubicBezTo>
                    <a:pt x="29259" y="80468"/>
                    <a:pt x="31081" y="72371"/>
                    <a:pt x="30553" y="64254"/>
                  </a:cubicBezTo>
                  <a:lnTo>
                    <a:pt x="30553" y="0"/>
                  </a:lnTo>
                  <a:lnTo>
                    <a:pt x="18891" y="0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B3F4C21-21D2-B14B-AAFF-90A5268D0A05}"/>
                </a:ext>
              </a:extLst>
            </p:cNvPr>
            <p:cNvSpPr/>
            <p:nvPr/>
          </p:nvSpPr>
          <p:spPr>
            <a:xfrm>
              <a:off x="10119121" y="1647640"/>
              <a:ext cx="11661" cy="12594"/>
            </a:xfrm>
            <a:custGeom>
              <a:avLst/>
              <a:gdLst>
                <a:gd name="connsiteX0" fmla="*/ 0 w 11661"/>
                <a:gd name="connsiteY0" fmla="*/ 0 h 12594"/>
                <a:gd name="connsiteX1" fmla="*/ 11661 w 11661"/>
                <a:gd name="connsiteY1" fmla="*/ 0 h 12594"/>
                <a:gd name="connsiteX2" fmla="*/ 11661 w 11661"/>
                <a:gd name="connsiteY2" fmla="*/ 12594 h 12594"/>
                <a:gd name="connsiteX3" fmla="*/ 0 w 11661"/>
                <a:gd name="connsiteY3" fmla="*/ 12594 h 1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61" h="12594">
                  <a:moveTo>
                    <a:pt x="0" y="0"/>
                  </a:moveTo>
                  <a:lnTo>
                    <a:pt x="11661" y="0"/>
                  </a:lnTo>
                  <a:lnTo>
                    <a:pt x="11661" y="12594"/>
                  </a:lnTo>
                  <a:lnTo>
                    <a:pt x="0" y="12594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5982F58C-A764-1241-A73F-03B8D600F42D}"/>
                </a:ext>
              </a:extLst>
            </p:cNvPr>
            <p:cNvSpPr/>
            <p:nvPr/>
          </p:nvSpPr>
          <p:spPr>
            <a:xfrm>
              <a:off x="10144862" y="1669634"/>
              <a:ext cx="54112" cy="98681"/>
            </a:xfrm>
            <a:custGeom>
              <a:avLst/>
              <a:gdLst>
                <a:gd name="connsiteX0" fmla="*/ 41545 w 54112"/>
                <a:gd name="connsiteY0" fmla="*/ 862 h 98681"/>
                <a:gd name="connsiteX1" fmla="*/ 28018 w 54112"/>
                <a:gd name="connsiteY1" fmla="*/ 46 h 98681"/>
                <a:gd name="connsiteX2" fmla="*/ 11459 w 54112"/>
                <a:gd name="connsiteY2" fmla="*/ 3661 h 98681"/>
                <a:gd name="connsiteX3" fmla="*/ 2712 w 54112"/>
                <a:gd name="connsiteY3" fmla="*/ 14622 h 98681"/>
                <a:gd name="connsiteX4" fmla="*/ 30 w 54112"/>
                <a:gd name="connsiteY4" fmla="*/ 34913 h 98681"/>
                <a:gd name="connsiteX5" fmla="*/ 4695 w 54112"/>
                <a:gd name="connsiteY5" fmla="*/ 57420 h 98681"/>
                <a:gd name="connsiteX6" fmla="*/ 24169 w 54112"/>
                <a:gd name="connsiteY6" fmla="*/ 66516 h 98681"/>
                <a:gd name="connsiteX7" fmla="*/ 41662 w 54112"/>
                <a:gd name="connsiteY7" fmla="*/ 66516 h 98681"/>
                <a:gd name="connsiteX8" fmla="*/ 40262 w 54112"/>
                <a:gd name="connsiteY8" fmla="*/ 79809 h 98681"/>
                <a:gd name="connsiteX9" fmla="*/ 36181 w 54112"/>
                <a:gd name="connsiteY9" fmla="*/ 85873 h 98681"/>
                <a:gd name="connsiteX10" fmla="*/ 29184 w 54112"/>
                <a:gd name="connsiteY10" fmla="*/ 87389 h 98681"/>
                <a:gd name="connsiteX11" fmla="*/ 9826 w 54112"/>
                <a:gd name="connsiteY11" fmla="*/ 84940 h 98681"/>
                <a:gd name="connsiteX12" fmla="*/ 9826 w 54112"/>
                <a:gd name="connsiteY12" fmla="*/ 96602 h 98681"/>
                <a:gd name="connsiteX13" fmla="*/ 30117 w 54112"/>
                <a:gd name="connsiteY13" fmla="*/ 98584 h 98681"/>
                <a:gd name="connsiteX14" fmla="*/ 48892 w 54112"/>
                <a:gd name="connsiteY14" fmla="*/ 87972 h 98681"/>
                <a:gd name="connsiteX15" fmla="*/ 54023 w 54112"/>
                <a:gd name="connsiteY15" fmla="*/ 57536 h 98681"/>
                <a:gd name="connsiteX16" fmla="*/ 54023 w 54112"/>
                <a:gd name="connsiteY16" fmla="*/ 3311 h 98681"/>
                <a:gd name="connsiteX17" fmla="*/ 41545 w 54112"/>
                <a:gd name="connsiteY17" fmla="*/ 862 h 98681"/>
                <a:gd name="connsiteX18" fmla="*/ 41545 w 54112"/>
                <a:gd name="connsiteY18" fmla="*/ 55670 h 98681"/>
                <a:gd name="connsiteX19" fmla="*/ 28134 w 54112"/>
                <a:gd name="connsiteY19" fmla="*/ 55670 h 98681"/>
                <a:gd name="connsiteX20" fmla="*/ 15190 w 54112"/>
                <a:gd name="connsiteY20" fmla="*/ 49956 h 98681"/>
                <a:gd name="connsiteX21" fmla="*/ 12158 w 54112"/>
                <a:gd name="connsiteY21" fmla="*/ 34797 h 98681"/>
                <a:gd name="connsiteX22" fmla="*/ 16356 w 54112"/>
                <a:gd name="connsiteY22" fmla="*/ 16605 h 98681"/>
                <a:gd name="connsiteX23" fmla="*/ 30700 w 54112"/>
                <a:gd name="connsiteY23" fmla="*/ 11007 h 98681"/>
                <a:gd name="connsiteX24" fmla="*/ 42361 w 54112"/>
                <a:gd name="connsiteY24" fmla="*/ 11824 h 9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4112" h="98681">
                  <a:moveTo>
                    <a:pt x="41545" y="862"/>
                  </a:moveTo>
                  <a:cubicBezTo>
                    <a:pt x="36414" y="862"/>
                    <a:pt x="31983" y="46"/>
                    <a:pt x="28018" y="46"/>
                  </a:cubicBezTo>
                  <a:cubicBezTo>
                    <a:pt x="22273" y="-262"/>
                    <a:pt x="16552" y="987"/>
                    <a:pt x="11459" y="3661"/>
                  </a:cubicBezTo>
                  <a:cubicBezTo>
                    <a:pt x="7276" y="6093"/>
                    <a:pt x="4155" y="10004"/>
                    <a:pt x="2712" y="14622"/>
                  </a:cubicBezTo>
                  <a:cubicBezTo>
                    <a:pt x="730" y="21197"/>
                    <a:pt x="-176" y="28049"/>
                    <a:pt x="30" y="34913"/>
                  </a:cubicBezTo>
                  <a:cubicBezTo>
                    <a:pt x="-245" y="42681"/>
                    <a:pt x="1355" y="50401"/>
                    <a:pt x="4695" y="57420"/>
                  </a:cubicBezTo>
                  <a:cubicBezTo>
                    <a:pt x="8795" y="64060"/>
                    <a:pt x="16446" y="67633"/>
                    <a:pt x="24169" y="66516"/>
                  </a:cubicBezTo>
                  <a:lnTo>
                    <a:pt x="41662" y="66516"/>
                  </a:lnTo>
                  <a:cubicBezTo>
                    <a:pt x="41818" y="70991"/>
                    <a:pt x="41347" y="75465"/>
                    <a:pt x="40262" y="79809"/>
                  </a:cubicBezTo>
                  <a:cubicBezTo>
                    <a:pt x="39747" y="82287"/>
                    <a:pt x="38281" y="84463"/>
                    <a:pt x="36181" y="85873"/>
                  </a:cubicBezTo>
                  <a:cubicBezTo>
                    <a:pt x="34027" y="86998"/>
                    <a:pt x="31610" y="87522"/>
                    <a:pt x="29184" y="87389"/>
                  </a:cubicBezTo>
                  <a:cubicBezTo>
                    <a:pt x="22682" y="87024"/>
                    <a:pt x="16214" y="86206"/>
                    <a:pt x="9826" y="84940"/>
                  </a:cubicBezTo>
                  <a:lnTo>
                    <a:pt x="9826" y="96602"/>
                  </a:lnTo>
                  <a:cubicBezTo>
                    <a:pt x="16543" y="97673"/>
                    <a:pt x="23319" y="98335"/>
                    <a:pt x="30117" y="98584"/>
                  </a:cubicBezTo>
                  <a:cubicBezTo>
                    <a:pt x="37993" y="99388"/>
                    <a:pt x="45518" y="95135"/>
                    <a:pt x="48892" y="87972"/>
                  </a:cubicBezTo>
                  <a:cubicBezTo>
                    <a:pt x="52794" y="78321"/>
                    <a:pt x="54545" y="67934"/>
                    <a:pt x="54023" y="57536"/>
                  </a:cubicBezTo>
                  <a:lnTo>
                    <a:pt x="54023" y="3311"/>
                  </a:lnTo>
                  <a:cubicBezTo>
                    <a:pt x="50757" y="2145"/>
                    <a:pt x="46559" y="1445"/>
                    <a:pt x="41545" y="862"/>
                  </a:cubicBezTo>
                  <a:close/>
                  <a:moveTo>
                    <a:pt x="41545" y="55670"/>
                  </a:moveTo>
                  <a:lnTo>
                    <a:pt x="28134" y="55670"/>
                  </a:lnTo>
                  <a:cubicBezTo>
                    <a:pt x="23080" y="56411"/>
                    <a:pt x="18049" y="54190"/>
                    <a:pt x="15190" y="49956"/>
                  </a:cubicBezTo>
                  <a:cubicBezTo>
                    <a:pt x="13031" y="45202"/>
                    <a:pt x="11993" y="40016"/>
                    <a:pt x="12158" y="34797"/>
                  </a:cubicBezTo>
                  <a:cubicBezTo>
                    <a:pt x="11664" y="28446"/>
                    <a:pt x="13129" y="22097"/>
                    <a:pt x="16356" y="16605"/>
                  </a:cubicBezTo>
                  <a:cubicBezTo>
                    <a:pt x="19950" y="12528"/>
                    <a:pt x="25294" y="10442"/>
                    <a:pt x="30700" y="11007"/>
                  </a:cubicBezTo>
                  <a:cubicBezTo>
                    <a:pt x="34601" y="11000"/>
                    <a:pt x="38499" y="11273"/>
                    <a:pt x="42361" y="11824"/>
                  </a:cubicBez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B9D74EAF-18BD-C94B-ADA7-8AB97EF3E761}"/>
                </a:ext>
              </a:extLst>
            </p:cNvPr>
            <p:cNvSpPr/>
            <p:nvPr/>
          </p:nvSpPr>
          <p:spPr>
            <a:xfrm>
              <a:off x="9128020" y="1846699"/>
              <a:ext cx="67986" cy="95279"/>
            </a:xfrm>
            <a:custGeom>
              <a:avLst/>
              <a:gdLst>
                <a:gd name="connsiteX0" fmla="*/ 56325 w 67986"/>
                <a:gd name="connsiteY0" fmla="*/ 66703 h 95279"/>
                <a:gd name="connsiteX1" fmla="*/ 50144 w 67986"/>
                <a:gd name="connsiteY1" fmla="*/ 79997 h 95279"/>
                <a:gd name="connsiteX2" fmla="*/ 34751 w 67986"/>
                <a:gd name="connsiteY2" fmla="*/ 84895 h 95279"/>
                <a:gd name="connsiteX3" fmla="*/ 23090 w 67986"/>
                <a:gd name="connsiteY3" fmla="*/ 82563 h 95279"/>
                <a:gd name="connsiteX4" fmla="*/ 15044 w 67986"/>
                <a:gd name="connsiteY4" fmla="*/ 76032 h 95279"/>
                <a:gd name="connsiteX5" fmla="*/ 12012 w 67986"/>
                <a:gd name="connsiteY5" fmla="*/ 66703 h 95279"/>
                <a:gd name="connsiteX6" fmla="*/ 13411 w 67986"/>
                <a:gd name="connsiteY6" fmla="*/ 52476 h 95279"/>
                <a:gd name="connsiteX7" fmla="*/ 16676 w 67986"/>
                <a:gd name="connsiteY7" fmla="*/ 29153 h 95279"/>
                <a:gd name="connsiteX8" fmla="*/ 5015 w 67986"/>
                <a:gd name="connsiteY8" fmla="*/ 28454 h 95279"/>
                <a:gd name="connsiteX9" fmla="*/ 1 w 67986"/>
                <a:gd name="connsiteY9" fmla="*/ 67286 h 95279"/>
                <a:gd name="connsiteX10" fmla="*/ 4548 w 67986"/>
                <a:gd name="connsiteY10" fmla="*/ 81630 h 95279"/>
                <a:gd name="connsiteX11" fmla="*/ 17026 w 67986"/>
                <a:gd name="connsiteY11" fmla="*/ 91658 h 95279"/>
                <a:gd name="connsiteX12" fmla="*/ 34868 w 67986"/>
                <a:gd name="connsiteY12" fmla="*/ 95273 h 95279"/>
                <a:gd name="connsiteX13" fmla="*/ 51777 w 67986"/>
                <a:gd name="connsiteY13" fmla="*/ 92008 h 95279"/>
                <a:gd name="connsiteX14" fmla="*/ 63438 w 67986"/>
                <a:gd name="connsiteY14" fmla="*/ 82446 h 95279"/>
                <a:gd name="connsiteX15" fmla="*/ 67986 w 67986"/>
                <a:gd name="connsiteY15" fmla="*/ 68102 h 95279"/>
                <a:gd name="connsiteX16" fmla="*/ 67986 w 67986"/>
                <a:gd name="connsiteY16" fmla="*/ 0 h 95279"/>
                <a:gd name="connsiteX17" fmla="*/ 56325 w 67986"/>
                <a:gd name="connsiteY17" fmla="*/ 0 h 9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7986" h="95279">
                  <a:moveTo>
                    <a:pt x="56325" y="66703"/>
                  </a:moveTo>
                  <a:cubicBezTo>
                    <a:pt x="56501" y="71866"/>
                    <a:pt x="54205" y="76804"/>
                    <a:pt x="50144" y="79997"/>
                  </a:cubicBezTo>
                  <a:cubicBezTo>
                    <a:pt x="45724" y="83340"/>
                    <a:pt x="40291" y="85069"/>
                    <a:pt x="34751" y="84895"/>
                  </a:cubicBezTo>
                  <a:cubicBezTo>
                    <a:pt x="30744" y="84937"/>
                    <a:pt x="26773" y="84143"/>
                    <a:pt x="23090" y="82563"/>
                  </a:cubicBezTo>
                  <a:cubicBezTo>
                    <a:pt x="19891" y="81114"/>
                    <a:pt x="17119" y="78865"/>
                    <a:pt x="15044" y="76032"/>
                  </a:cubicBezTo>
                  <a:cubicBezTo>
                    <a:pt x="13058" y="73329"/>
                    <a:pt x="11995" y="70058"/>
                    <a:pt x="12012" y="66703"/>
                  </a:cubicBezTo>
                  <a:cubicBezTo>
                    <a:pt x="12233" y="61940"/>
                    <a:pt x="12700" y="57191"/>
                    <a:pt x="13411" y="52476"/>
                  </a:cubicBezTo>
                  <a:cubicBezTo>
                    <a:pt x="14344" y="45363"/>
                    <a:pt x="15394" y="37666"/>
                    <a:pt x="16676" y="29153"/>
                  </a:cubicBezTo>
                  <a:lnTo>
                    <a:pt x="5015" y="28454"/>
                  </a:lnTo>
                  <a:cubicBezTo>
                    <a:pt x="2584" y="41288"/>
                    <a:pt x="909" y="54255"/>
                    <a:pt x="1" y="67286"/>
                  </a:cubicBezTo>
                  <a:cubicBezTo>
                    <a:pt x="-34" y="72427"/>
                    <a:pt x="1558" y="77448"/>
                    <a:pt x="4548" y="81630"/>
                  </a:cubicBezTo>
                  <a:cubicBezTo>
                    <a:pt x="7742" y="86022"/>
                    <a:pt x="12050" y="89484"/>
                    <a:pt x="17026" y="91658"/>
                  </a:cubicBezTo>
                  <a:cubicBezTo>
                    <a:pt x="22642" y="94140"/>
                    <a:pt x="28729" y="95373"/>
                    <a:pt x="34868" y="95273"/>
                  </a:cubicBezTo>
                  <a:cubicBezTo>
                    <a:pt x="40670" y="95375"/>
                    <a:pt x="46430" y="94263"/>
                    <a:pt x="51777" y="92008"/>
                  </a:cubicBezTo>
                  <a:cubicBezTo>
                    <a:pt x="56433" y="89894"/>
                    <a:pt x="60453" y="86597"/>
                    <a:pt x="63438" y="82446"/>
                  </a:cubicBezTo>
                  <a:cubicBezTo>
                    <a:pt x="66374" y="78237"/>
                    <a:pt x="67960" y="73234"/>
                    <a:pt x="67986" y="68102"/>
                  </a:cubicBezTo>
                  <a:lnTo>
                    <a:pt x="67986" y="0"/>
                  </a:lnTo>
                  <a:lnTo>
                    <a:pt x="56325" y="0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5747B400-C0E6-FA4B-93ED-B3BABA579CB0}"/>
                </a:ext>
              </a:extLst>
            </p:cNvPr>
            <p:cNvSpPr/>
            <p:nvPr/>
          </p:nvSpPr>
          <p:spPr>
            <a:xfrm>
              <a:off x="9157524" y="1834222"/>
              <a:ext cx="11661" cy="12594"/>
            </a:xfrm>
            <a:custGeom>
              <a:avLst/>
              <a:gdLst>
                <a:gd name="connsiteX0" fmla="*/ 0 w 11661"/>
                <a:gd name="connsiteY0" fmla="*/ 0 h 12594"/>
                <a:gd name="connsiteX1" fmla="*/ 11661 w 11661"/>
                <a:gd name="connsiteY1" fmla="*/ 0 h 12594"/>
                <a:gd name="connsiteX2" fmla="*/ 11661 w 11661"/>
                <a:gd name="connsiteY2" fmla="*/ 12594 h 12594"/>
                <a:gd name="connsiteX3" fmla="*/ 0 w 11661"/>
                <a:gd name="connsiteY3" fmla="*/ 12594 h 1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61" h="12594">
                  <a:moveTo>
                    <a:pt x="0" y="0"/>
                  </a:moveTo>
                  <a:lnTo>
                    <a:pt x="11661" y="0"/>
                  </a:lnTo>
                  <a:lnTo>
                    <a:pt x="11661" y="12594"/>
                  </a:lnTo>
                  <a:lnTo>
                    <a:pt x="0" y="12594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4C00D277-5E0D-F940-B16C-6A71FA878734}"/>
                </a:ext>
              </a:extLst>
            </p:cNvPr>
            <p:cNvSpPr/>
            <p:nvPr/>
          </p:nvSpPr>
          <p:spPr>
            <a:xfrm>
              <a:off x="9215481" y="1818012"/>
              <a:ext cx="282205" cy="92724"/>
            </a:xfrm>
            <a:custGeom>
              <a:avLst/>
              <a:gdLst>
                <a:gd name="connsiteX0" fmla="*/ 278240 w 282205"/>
                <a:gd name="connsiteY0" fmla="*/ 28687 h 92724"/>
                <a:gd name="connsiteX1" fmla="*/ 267978 w 282205"/>
                <a:gd name="connsiteY1" fmla="*/ 28687 h 92724"/>
                <a:gd name="connsiteX2" fmla="*/ 270077 w 282205"/>
                <a:gd name="connsiteY2" fmla="*/ 56674 h 92724"/>
                <a:gd name="connsiteX3" fmla="*/ 270077 w 282205"/>
                <a:gd name="connsiteY3" fmla="*/ 81396 h 92724"/>
                <a:gd name="connsiteX4" fmla="*/ 257716 w 282205"/>
                <a:gd name="connsiteY4" fmla="*/ 81396 h 92724"/>
                <a:gd name="connsiteX5" fmla="*/ 252585 w 282205"/>
                <a:gd name="connsiteY5" fmla="*/ 80230 h 92724"/>
                <a:gd name="connsiteX6" fmla="*/ 248271 w 282205"/>
                <a:gd name="connsiteY6" fmla="*/ 77665 h 92724"/>
                <a:gd name="connsiteX7" fmla="*/ 249903 w 282205"/>
                <a:gd name="connsiteY7" fmla="*/ 64837 h 92724"/>
                <a:gd name="connsiteX8" fmla="*/ 249903 w 282205"/>
                <a:gd name="connsiteY8" fmla="*/ 34867 h 92724"/>
                <a:gd name="connsiteX9" fmla="*/ 238242 w 282205"/>
                <a:gd name="connsiteY9" fmla="*/ 34867 h 92724"/>
                <a:gd name="connsiteX10" fmla="*/ 238242 w 282205"/>
                <a:gd name="connsiteY10" fmla="*/ 64837 h 92724"/>
                <a:gd name="connsiteX11" fmla="*/ 235676 w 282205"/>
                <a:gd name="connsiteY11" fmla="*/ 76499 h 92724"/>
                <a:gd name="connsiteX12" fmla="*/ 227397 w 282205"/>
                <a:gd name="connsiteY12" fmla="*/ 81280 h 92724"/>
                <a:gd name="connsiteX13" fmla="*/ 216902 w 282205"/>
                <a:gd name="connsiteY13" fmla="*/ 81280 h 92724"/>
                <a:gd name="connsiteX14" fmla="*/ 216902 w 282205"/>
                <a:gd name="connsiteY14" fmla="*/ 34634 h 92724"/>
                <a:gd name="connsiteX15" fmla="*/ 204191 w 282205"/>
                <a:gd name="connsiteY15" fmla="*/ 34634 h 92724"/>
                <a:gd name="connsiteX16" fmla="*/ 204191 w 282205"/>
                <a:gd name="connsiteY16" fmla="*/ 81280 h 92724"/>
                <a:gd name="connsiteX17" fmla="*/ 165941 w 282205"/>
                <a:gd name="connsiteY17" fmla="*/ 81280 h 92724"/>
                <a:gd name="connsiteX18" fmla="*/ 165941 w 282205"/>
                <a:gd name="connsiteY18" fmla="*/ 63554 h 92724"/>
                <a:gd name="connsiteX19" fmla="*/ 160810 w 282205"/>
                <a:gd name="connsiteY19" fmla="*/ 43380 h 92724"/>
                <a:gd name="connsiteX20" fmla="*/ 143435 w 282205"/>
                <a:gd name="connsiteY20" fmla="*/ 34751 h 92724"/>
                <a:gd name="connsiteX21" fmla="*/ 114165 w 282205"/>
                <a:gd name="connsiteY21" fmla="*/ 34751 h 92724"/>
                <a:gd name="connsiteX22" fmla="*/ 118363 w 282205"/>
                <a:gd name="connsiteY22" fmla="*/ 26821 h 92724"/>
                <a:gd name="connsiteX23" fmla="*/ 132123 w 282205"/>
                <a:gd name="connsiteY23" fmla="*/ 5014 h 92724"/>
                <a:gd name="connsiteX24" fmla="*/ 123377 w 282205"/>
                <a:gd name="connsiteY24" fmla="*/ 0 h 92724"/>
                <a:gd name="connsiteX25" fmla="*/ 114398 w 282205"/>
                <a:gd name="connsiteY25" fmla="*/ 11661 h 92724"/>
                <a:gd name="connsiteX26" fmla="*/ 107401 w 282205"/>
                <a:gd name="connsiteY26" fmla="*/ 23323 h 92724"/>
                <a:gd name="connsiteX27" fmla="*/ 100404 w 282205"/>
                <a:gd name="connsiteY27" fmla="*/ 36967 h 92724"/>
                <a:gd name="connsiteX28" fmla="*/ 107634 w 282205"/>
                <a:gd name="connsiteY28" fmla="*/ 46762 h 92724"/>
                <a:gd name="connsiteX29" fmla="*/ 142619 w 282205"/>
                <a:gd name="connsiteY29" fmla="*/ 46762 h 92724"/>
                <a:gd name="connsiteX30" fmla="*/ 151598 w 282205"/>
                <a:gd name="connsiteY30" fmla="*/ 52126 h 92724"/>
                <a:gd name="connsiteX31" fmla="*/ 154513 w 282205"/>
                <a:gd name="connsiteY31" fmla="*/ 64487 h 92724"/>
                <a:gd name="connsiteX32" fmla="*/ 154513 w 282205"/>
                <a:gd name="connsiteY32" fmla="*/ 82329 h 92724"/>
                <a:gd name="connsiteX33" fmla="*/ 11661 w 282205"/>
                <a:gd name="connsiteY33" fmla="*/ 82329 h 92724"/>
                <a:gd name="connsiteX34" fmla="*/ 11661 w 282205"/>
                <a:gd name="connsiteY34" fmla="*/ 1633 h 92724"/>
                <a:gd name="connsiteX35" fmla="*/ 0 w 282205"/>
                <a:gd name="connsiteY35" fmla="*/ 1633 h 92724"/>
                <a:gd name="connsiteX36" fmla="*/ 0 w 282205"/>
                <a:gd name="connsiteY36" fmla="*/ 92708 h 92724"/>
                <a:gd name="connsiteX37" fmla="*/ 230895 w 282205"/>
                <a:gd name="connsiteY37" fmla="*/ 92708 h 92724"/>
                <a:gd name="connsiteX38" fmla="*/ 243256 w 282205"/>
                <a:gd name="connsiteY38" fmla="*/ 87577 h 92724"/>
                <a:gd name="connsiteX39" fmla="*/ 257483 w 282205"/>
                <a:gd name="connsiteY39" fmla="*/ 92708 h 92724"/>
                <a:gd name="connsiteX40" fmla="*/ 282205 w 282205"/>
                <a:gd name="connsiteY40" fmla="*/ 92708 h 92724"/>
                <a:gd name="connsiteX41" fmla="*/ 282205 w 282205"/>
                <a:gd name="connsiteY41" fmla="*/ 57724 h 92724"/>
                <a:gd name="connsiteX42" fmla="*/ 281039 w 282205"/>
                <a:gd name="connsiteY42" fmla="*/ 45129 h 92724"/>
                <a:gd name="connsiteX43" fmla="*/ 278240 w 282205"/>
                <a:gd name="connsiteY43" fmla="*/ 28687 h 9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82205" h="92724">
                  <a:moveTo>
                    <a:pt x="278240" y="28687"/>
                  </a:moveTo>
                  <a:lnTo>
                    <a:pt x="267978" y="28687"/>
                  </a:lnTo>
                  <a:cubicBezTo>
                    <a:pt x="269378" y="41437"/>
                    <a:pt x="270077" y="50766"/>
                    <a:pt x="270077" y="56674"/>
                  </a:cubicBezTo>
                  <a:lnTo>
                    <a:pt x="270077" y="81396"/>
                  </a:lnTo>
                  <a:lnTo>
                    <a:pt x="257716" y="81396"/>
                  </a:lnTo>
                  <a:cubicBezTo>
                    <a:pt x="255939" y="81404"/>
                    <a:pt x="254184" y="81005"/>
                    <a:pt x="252585" y="80230"/>
                  </a:cubicBezTo>
                  <a:cubicBezTo>
                    <a:pt x="251064" y="79523"/>
                    <a:pt x="249619" y="78663"/>
                    <a:pt x="248271" y="77665"/>
                  </a:cubicBezTo>
                  <a:cubicBezTo>
                    <a:pt x="249429" y="73490"/>
                    <a:pt x="249979" y="69169"/>
                    <a:pt x="249903" y="64837"/>
                  </a:cubicBezTo>
                  <a:lnTo>
                    <a:pt x="249903" y="34867"/>
                  </a:lnTo>
                  <a:lnTo>
                    <a:pt x="238242" y="34867"/>
                  </a:lnTo>
                  <a:lnTo>
                    <a:pt x="238242" y="64837"/>
                  </a:lnTo>
                  <a:cubicBezTo>
                    <a:pt x="238372" y="68877"/>
                    <a:pt x="237490" y="72886"/>
                    <a:pt x="235676" y="76499"/>
                  </a:cubicBezTo>
                  <a:cubicBezTo>
                    <a:pt x="234086" y="79572"/>
                    <a:pt x="230853" y="81439"/>
                    <a:pt x="227397" y="81280"/>
                  </a:cubicBezTo>
                  <a:lnTo>
                    <a:pt x="216902" y="81280"/>
                  </a:lnTo>
                  <a:lnTo>
                    <a:pt x="216902" y="34634"/>
                  </a:lnTo>
                  <a:lnTo>
                    <a:pt x="204191" y="34634"/>
                  </a:lnTo>
                  <a:lnTo>
                    <a:pt x="204191" y="81280"/>
                  </a:lnTo>
                  <a:lnTo>
                    <a:pt x="165941" y="81280"/>
                  </a:lnTo>
                  <a:lnTo>
                    <a:pt x="165941" y="63554"/>
                  </a:lnTo>
                  <a:cubicBezTo>
                    <a:pt x="166093" y="56489"/>
                    <a:pt x="164319" y="49515"/>
                    <a:pt x="160810" y="43380"/>
                  </a:cubicBezTo>
                  <a:cubicBezTo>
                    <a:pt x="157051" y="37522"/>
                    <a:pt x="150374" y="34207"/>
                    <a:pt x="143435" y="34751"/>
                  </a:cubicBezTo>
                  <a:lnTo>
                    <a:pt x="114165" y="34751"/>
                  </a:lnTo>
                  <a:lnTo>
                    <a:pt x="118363" y="26821"/>
                  </a:lnTo>
                  <a:cubicBezTo>
                    <a:pt x="122527" y="19294"/>
                    <a:pt x="127122" y="12013"/>
                    <a:pt x="132123" y="5014"/>
                  </a:cubicBezTo>
                  <a:lnTo>
                    <a:pt x="123377" y="0"/>
                  </a:lnTo>
                  <a:cubicBezTo>
                    <a:pt x="120462" y="3615"/>
                    <a:pt x="117430" y="7580"/>
                    <a:pt x="114398" y="11661"/>
                  </a:cubicBezTo>
                  <a:cubicBezTo>
                    <a:pt x="111779" y="15369"/>
                    <a:pt x="109440" y="19267"/>
                    <a:pt x="107401" y="23323"/>
                  </a:cubicBezTo>
                  <a:lnTo>
                    <a:pt x="100404" y="36967"/>
                  </a:lnTo>
                  <a:lnTo>
                    <a:pt x="107634" y="46762"/>
                  </a:lnTo>
                  <a:lnTo>
                    <a:pt x="142619" y="46762"/>
                  </a:lnTo>
                  <a:cubicBezTo>
                    <a:pt x="146396" y="46669"/>
                    <a:pt x="149890" y="48756"/>
                    <a:pt x="151598" y="52126"/>
                  </a:cubicBezTo>
                  <a:cubicBezTo>
                    <a:pt x="153640" y="55919"/>
                    <a:pt x="154645" y="60182"/>
                    <a:pt x="154513" y="64487"/>
                  </a:cubicBezTo>
                  <a:lnTo>
                    <a:pt x="154513" y="82329"/>
                  </a:lnTo>
                  <a:lnTo>
                    <a:pt x="11661" y="82329"/>
                  </a:lnTo>
                  <a:lnTo>
                    <a:pt x="11661" y="1633"/>
                  </a:lnTo>
                  <a:lnTo>
                    <a:pt x="0" y="1633"/>
                  </a:lnTo>
                  <a:lnTo>
                    <a:pt x="0" y="92708"/>
                  </a:lnTo>
                  <a:lnTo>
                    <a:pt x="230895" y="92708"/>
                  </a:lnTo>
                  <a:cubicBezTo>
                    <a:pt x="235574" y="92921"/>
                    <a:pt x="240104" y="91041"/>
                    <a:pt x="243256" y="87577"/>
                  </a:cubicBezTo>
                  <a:cubicBezTo>
                    <a:pt x="247224" y="90948"/>
                    <a:pt x="252277" y="92770"/>
                    <a:pt x="257483" y="92708"/>
                  </a:cubicBezTo>
                  <a:lnTo>
                    <a:pt x="282205" y="92708"/>
                  </a:lnTo>
                  <a:lnTo>
                    <a:pt x="282205" y="57724"/>
                  </a:lnTo>
                  <a:cubicBezTo>
                    <a:pt x="282051" y="53507"/>
                    <a:pt x="281662" y="49303"/>
                    <a:pt x="281039" y="45129"/>
                  </a:cubicBezTo>
                  <a:cubicBezTo>
                    <a:pt x="280223" y="39066"/>
                    <a:pt x="279290" y="33701"/>
                    <a:pt x="278240" y="28687"/>
                  </a:cubicBez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96AC5214-6671-9144-B576-724019EE0941}"/>
                </a:ext>
              </a:extLst>
            </p:cNvPr>
            <p:cNvSpPr/>
            <p:nvPr/>
          </p:nvSpPr>
          <p:spPr>
            <a:xfrm>
              <a:off x="9511330" y="1819645"/>
              <a:ext cx="62738" cy="91075"/>
            </a:xfrm>
            <a:custGeom>
              <a:avLst/>
              <a:gdLst>
                <a:gd name="connsiteX0" fmla="*/ 50727 w 62738"/>
                <a:gd name="connsiteY0" fmla="*/ 80230 h 91075"/>
                <a:gd name="connsiteX1" fmla="*/ 28454 w 62738"/>
                <a:gd name="connsiteY1" fmla="*/ 80230 h 91075"/>
                <a:gd name="connsiteX2" fmla="*/ 28454 w 62738"/>
                <a:gd name="connsiteY2" fmla="*/ 17259 h 91075"/>
                <a:gd name="connsiteX3" fmla="*/ 16326 w 62738"/>
                <a:gd name="connsiteY3" fmla="*/ 17259 h 91075"/>
                <a:gd name="connsiteX4" fmla="*/ 16326 w 62738"/>
                <a:gd name="connsiteY4" fmla="*/ 80230 h 91075"/>
                <a:gd name="connsiteX5" fmla="*/ 0 w 62738"/>
                <a:gd name="connsiteY5" fmla="*/ 80230 h 91075"/>
                <a:gd name="connsiteX6" fmla="*/ 0 w 62738"/>
                <a:gd name="connsiteY6" fmla="*/ 91075 h 91075"/>
                <a:gd name="connsiteX7" fmla="*/ 62738 w 62738"/>
                <a:gd name="connsiteY7" fmla="*/ 91075 h 91075"/>
                <a:gd name="connsiteX8" fmla="*/ 62738 w 62738"/>
                <a:gd name="connsiteY8" fmla="*/ 0 h 91075"/>
                <a:gd name="connsiteX9" fmla="*/ 50727 w 62738"/>
                <a:gd name="connsiteY9" fmla="*/ 0 h 91075"/>
                <a:gd name="connsiteX10" fmla="*/ 50727 w 62738"/>
                <a:gd name="connsiteY10" fmla="*/ 80230 h 9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738" h="91075">
                  <a:moveTo>
                    <a:pt x="50727" y="80230"/>
                  </a:moveTo>
                  <a:lnTo>
                    <a:pt x="28454" y="80230"/>
                  </a:lnTo>
                  <a:lnTo>
                    <a:pt x="28454" y="17259"/>
                  </a:lnTo>
                  <a:lnTo>
                    <a:pt x="16326" y="17259"/>
                  </a:lnTo>
                  <a:lnTo>
                    <a:pt x="16326" y="80230"/>
                  </a:lnTo>
                  <a:lnTo>
                    <a:pt x="0" y="80230"/>
                  </a:lnTo>
                  <a:lnTo>
                    <a:pt x="0" y="91075"/>
                  </a:lnTo>
                  <a:lnTo>
                    <a:pt x="62738" y="91075"/>
                  </a:lnTo>
                  <a:lnTo>
                    <a:pt x="62738" y="0"/>
                  </a:lnTo>
                  <a:lnTo>
                    <a:pt x="50727" y="0"/>
                  </a:lnTo>
                  <a:lnTo>
                    <a:pt x="50727" y="80230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458E2BC8-C44E-494C-8CE7-32B818D3A1A2}"/>
                </a:ext>
              </a:extLst>
            </p:cNvPr>
            <p:cNvSpPr/>
            <p:nvPr/>
          </p:nvSpPr>
          <p:spPr>
            <a:xfrm>
              <a:off x="9519377" y="1920486"/>
              <a:ext cx="27870" cy="27900"/>
            </a:xfrm>
            <a:custGeom>
              <a:avLst/>
              <a:gdLst>
                <a:gd name="connsiteX0" fmla="*/ 12011 w 27870"/>
                <a:gd name="connsiteY0" fmla="*/ 20671 h 27900"/>
                <a:gd name="connsiteX1" fmla="*/ 8979 w 27870"/>
                <a:gd name="connsiteY1" fmla="*/ 14840 h 27900"/>
                <a:gd name="connsiteX2" fmla="*/ 15854 w 27870"/>
                <a:gd name="connsiteY2" fmla="*/ 7724 h 27900"/>
                <a:gd name="connsiteX3" fmla="*/ 16209 w 27870"/>
                <a:gd name="connsiteY3" fmla="*/ 7727 h 27900"/>
                <a:gd name="connsiteX4" fmla="*/ 19708 w 27870"/>
                <a:gd name="connsiteY4" fmla="*/ 7727 h 27900"/>
                <a:gd name="connsiteX5" fmla="*/ 21923 w 27870"/>
                <a:gd name="connsiteY5" fmla="*/ 9009 h 27900"/>
                <a:gd name="connsiteX6" fmla="*/ 23323 w 27870"/>
                <a:gd name="connsiteY6" fmla="*/ 3179 h 27900"/>
                <a:gd name="connsiteX7" fmla="*/ 13877 w 27870"/>
                <a:gd name="connsiteY7" fmla="*/ 147 h 27900"/>
                <a:gd name="connsiteX8" fmla="*/ 528 w 27870"/>
                <a:gd name="connsiteY8" fmla="*/ 9830 h 27900"/>
                <a:gd name="connsiteX9" fmla="*/ 5947 w 27870"/>
                <a:gd name="connsiteY9" fmla="*/ 21604 h 27900"/>
                <a:gd name="connsiteX10" fmla="*/ 0 w 27870"/>
                <a:gd name="connsiteY10" fmla="*/ 23353 h 27900"/>
                <a:gd name="connsiteX11" fmla="*/ 1166 w 27870"/>
                <a:gd name="connsiteY11" fmla="*/ 27901 h 27900"/>
                <a:gd name="connsiteX12" fmla="*/ 27871 w 27870"/>
                <a:gd name="connsiteY12" fmla="*/ 22653 h 27900"/>
                <a:gd name="connsiteX13" fmla="*/ 26355 w 27870"/>
                <a:gd name="connsiteY13" fmla="*/ 16239 h 2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870" h="27900">
                  <a:moveTo>
                    <a:pt x="12011" y="20671"/>
                  </a:moveTo>
                  <a:cubicBezTo>
                    <a:pt x="10139" y="19313"/>
                    <a:pt x="9016" y="17152"/>
                    <a:pt x="8979" y="14840"/>
                  </a:cubicBezTo>
                  <a:cubicBezTo>
                    <a:pt x="8913" y="10976"/>
                    <a:pt x="11991" y="7790"/>
                    <a:pt x="15854" y="7724"/>
                  </a:cubicBezTo>
                  <a:cubicBezTo>
                    <a:pt x="15973" y="7722"/>
                    <a:pt x="16091" y="7723"/>
                    <a:pt x="16209" y="7727"/>
                  </a:cubicBezTo>
                  <a:cubicBezTo>
                    <a:pt x="17368" y="7539"/>
                    <a:pt x="18549" y="7539"/>
                    <a:pt x="19708" y="7727"/>
                  </a:cubicBezTo>
                  <a:cubicBezTo>
                    <a:pt x="20502" y="8049"/>
                    <a:pt x="21248" y="8481"/>
                    <a:pt x="21923" y="9009"/>
                  </a:cubicBezTo>
                  <a:lnTo>
                    <a:pt x="23323" y="3179"/>
                  </a:lnTo>
                  <a:cubicBezTo>
                    <a:pt x="20542" y="1259"/>
                    <a:pt x="17256" y="204"/>
                    <a:pt x="13877" y="147"/>
                  </a:cubicBezTo>
                  <a:cubicBezTo>
                    <a:pt x="7517" y="-866"/>
                    <a:pt x="1540" y="3470"/>
                    <a:pt x="528" y="9830"/>
                  </a:cubicBezTo>
                  <a:cubicBezTo>
                    <a:pt x="-213" y="14490"/>
                    <a:pt x="1926" y="19137"/>
                    <a:pt x="5947" y="21604"/>
                  </a:cubicBezTo>
                  <a:lnTo>
                    <a:pt x="0" y="23353"/>
                  </a:lnTo>
                  <a:lnTo>
                    <a:pt x="1166" y="27901"/>
                  </a:lnTo>
                  <a:lnTo>
                    <a:pt x="27871" y="22653"/>
                  </a:lnTo>
                  <a:lnTo>
                    <a:pt x="26355" y="16239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05D65083-F7D1-004F-BACD-787AF9C6413A}"/>
                </a:ext>
              </a:extLst>
            </p:cNvPr>
            <p:cNvSpPr/>
            <p:nvPr/>
          </p:nvSpPr>
          <p:spPr>
            <a:xfrm>
              <a:off x="9595059" y="1819645"/>
              <a:ext cx="12127" cy="91191"/>
            </a:xfrm>
            <a:custGeom>
              <a:avLst/>
              <a:gdLst>
                <a:gd name="connsiteX0" fmla="*/ 0 w 12127"/>
                <a:gd name="connsiteY0" fmla="*/ 0 h 91191"/>
                <a:gd name="connsiteX1" fmla="*/ 12128 w 12127"/>
                <a:gd name="connsiteY1" fmla="*/ 0 h 91191"/>
                <a:gd name="connsiteX2" fmla="*/ 12128 w 12127"/>
                <a:gd name="connsiteY2" fmla="*/ 91192 h 91191"/>
                <a:gd name="connsiteX3" fmla="*/ 0 w 12127"/>
                <a:gd name="connsiteY3" fmla="*/ 91192 h 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7" h="91191">
                  <a:moveTo>
                    <a:pt x="0" y="0"/>
                  </a:moveTo>
                  <a:lnTo>
                    <a:pt x="12128" y="0"/>
                  </a:lnTo>
                  <a:lnTo>
                    <a:pt x="12128" y="91192"/>
                  </a:lnTo>
                  <a:lnTo>
                    <a:pt x="0" y="91192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E242965B-B51A-A844-B0FB-2B66C2B2E97F}"/>
                </a:ext>
              </a:extLst>
            </p:cNvPr>
            <p:cNvSpPr/>
            <p:nvPr/>
          </p:nvSpPr>
          <p:spPr>
            <a:xfrm>
              <a:off x="9623839" y="1844201"/>
              <a:ext cx="54207" cy="98913"/>
            </a:xfrm>
            <a:custGeom>
              <a:avLst/>
              <a:gdLst>
                <a:gd name="connsiteX0" fmla="*/ 28128 w 54207"/>
                <a:gd name="connsiteY0" fmla="*/ 49 h 98913"/>
                <a:gd name="connsiteX1" fmla="*/ 11568 w 54207"/>
                <a:gd name="connsiteY1" fmla="*/ 3664 h 98913"/>
                <a:gd name="connsiteX2" fmla="*/ 2822 w 54207"/>
                <a:gd name="connsiteY2" fmla="*/ 15325 h 98913"/>
                <a:gd name="connsiteX3" fmla="*/ 24 w 54207"/>
                <a:gd name="connsiteY3" fmla="*/ 35499 h 98913"/>
                <a:gd name="connsiteX4" fmla="*/ 4805 w 54207"/>
                <a:gd name="connsiteY4" fmla="*/ 58006 h 98913"/>
                <a:gd name="connsiteX5" fmla="*/ 24279 w 54207"/>
                <a:gd name="connsiteY5" fmla="*/ 67102 h 98913"/>
                <a:gd name="connsiteX6" fmla="*/ 41771 w 54207"/>
                <a:gd name="connsiteY6" fmla="*/ 67102 h 98913"/>
                <a:gd name="connsiteX7" fmla="*/ 40372 w 54207"/>
                <a:gd name="connsiteY7" fmla="*/ 80396 h 98913"/>
                <a:gd name="connsiteX8" fmla="*/ 36291 w 54207"/>
                <a:gd name="connsiteY8" fmla="*/ 86460 h 98913"/>
                <a:gd name="connsiteX9" fmla="*/ 29294 w 54207"/>
                <a:gd name="connsiteY9" fmla="*/ 87976 h 98913"/>
                <a:gd name="connsiteX10" fmla="*/ 9936 w 54207"/>
                <a:gd name="connsiteY10" fmla="*/ 85993 h 98913"/>
                <a:gd name="connsiteX11" fmla="*/ 9936 w 54207"/>
                <a:gd name="connsiteY11" fmla="*/ 96838 h 98913"/>
                <a:gd name="connsiteX12" fmla="*/ 30110 w 54207"/>
                <a:gd name="connsiteY12" fmla="*/ 98821 h 98913"/>
                <a:gd name="connsiteX13" fmla="*/ 49001 w 54207"/>
                <a:gd name="connsiteY13" fmla="*/ 88209 h 98913"/>
                <a:gd name="connsiteX14" fmla="*/ 54132 w 54207"/>
                <a:gd name="connsiteY14" fmla="*/ 58122 h 98913"/>
                <a:gd name="connsiteX15" fmla="*/ 54132 w 54207"/>
                <a:gd name="connsiteY15" fmla="*/ 3314 h 98913"/>
                <a:gd name="connsiteX16" fmla="*/ 41655 w 54207"/>
                <a:gd name="connsiteY16" fmla="*/ 1565 h 98913"/>
                <a:gd name="connsiteX17" fmla="*/ 28128 w 54207"/>
                <a:gd name="connsiteY17" fmla="*/ 49 h 98913"/>
                <a:gd name="connsiteX18" fmla="*/ 41888 w 54207"/>
                <a:gd name="connsiteY18" fmla="*/ 55674 h 98913"/>
                <a:gd name="connsiteX19" fmla="*/ 28244 w 54207"/>
                <a:gd name="connsiteY19" fmla="*/ 55674 h 98913"/>
                <a:gd name="connsiteX20" fmla="*/ 15300 w 54207"/>
                <a:gd name="connsiteY20" fmla="*/ 50309 h 98913"/>
                <a:gd name="connsiteX21" fmla="*/ 12268 w 54207"/>
                <a:gd name="connsiteY21" fmla="*/ 35150 h 98913"/>
                <a:gd name="connsiteX22" fmla="*/ 16350 w 54207"/>
                <a:gd name="connsiteY22" fmla="*/ 16958 h 98913"/>
                <a:gd name="connsiteX23" fmla="*/ 30810 w 54207"/>
                <a:gd name="connsiteY23" fmla="*/ 11594 h 98913"/>
                <a:gd name="connsiteX24" fmla="*/ 42471 w 54207"/>
                <a:gd name="connsiteY24" fmla="*/ 12410 h 98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4207" h="98913">
                  <a:moveTo>
                    <a:pt x="28128" y="49"/>
                  </a:moveTo>
                  <a:cubicBezTo>
                    <a:pt x="22382" y="-270"/>
                    <a:pt x="16658" y="979"/>
                    <a:pt x="11568" y="3664"/>
                  </a:cubicBezTo>
                  <a:cubicBezTo>
                    <a:pt x="7236" y="6254"/>
                    <a:pt x="4096" y="10442"/>
                    <a:pt x="2822" y="15325"/>
                  </a:cubicBezTo>
                  <a:cubicBezTo>
                    <a:pt x="849" y="21864"/>
                    <a:pt x="-95" y="28670"/>
                    <a:pt x="24" y="35499"/>
                  </a:cubicBezTo>
                  <a:cubicBezTo>
                    <a:pt x="-220" y="43277"/>
                    <a:pt x="1421" y="50999"/>
                    <a:pt x="4805" y="58006"/>
                  </a:cubicBezTo>
                  <a:cubicBezTo>
                    <a:pt x="8905" y="64646"/>
                    <a:pt x="16556" y="68219"/>
                    <a:pt x="24279" y="67102"/>
                  </a:cubicBezTo>
                  <a:lnTo>
                    <a:pt x="41771" y="67102"/>
                  </a:lnTo>
                  <a:cubicBezTo>
                    <a:pt x="41928" y="71577"/>
                    <a:pt x="41457" y="76052"/>
                    <a:pt x="40372" y="80396"/>
                  </a:cubicBezTo>
                  <a:cubicBezTo>
                    <a:pt x="39812" y="82854"/>
                    <a:pt x="38357" y="85016"/>
                    <a:pt x="36291" y="86460"/>
                  </a:cubicBezTo>
                  <a:cubicBezTo>
                    <a:pt x="34137" y="87584"/>
                    <a:pt x="31720" y="88108"/>
                    <a:pt x="29294" y="87976"/>
                  </a:cubicBezTo>
                  <a:cubicBezTo>
                    <a:pt x="22803" y="87765"/>
                    <a:pt x="16335" y="87102"/>
                    <a:pt x="9936" y="85993"/>
                  </a:cubicBezTo>
                  <a:lnTo>
                    <a:pt x="9936" y="96838"/>
                  </a:lnTo>
                  <a:cubicBezTo>
                    <a:pt x="16615" y="97903"/>
                    <a:pt x="23352" y="98565"/>
                    <a:pt x="30110" y="98821"/>
                  </a:cubicBezTo>
                  <a:cubicBezTo>
                    <a:pt x="38012" y="99605"/>
                    <a:pt x="45560" y="95365"/>
                    <a:pt x="49001" y="88209"/>
                  </a:cubicBezTo>
                  <a:cubicBezTo>
                    <a:pt x="52854" y="78665"/>
                    <a:pt x="54604" y="68403"/>
                    <a:pt x="54132" y="58122"/>
                  </a:cubicBezTo>
                  <a:lnTo>
                    <a:pt x="54132" y="3314"/>
                  </a:lnTo>
                  <a:cubicBezTo>
                    <a:pt x="50867" y="3314"/>
                    <a:pt x="46669" y="2031"/>
                    <a:pt x="41655" y="1565"/>
                  </a:cubicBezTo>
                  <a:cubicBezTo>
                    <a:pt x="37177" y="808"/>
                    <a:pt x="32661" y="302"/>
                    <a:pt x="28128" y="49"/>
                  </a:cubicBezTo>
                  <a:close/>
                  <a:moveTo>
                    <a:pt x="41888" y="55674"/>
                  </a:moveTo>
                  <a:lnTo>
                    <a:pt x="28244" y="55674"/>
                  </a:lnTo>
                  <a:cubicBezTo>
                    <a:pt x="23261" y="56489"/>
                    <a:pt x="18246" y="54411"/>
                    <a:pt x="15300" y="50309"/>
                  </a:cubicBezTo>
                  <a:cubicBezTo>
                    <a:pt x="13140" y="45555"/>
                    <a:pt x="12103" y="40368"/>
                    <a:pt x="12268" y="35150"/>
                  </a:cubicBezTo>
                  <a:cubicBezTo>
                    <a:pt x="11746" y="28812"/>
                    <a:pt x="13170" y="22465"/>
                    <a:pt x="16350" y="16958"/>
                  </a:cubicBezTo>
                  <a:cubicBezTo>
                    <a:pt x="20037" y="12964"/>
                    <a:pt x="25410" y="10971"/>
                    <a:pt x="30810" y="11594"/>
                  </a:cubicBezTo>
                  <a:cubicBezTo>
                    <a:pt x="34712" y="11576"/>
                    <a:pt x="38610" y="11849"/>
                    <a:pt x="42471" y="12410"/>
                  </a:cubicBez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B1087265-F7F6-5040-8AF5-80221DE6D564}"/>
                </a:ext>
              </a:extLst>
            </p:cNvPr>
            <p:cNvSpPr/>
            <p:nvPr/>
          </p:nvSpPr>
          <p:spPr>
            <a:xfrm>
              <a:off x="9755519" y="1822444"/>
              <a:ext cx="10728" cy="12361"/>
            </a:xfrm>
            <a:custGeom>
              <a:avLst/>
              <a:gdLst>
                <a:gd name="connsiteX0" fmla="*/ 0 w 10728"/>
                <a:gd name="connsiteY0" fmla="*/ 0 h 12361"/>
                <a:gd name="connsiteX1" fmla="*/ 10728 w 10728"/>
                <a:gd name="connsiteY1" fmla="*/ 0 h 12361"/>
                <a:gd name="connsiteX2" fmla="*/ 10728 w 10728"/>
                <a:gd name="connsiteY2" fmla="*/ 12361 h 12361"/>
                <a:gd name="connsiteX3" fmla="*/ 0 w 10728"/>
                <a:gd name="connsiteY3" fmla="*/ 12361 h 1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8" h="12361">
                  <a:moveTo>
                    <a:pt x="0" y="0"/>
                  </a:moveTo>
                  <a:lnTo>
                    <a:pt x="10728" y="0"/>
                  </a:lnTo>
                  <a:lnTo>
                    <a:pt x="10728" y="12361"/>
                  </a:lnTo>
                  <a:lnTo>
                    <a:pt x="0" y="12361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A3B7FC08-5A28-B94C-8C7F-FE797F1B9944}"/>
                </a:ext>
              </a:extLst>
            </p:cNvPr>
            <p:cNvSpPr/>
            <p:nvPr/>
          </p:nvSpPr>
          <p:spPr>
            <a:xfrm>
              <a:off x="9738377" y="1822444"/>
              <a:ext cx="10845" cy="12361"/>
            </a:xfrm>
            <a:custGeom>
              <a:avLst/>
              <a:gdLst>
                <a:gd name="connsiteX0" fmla="*/ 0 w 10845"/>
                <a:gd name="connsiteY0" fmla="*/ 0 h 12361"/>
                <a:gd name="connsiteX1" fmla="*/ 10845 w 10845"/>
                <a:gd name="connsiteY1" fmla="*/ 0 h 12361"/>
                <a:gd name="connsiteX2" fmla="*/ 10845 w 10845"/>
                <a:gd name="connsiteY2" fmla="*/ 12361 h 12361"/>
                <a:gd name="connsiteX3" fmla="*/ 0 w 10845"/>
                <a:gd name="connsiteY3" fmla="*/ 12361 h 1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5" h="12361">
                  <a:moveTo>
                    <a:pt x="0" y="0"/>
                  </a:moveTo>
                  <a:lnTo>
                    <a:pt x="10845" y="0"/>
                  </a:lnTo>
                  <a:lnTo>
                    <a:pt x="10845" y="12361"/>
                  </a:lnTo>
                  <a:lnTo>
                    <a:pt x="0" y="12361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71E8B9B5-FDC4-7046-818B-57F2351A4561}"/>
                </a:ext>
              </a:extLst>
            </p:cNvPr>
            <p:cNvSpPr/>
            <p:nvPr/>
          </p:nvSpPr>
          <p:spPr>
            <a:xfrm>
              <a:off x="9853708" y="1920982"/>
              <a:ext cx="10728" cy="12244"/>
            </a:xfrm>
            <a:custGeom>
              <a:avLst/>
              <a:gdLst>
                <a:gd name="connsiteX0" fmla="*/ 0 w 10728"/>
                <a:gd name="connsiteY0" fmla="*/ 0 h 12244"/>
                <a:gd name="connsiteX1" fmla="*/ 10728 w 10728"/>
                <a:gd name="connsiteY1" fmla="*/ 0 h 12244"/>
                <a:gd name="connsiteX2" fmla="*/ 10728 w 10728"/>
                <a:gd name="connsiteY2" fmla="*/ 12244 h 12244"/>
                <a:gd name="connsiteX3" fmla="*/ 0 w 10728"/>
                <a:gd name="connsiteY3" fmla="*/ 12244 h 1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8" h="12244">
                  <a:moveTo>
                    <a:pt x="0" y="0"/>
                  </a:moveTo>
                  <a:lnTo>
                    <a:pt x="10728" y="0"/>
                  </a:lnTo>
                  <a:lnTo>
                    <a:pt x="10728" y="12244"/>
                  </a:lnTo>
                  <a:lnTo>
                    <a:pt x="0" y="12244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569237DF-3306-6046-AB39-02AEF2DDB4D2}"/>
                </a:ext>
              </a:extLst>
            </p:cNvPr>
            <p:cNvSpPr/>
            <p:nvPr/>
          </p:nvSpPr>
          <p:spPr>
            <a:xfrm>
              <a:off x="9718378" y="1845959"/>
              <a:ext cx="138245" cy="65383"/>
            </a:xfrm>
            <a:custGeom>
              <a:avLst/>
              <a:gdLst>
                <a:gd name="connsiteX0" fmla="*/ 138246 w 138245"/>
                <a:gd name="connsiteY0" fmla="*/ 741 h 65383"/>
                <a:gd name="connsiteX1" fmla="*/ 126585 w 138245"/>
                <a:gd name="connsiteY1" fmla="*/ 741 h 65383"/>
                <a:gd name="connsiteX2" fmla="*/ 126585 w 138245"/>
                <a:gd name="connsiteY2" fmla="*/ 53916 h 65383"/>
                <a:gd name="connsiteX3" fmla="*/ 60698 w 138245"/>
                <a:gd name="connsiteY3" fmla="*/ 53916 h 65383"/>
                <a:gd name="connsiteX4" fmla="*/ 60698 w 138245"/>
                <a:gd name="connsiteY4" fmla="*/ 974 h 65383"/>
                <a:gd name="connsiteX5" fmla="*/ 46354 w 138245"/>
                <a:gd name="connsiteY5" fmla="*/ 41 h 65383"/>
                <a:gd name="connsiteX6" fmla="*/ 30845 w 138245"/>
                <a:gd name="connsiteY6" fmla="*/ 41 h 65383"/>
                <a:gd name="connsiteX7" fmla="*/ 12536 w 138245"/>
                <a:gd name="connsiteY7" fmla="*/ 3189 h 65383"/>
                <a:gd name="connsiteX8" fmla="*/ 2974 w 138245"/>
                <a:gd name="connsiteY8" fmla="*/ 13451 h 65383"/>
                <a:gd name="connsiteX9" fmla="*/ 2974 w 138245"/>
                <a:gd name="connsiteY9" fmla="*/ 52167 h 65383"/>
                <a:gd name="connsiteX10" fmla="*/ 12886 w 138245"/>
                <a:gd name="connsiteY10" fmla="*/ 62313 h 65383"/>
                <a:gd name="connsiteX11" fmla="*/ 31428 w 138245"/>
                <a:gd name="connsiteY11" fmla="*/ 65345 h 65383"/>
                <a:gd name="connsiteX12" fmla="*/ 138013 w 138245"/>
                <a:gd name="connsiteY12" fmla="*/ 65345 h 65383"/>
                <a:gd name="connsiteX13" fmla="*/ 49036 w 138245"/>
                <a:gd name="connsiteY13" fmla="*/ 53916 h 65383"/>
                <a:gd name="connsiteX14" fmla="*/ 33060 w 138245"/>
                <a:gd name="connsiteY14" fmla="*/ 53916 h 65383"/>
                <a:gd name="connsiteX15" fmla="*/ 20699 w 138245"/>
                <a:gd name="connsiteY15" fmla="*/ 51817 h 65383"/>
                <a:gd name="connsiteX16" fmla="*/ 14286 w 138245"/>
                <a:gd name="connsiteY16" fmla="*/ 45054 h 65383"/>
                <a:gd name="connsiteX17" fmla="*/ 12303 w 138245"/>
                <a:gd name="connsiteY17" fmla="*/ 31993 h 65383"/>
                <a:gd name="connsiteX18" fmla="*/ 14052 w 138245"/>
                <a:gd name="connsiteY18" fmla="*/ 19399 h 65383"/>
                <a:gd name="connsiteX19" fmla="*/ 20466 w 138245"/>
                <a:gd name="connsiteY19" fmla="*/ 12635 h 65383"/>
                <a:gd name="connsiteX20" fmla="*/ 32127 w 138245"/>
                <a:gd name="connsiteY20" fmla="*/ 10536 h 65383"/>
                <a:gd name="connsiteX21" fmla="*/ 48453 w 138245"/>
                <a:gd name="connsiteY21" fmla="*/ 11236 h 6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8245" h="65383">
                  <a:moveTo>
                    <a:pt x="138246" y="741"/>
                  </a:moveTo>
                  <a:lnTo>
                    <a:pt x="126585" y="741"/>
                  </a:lnTo>
                  <a:lnTo>
                    <a:pt x="126585" y="53916"/>
                  </a:lnTo>
                  <a:lnTo>
                    <a:pt x="60698" y="53916"/>
                  </a:lnTo>
                  <a:lnTo>
                    <a:pt x="60698" y="974"/>
                  </a:lnTo>
                  <a:lnTo>
                    <a:pt x="46354" y="41"/>
                  </a:lnTo>
                  <a:cubicBezTo>
                    <a:pt x="39824" y="41"/>
                    <a:pt x="34693" y="41"/>
                    <a:pt x="30845" y="41"/>
                  </a:cubicBezTo>
                  <a:cubicBezTo>
                    <a:pt x="24587" y="-229"/>
                    <a:pt x="18344" y="844"/>
                    <a:pt x="12536" y="3189"/>
                  </a:cubicBezTo>
                  <a:cubicBezTo>
                    <a:pt x="8143" y="5246"/>
                    <a:pt x="4716" y="8924"/>
                    <a:pt x="2974" y="13451"/>
                  </a:cubicBezTo>
                  <a:cubicBezTo>
                    <a:pt x="-991" y="26052"/>
                    <a:pt x="-991" y="39566"/>
                    <a:pt x="2974" y="52167"/>
                  </a:cubicBezTo>
                  <a:cubicBezTo>
                    <a:pt x="4895" y="56668"/>
                    <a:pt x="8431" y="60287"/>
                    <a:pt x="12886" y="62313"/>
                  </a:cubicBezTo>
                  <a:cubicBezTo>
                    <a:pt x="18797" y="64570"/>
                    <a:pt x="25106" y="65602"/>
                    <a:pt x="31428" y="65345"/>
                  </a:cubicBezTo>
                  <a:lnTo>
                    <a:pt x="138013" y="65345"/>
                  </a:lnTo>
                  <a:close/>
                  <a:moveTo>
                    <a:pt x="49036" y="53916"/>
                  </a:moveTo>
                  <a:lnTo>
                    <a:pt x="33060" y="53916"/>
                  </a:lnTo>
                  <a:cubicBezTo>
                    <a:pt x="28838" y="54100"/>
                    <a:pt x="24625" y="53384"/>
                    <a:pt x="20699" y="51817"/>
                  </a:cubicBezTo>
                  <a:cubicBezTo>
                    <a:pt x="17714" y="50552"/>
                    <a:pt x="15390" y="48102"/>
                    <a:pt x="14286" y="45054"/>
                  </a:cubicBezTo>
                  <a:cubicBezTo>
                    <a:pt x="12801" y="40866"/>
                    <a:pt x="12129" y="36433"/>
                    <a:pt x="12303" y="31993"/>
                  </a:cubicBezTo>
                  <a:cubicBezTo>
                    <a:pt x="12152" y="27725"/>
                    <a:pt x="12744" y="23464"/>
                    <a:pt x="14052" y="19399"/>
                  </a:cubicBezTo>
                  <a:cubicBezTo>
                    <a:pt x="15247" y="16407"/>
                    <a:pt x="17542" y="13986"/>
                    <a:pt x="20466" y="12635"/>
                  </a:cubicBezTo>
                  <a:cubicBezTo>
                    <a:pt x="24158" y="11108"/>
                    <a:pt x="28135" y="10392"/>
                    <a:pt x="32127" y="10536"/>
                  </a:cubicBezTo>
                  <a:cubicBezTo>
                    <a:pt x="36209" y="10536"/>
                    <a:pt x="41573" y="10536"/>
                    <a:pt x="48453" y="11236"/>
                  </a:cubicBez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65ACD969-8114-2649-8ED7-E60D3AA22537}"/>
                </a:ext>
              </a:extLst>
            </p:cNvPr>
            <p:cNvSpPr/>
            <p:nvPr/>
          </p:nvSpPr>
          <p:spPr>
            <a:xfrm>
              <a:off x="9836566" y="1920982"/>
              <a:ext cx="10845" cy="12244"/>
            </a:xfrm>
            <a:custGeom>
              <a:avLst/>
              <a:gdLst>
                <a:gd name="connsiteX0" fmla="*/ 0 w 10845"/>
                <a:gd name="connsiteY0" fmla="*/ 0 h 12244"/>
                <a:gd name="connsiteX1" fmla="*/ 10845 w 10845"/>
                <a:gd name="connsiteY1" fmla="*/ 0 h 12244"/>
                <a:gd name="connsiteX2" fmla="*/ 10845 w 10845"/>
                <a:gd name="connsiteY2" fmla="*/ 12244 h 12244"/>
                <a:gd name="connsiteX3" fmla="*/ 0 w 10845"/>
                <a:gd name="connsiteY3" fmla="*/ 12244 h 12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5" h="12244">
                  <a:moveTo>
                    <a:pt x="0" y="0"/>
                  </a:moveTo>
                  <a:lnTo>
                    <a:pt x="10845" y="0"/>
                  </a:lnTo>
                  <a:lnTo>
                    <a:pt x="10845" y="12244"/>
                  </a:lnTo>
                  <a:lnTo>
                    <a:pt x="0" y="12244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3EC072DF-5917-0E4C-ADF7-8EB121CFA34E}"/>
                </a:ext>
              </a:extLst>
            </p:cNvPr>
            <p:cNvSpPr/>
            <p:nvPr/>
          </p:nvSpPr>
          <p:spPr>
            <a:xfrm>
              <a:off x="9871636" y="1844205"/>
              <a:ext cx="54107" cy="98910"/>
            </a:xfrm>
            <a:custGeom>
              <a:avLst/>
              <a:gdLst>
                <a:gd name="connsiteX0" fmla="*/ 28018 w 54107"/>
                <a:gd name="connsiteY0" fmla="*/ 46 h 98910"/>
                <a:gd name="connsiteX1" fmla="*/ 11458 w 54107"/>
                <a:gd name="connsiteY1" fmla="*/ 3661 h 98910"/>
                <a:gd name="connsiteX2" fmla="*/ 2712 w 54107"/>
                <a:gd name="connsiteY2" fmla="*/ 15322 h 98910"/>
                <a:gd name="connsiteX3" fmla="*/ 30 w 54107"/>
                <a:gd name="connsiteY3" fmla="*/ 35496 h 98910"/>
                <a:gd name="connsiteX4" fmla="*/ 4695 w 54107"/>
                <a:gd name="connsiteY4" fmla="*/ 58003 h 98910"/>
                <a:gd name="connsiteX5" fmla="*/ 24169 w 54107"/>
                <a:gd name="connsiteY5" fmla="*/ 67099 h 98910"/>
                <a:gd name="connsiteX6" fmla="*/ 41778 w 54107"/>
                <a:gd name="connsiteY6" fmla="*/ 67099 h 98910"/>
                <a:gd name="connsiteX7" fmla="*/ 40379 w 54107"/>
                <a:gd name="connsiteY7" fmla="*/ 80393 h 98910"/>
                <a:gd name="connsiteX8" fmla="*/ 36181 w 54107"/>
                <a:gd name="connsiteY8" fmla="*/ 86456 h 98910"/>
                <a:gd name="connsiteX9" fmla="*/ 29184 w 54107"/>
                <a:gd name="connsiteY9" fmla="*/ 87972 h 98910"/>
                <a:gd name="connsiteX10" fmla="*/ 9826 w 54107"/>
                <a:gd name="connsiteY10" fmla="*/ 85990 h 98910"/>
                <a:gd name="connsiteX11" fmla="*/ 9826 w 54107"/>
                <a:gd name="connsiteY11" fmla="*/ 96835 h 98910"/>
                <a:gd name="connsiteX12" fmla="*/ 30117 w 54107"/>
                <a:gd name="connsiteY12" fmla="*/ 98818 h 98910"/>
                <a:gd name="connsiteX13" fmla="*/ 49008 w 54107"/>
                <a:gd name="connsiteY13" fmla="*/ 88206 h 98910"/>
                <a:gd name="connsiteX14" fmla="*/ 54022 w 54107"/>
                <a:gd name="connsiteY14" fmla="*/ 58119 h 98910"/>
                <a:gd name="connsiteX15" fmla="*/ 54022 w 54107"/>
                <a:gd name="connsiteY15" fmla="*/ 3311 h 98910"/>
                <a:gd name="connsiteX16" fmla="*/ 41545 w 54107"/>
                <a:gd name="connsiteY16" fmla="*/ 1562 h 98910"/>
                <a:gd name="connsiteX17" fmla="*/ 28018 w 54107"/>
                <a:gd name="connsiteY17" fmla="*/ 46 h 98910"/>
                <a:gd name="connsiteX18" fmla="*/ 41895 w 54107"/>
                <a:gd name="connsiteY18" fmla="*/ 55670 h 98910"/>
                <a:gd name="connsiteX19" fmla="*/ 28134 w 54107"/>
                <a:gd name="connsiteY19" fmla="*/ 55670 h 98910"/>
                <a:gd name="connsiteX20" fmla="*/ 15190 w 54107"/>
                <a:gd name="connsiteY20" fmla="*/ 49723 h 98910"/>
                <a:gd name="connsiteX21" fmla="*/ 12158 w 54107"/>
                <a:gd name="connsiteY21" fmla="*/ 34563 h 98910"/>
                <a:gd name="connsiteX22" fmla="*/ 16356 w 54107"/>
                <a:gd name="connsiteY22" fmla="*/ 16372 h 98910"/>
                <a:gd name="connsiteX23" fmla="*/ 30700 w 54107"/>
                <a:gd name="connsiteY23" fmla="*/ 11007 h 98910"/>
                <a:gd name="connsiteX24" fmla="*/ 42361 w 54107"/>
                <a:gd name="connsiteY24" fmla="*/ 11824 h 98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4107" h="98910">
                  <a:moveTo>
                    <a:pt x="28018" y="46"/>
                  </a:moveTo>
                  <a:cubicBezTo>
                    <a:pt x="22273" y="-262"/>
                    <a:pt x="16552" y="987"/>
                    <a:pt x="11458" y="3661"/>
                  </a:cubicBezTo>
                  <a:cubicBezTo>
                    <a:pt x="7127" y="6250"/>
                    <a:pt x="3986" y="10438"/>
                    <a:pt x="2712" y="15322"/>
                  </a:cubicBezTo>
                  <a:cubicBezTo>
                    <a:pt x="730" y="21857"/>
                    <a:pt x="-175" y="28671"/>
                    <a:pt x="30" y="35496"/>
                  </a:cubicBezTo>
                  <a:cubicBezTo>
                    <a:pt x="-245" y="43264"/>
                    <a:pt x="1355" y="50984"/>
                    <a:pt x="4695" y="58003"/>
                  </a:cubicBezTo>
                  <a:cubicBezTo>
                    <a:pt x="8816" y="64619"/>
                    <a:pt x="16450" y="68185"/>
                    <a:pt x="24169" y="67099"/>
                  </a:cubicBezTo>
                  <a:lnTo>
                    <a:pt x="41778" y="67099"/>
                  </a:lnTo>
                  <a:cubicBezTo>
                    <a:pt x="41935" y="71574"/>
                    <a:pt x="41464" y="76048"/>
                    <a:pt x="40379" y="80393"/>
                  </a:cubicBezTo>
                  <a:cubicBezTo>
                    <a:pt x="39823" y="82884"/>
                    <a:pt x="38316" y="85059"/>
                    <a:pt x="36181" y="86456"/>
                  </a:cubicBezTo>
                  <a:cubicBezTo>
                    <a:pt x="34027" y="87581"/>
                    <a:pt x="31610" y="88105"/>
                    <a:pt x="29184" y="87972"/>
                  </a:cubicBezTo>
                  <a:cubicBezTo>
                    <a:pt x="22693" y="87762"/>
                    <a:pt x="16225" y="87099"/>
                    <a:pt x="9826" y="85990"/>
                  </a:cubicBezTo>
                  <a:lnTo>
                    <a:pt x="9826" y="96835"/>
                  </a:lnTo>
                  <a:cubicBezTo>
                    <a:pt x="16543" y="97907"/>
                    <a:pt x="23319" y="98569"/>
                    <a:pt x="30117" y="98818"/>
                  </a:cubicBezTo>
                  <a:cubicBezTo>
                    <a:pt x="38018" y="99602"/>
                    <a:pt x="45567" y="95362"/>
                    <a:pt x="49008" y="88206"/>
                  </a:cubicBezTo>
                  <a:cubicBezTo>
                    <a:pt x="52814" y="78651"/>
                    <a:pt x="54524" y="68391"/>
                    <a:pt x="54022" y="58119"/>
                  </a:cubicBezTo>
                  <a:lnTo>
                    <a:pt x="54022" y="3311"/>
                  </a:lnTo>
                  <a:cubicBezTo>
                    <a:pt x="50757" y="3311"/>
                    <a:pt x="46676" y="2028"/>
                    <a:pt x="41545" y="1562"/>
                  </a:cubicBezTo>
                  <a:cubicBezTo>
                    <a:pt x="37068" y="804"/>
                    <a:pt x="32551" y="298"/>
                    <a:pt x="28018" y="46"/>
                  </a:cubicBezTo>
                  <a:close/>
                  <a:moveTo>
                    <a:pt x="41895" y="55670"/>
                  </a:moveTo>
                  <a:lnTo>
                    <a:pt x="28134" y="55670"/>
                  </a:lnTo>
                  <a:cubicBezTo>
                    <a:pt x="23032" y="56362"/>
                    <a:pt x="17989" y="54045"/>
                    <a:pt x="15190" y="49723"/>
                  </a:cubicBezTo>
                  <a:cubicBezTo>
                    <a:pt x="13030" y="44969"/>
                    <a:pt x="11993" y="39782"/>
                    <a:pt x="12158" y="34563"/>
                  </a:cubicBezTo>
                  <a:cubicBezTo>
                    <a:pt x="11722" y="28217"/>
                    <a:pt x="13184" y="21885"/>
                    <a:pt x="16356" y="16372"/>
                  </a:cubicBezTo>
                  <a:cubicBezTo>
                    <a:pt x="19996" y="12381"/>
                    <a:pt x="25334" y="10384"/>
                    <a:pt x="30700" y="11007"/>
                  </a:cubicBezTo>
                  <a:cubicBezTo>
                    <a:pt x="34601" y="11000"/>
                    <a:pt x="38499" y="11273"/>
                    <a:pt x="42361" y="11824"/>
                  </a:cubicBez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AD6F4A19-50AE-CC4B-9F3A-629DFF332E49}"/>
                </a:ext>
              </a:extLst>
            </p:cNvPr>
            <p:cNvSpPr/>
            <p:nvPr/>
          </p:nvSpPr>
          <p:spPr>
            <a:xfrm>
              <a:off x="10031427" y="1822444"/>
              <a:ext cx="10728" cy="12361"/>
            </a:xfrm>
            <a:custGeom>
              <a:avLst/>
              <a:gdLst>
                <a:gd name="connsiteX0" fmla="*/ 0 w 10728"/>
                <a:gd name="connsiteY0" fmla="*/ 0 h 12361"/>
                <a:gd name="connsiteX1" fmla="*/ 10728 w 10728"/>
                <a:gd name="connsiteY1" fmla="*/ 0 h 12361"/>
                <a:gd name="connsiteX2" fmla="*/ 10728 w 10728"/>
                <a:gd name="connsiteY2" fmla="*/ 12361 h 12361"/>
                <a:gd name="connsiteX3" fmla="*/ 0 w 10728"/>
                <a:gd name="connsiteY3" fmla="*/ 12361 h 1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8" h="12361">
                  <a:moveTo>
                    <a:pt x="0" y="0"/>
                  </a:moveTo>
                  <a:lnTo>
                    <a:pt x="10728" y="0"/>
                  </a:lnTo>
                  <a:lnTo>
                    <a:pt x="10728" y="12361"/>
                  </a:lnTo>
                  <a:lnTo>
                    <a:pt x="0" y="12361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2CDCDAF8-A303-7A40-B1AF-58D594EA8C77}"/>
                </a:ext>
              </a:extLst>
            </p:cNvPr>
            <p:cNvSpPr/>
            <p:nvPr/>
          </p:nvSpPr>
          <p:spPr>
            <a:xfrm>
              <a:off x="10014285" y="1822444"/>
              <a:ext cx="10845" cy="12361"/>
            </a:xfrm>
            <a:custGeom>
              <a:avLst/>
              <a:gdLst>
                <a:gd name="connsiteX0" fmla="*/ 0 w 10845"/>
                <a:gd name="connsiteY0" fmla="*/ 0 h 12361"/>
                <a:gd name="connsiteX1" fmla="*/ 10845 w 10845"/>
                <a:gd name="connsiteY1" fmla="*/ 0 h 12361"/>
                <a:gd name="connsiteX2" fmla="*/ 10845 w 10845"/>
                <a:gd name="connsiteY2" fmla="*/ 12361 h 12361"/>
                <a:gd name="connsiteX3" fmla="*/ 0 w 10845"/>
                <a:gd name="connsiteY3" fmla="*/ 12361 h 12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45" h="12361">
                  <a:moveTo>
                    <a:pt x="0" y="0"/>
                  </a:moveTo>
                  <a:lnTo>
                    <a:pt x="10845" y="0"/>
                  </a:lnTo>
                  <a:lnTo>
                    <a:pt x="10845" y="12361"/>
                  </a:lnTo>
                  <a:lnTo>
                    <a:pt x="0" y="12361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E3BF3FF1-FBF2-764A-AF20-EC92AEDF0491}"/>
                </a:ext>
              </a:extLst>
            </p:cNvPr>
            <p:cNvSpPr/>
            <p:nvPr/>
          </p:nvSpPr>
          <p:spPr>
            <a:xfrm>
              <a:off x="9938486" y="1819645"/>
              <a:ext cx="155446" cy="122709"/>
            </a:xfrm>
            <a:custGeom>
              <a:avLst/>
              <a:gdLst>
                <a:gd name="connsiteX0" fmla="*/ 143085 w 155446"/>
                <a:gd name="connsiteY0" fmla="*/ 80230 h 122709"/>
                <a:gd name="connsiteX1" fmla="*/ 115681 w 155446"/>
                <a:gd name="connsiteY1" fmla="*/ 80230 h 122709"/>
                <a:gd name="connsiteX2" fmla="*/ 115681 w 155446"/>
                <a:gd name="connsiteY2" fmla="*/ 28221 h 122709"/>
                <a:gd name="connsiteX3" fmla="*/ 111250 w 155446"/>
                <a:gd name="connsiteY3" fmla="*/ 28221 h 122709"/>
                <a:gd name="connsiteX4" fmla="*/ 93174 w 155446"/>
                <a:gd name="connsiteY4" fmla="*/ 27288 h 122709"/>
                <a:gd name="connsiteX5" fmla="*/ 74400 w 155446"/>
                <a:gd name="connsiteY5" fmla="*/ 30320 h 122709"/>
                <a:gd name="connsiteX6" fmla="*/ 64604 w 155446"/>
                <a:gd name="connsiteY6" fmla="*/ 40232 h 122709"/>
                <a:gd name="connsiteX7" fmla="*/ 62155 w 155446"/>
                <a:gd name="connsiteY7" fmla="*/ 59706 h 122709"/>
                <a:gd name="connsiteX8" fmla="*/ 65070 w 155446"/>
                <a:gd name="connsiteY8" fmla="*/ 80230 h 122709"/>
                <a:gd name="connsiteX9" fmla="*/ 30203 w 155446"/>
                <a:gd name="connsiteY9" fmla="*/ 80230 h 122709"/>
                <a:gd name="connsiteX10" fmla="*/ 30203 w 155446"/>
                <a:gd name="connsiteY10" fmla="*/ 27171 h 122709"/>
                <a:gd name="connsiteX11" fmla="*/ 18542 w 155446"/>
                <a:gd name="connsiteY11" fmla="*/ 27171 h 122709"/>
                <a:gd name="connsiteX12" fmla="*/ 18542 w 155446"/>
                <a:gd name="connsiteY12" fmla="*/ 94457 h 122709"/>
                <a:gd name="connsiteX13" fmla="*/ 15510 w 155446"/>
                <a:gd name="connsiteY13" fmla="*/ 107401 h 122709"/>
                <a:gd name="connsiteX14" fmla="*/ 6880 w 155446"/>
                <a:gd name="connsiteY14" fmla="*/ 111949 h 122709"/>
                <a:gd name="connsiteX15" fmla="*/ 0 w 155446"/>
                <a:gd name="connsiteY15" fmla="*/ 111949 h 122709"/>
                <a:gd name="connsiteX16" fmla="*/ 0 w 155446"/>
                <a:gd name="connsiteY16" fmla="*/ 122678 h 122709"/>
                <a:gd name="connsiteX17" fmla="*/ 3032 w 155446"/>
                <a:gd name="connsiteY17" fmla="*/ 122678 h 122709"/>
                <a:gd name="connsiteX18" fmla="*/ 9446 w 155446"/>
                <a:gd name="connsiteY18" fmla="*/ 122678 h 122709"/>
                <a:gd name="connsiteX19" fmla="*/ 25305 w 155446"/>
                <a:gd name="connsiteY19" fmla="*/ 114631 h 122709"/>
                <a:gd name="connsiteX20" fmla="*/ 30553 w 155446"/>
                <a:gd name="connsiteY20" fmla="*/ 91309 h 122709"/>
                <a:gd name="connsiteX21" fmla="*/ 30553 w 155446"/>
                <a:gd name="connsiteY21" fmla="*/ 90492 h 122709"/>
                <a:gd name="connsiteX22" fmla="*/ 155446 w 155446"/>
                <a:gd name="connsiteY22" fmla="*/ 90492 h 122709"/>
                <a:gd name="connsiteX23" fmla="*/ 155446 w 155446"/>
                <a:gd name="connsiteY23" fmla="*/ 0 h 122709"/>
                <a:gd name="connsiteX24" fmla="*/ 143785 w 155446"/>
                <a:gd name="connsiteY24" fmla="*/ 0 h 122709"/>
                <a:gd name="connsiteX25" fmla="*/ 103553 w 155446"/>
                <a:gd name="connsiteY25" fmla="*/ 80230 h 122709"/>
                <a:gd name="connsiteX26" fmla="*/ 77781 w 155446"/>
                <a:gd name="connsiteY26" fmla="*/ 80230 h 122709"/>
                <a:gd name="connsiteX27" fmla="*/ 74866 w 155446"/>
                <a:gd name="connsiteY27" fmla="*/ 73233 h 122709"/>
                <a:gd name="connsiteX28" fmla="*/ 73700 w 155446"/>
                <a:gd name="connsiteY28" fmla="*/ 60639 h 122709"/>
                <a:gd name="connsiteX29" fmla="*/ 75216 w 155446"/>
                <a:gd name="connsiteY29" fmla="*/ 46879 h 122709"/>
                <a:gd name="connsiteX30" fmla="*/ 80813 w 155446"/>
                <a:gd name="connsiteY30" fmla="*/ 39882 h 122709"/>
                <a:gd name="connsiteX31" fmla="*/ 92475 w 155446"/>
                <a:gd name="connsiteY31" fmla="*/ 37666 h 122709"/>
                <a:gd name="connsiteX32" fmla="*/ 104136 w 155446"/>
                <a:gd name="connsiteY32" fmla="*/ 38366 h 122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5446" h="122709">
                  <a:moveTo>
                    <a:pt x="143085" y="80230"/>
                  </a:moveTo>
                  <a:lnTo>
                    <a:pt x="115681" y="80230"/>
                  </a:lnTo>
                  <a:lnTo>
                    <a:pt x="115681" y="28221"/>
                  </a:lnTo>
                  <a:lnTo>
                    <a:pt x="111250" y="28221"/>
                  </a:lnTo>
                  <a:cubicBezTo>
                    <a:pt x="105246" y="27585"/>
                    <a:pt x="99212" y="27274"/>
                    <a:pt x="93174" y="27288"/>
                  </a:cubicBezTo>
                  <a:cubicBezTo>
                    <a:pt x="86776" y="27028"/>
                    <a:pt x="80391" y="28059"/>
                    <a:pt x="74400" y="30320"/>
                  </a:cubicBezTo>
                  <a:cubicBezTo>
                    <a:pt x="69970" y="32224"/>
                    <a:pt x="66456" y="35780"/>
                    <a:pt x="64604" y="40232"/>
                  </a:cubicBezTo>
                  <a:cubicBezTo>
                    <a:pt x="62545" y="46506"/>
                    <a:pt x="61714" y="53118"/>
                    <a:pt x="62155" y="59706"/>
                  </a:cubicBezTo>
                  <a:cubicBezTo>
                    <a:pt x="61849" y="66669"/>
                    <a:pt x="62837" y="73628"/>
                    <a:pt x="65070" y="80230"/>
                  </a:cubicBezTo>
                  <a:lnTo>
                    <a:pt x="30203" y="80230"/>
                  </a:lnTo>
                  <a:lnTo>
                    <a:pt x="30203" y="27171"/>
                  </a:lnTo>
                  <a:lnTo>
                    <a:pt x="18542" y="27171"/>
                  </a:lnTo>
                  <a:lnTo>
                    <a:pt x="18542" y="94457"/>
                  </a:lnTo>
                  <a:cubicBezTo>
                    <a:pt x="18762" y="98971"/>
                    <a:pt x="17712" y="103455"/>
                    <a:pt x="15510" y="107401"/>
                  </a:cubicBezTo>
                  <a:cubicBezTo>
                    <a:pt x="13699" y="110400"/>
                    <a:pt x="10377" y="112151"/>
                    <a:pt x="6880" y="111949"/>
                  </a:cubicBezTo>
                  <a:lnTo>
                    <a:pt x="0" y="111949"/>
                  </a:lnTo>
                  <a:lnTo>
                    <a:pt x="0" y="122678"/>
                  </a:lnTo>
                  <a:lnTo>
                    <a:pt x="3032" y="122678"/>
                  </a:lnTo>
                  <a:cubicBezTo>
                    <a:pt x="5364" y="122678"/>
                    <a:pt x="7463" y="122678"/>
                    <a:pt x="9446" y="122678"/>
                  </a:cubicBezTo>
                  <a:cubicBezTo>
                    <a:pt x="15798" y="123058"/>
                    <a:pt x="21861" y="119982"/>
                    <a:pt x="25305" y="114631"/>
                  </a:cubicBezTo>
                  <a:cubicBezTo>
                    <a:pt x="29259" y="107523"/>
                    <a:pt x="31081" y="99425"/>
                    <a:pt x="30553" y="91309"/>
                  </a:cubicBezTo>
                  <a:lnTo>
                    <a:pt x="30553" y="90492"/>
                  </a:lnTo>
                  <a:lnTo>
                    <a:pt x="155446" y="90492"/>
                  </a:lnTo>
                  <a:lnTo>
                    <a:pt x="155446" y="0"/>
                  </a:lnTo>
                  <a:lnTo>
                    <a:pt x="143785" y="0"/>
                  </a:lnTo>
                  <a:close/>
                  <a:moveTo>
                    <a:pt x="103553" y="80230"/>
                  </a:moveTo>
                  <a:lnTo>
                    <a:pt x="77781" y="80230"/>
                  </a:lnTo>
                  <a:cubicBezTo>
                    <a:pt x="76477" y="78051"/>
                    <a:pt x="75496" y="75694"/>
                    <a:pt x="74866" y="73233"/>
                  </a:cubicBezTo>
                  <a:cubicBezTo>
                    <a:pt x="73938" y="69103"/>
                    <a:pt x="73546" y="64870"/>
                    <a:pt x="73700" y="60639"/>
                  </a:cubicBezTo>
                  <a:cubicBezTo>
                    <a:pt x="73584" y="56005"/>
                    <a:pt x="74094" y="51376"/>
                    <a:pt x="75216" y="46879"/>
                  </a:cubicBezTo>
                  <a:cubicBezTo>
                    <a:pt x="76075" y="43894"/>
                    <a:pt x="78090" y="41376"/>
                    <a:pt x="80813" y="39882"/>
                  </a:cubicBezTo>
                  <a:cubicBezTo>
                    <a:pt x="84466" y="38216"/>
                    <a:pt x="88466" y="37456"/>
                    <a:pt x="92475" y="37666"/>
                  </a:cubicBezTo>
                  <a:cubicBezTo>
                    <a:pt x="94652" y="37666"/>
                    <a:pt x="98539" y="37899"/>
                    <a:pt x="104136" y="38366"/>
                  </a:cubicBez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E46C71F8-5A96-4744-BC91-36A42DEB2562}"/>
                </a:ext>
              </a:extLst>
            </p:cNvPr>
            <p:cNvSpPr/>
            <p:nvPr/>
          </p:nvSpPr>
          <p:spPr>
            <a:xfrm>
              <a:off x="10116089" y="1819645"/>
              <a:ext cx="12127" cy="91191"/>
            </a:xfrm>
            <a:custGeom>
              <a:avLst/>
              <a:gdLst>
                <a:gd name="connsiteX0" fmla="*/ 0 w 12127"/>
                <a:gd name="connsiteY0" fmla="*/ 0 h 91191"/>
                <a:gd name="connsiteX1" fmla="*/ 12128 w 12127"/>
                <a:gd name="connsiteY1" fmla="*/ 0 h 91191"/>
                <a:gd name="connsiteX2" fmla="*/ 12128 w 12127"/>
                <a:gd name="connsiteY2" fmla="*/ 91192 h 91191"/>
                <a:gd name="connsiteX3" fmla="*/ 0 w 12127"/>
                <a:gd name="connsiteY3" fmla="*/ 91192 h 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7" h="91191">
                  <a:moveTo>
                    <a:pt x="0" y="0"/>
                  </a:moveTo>
                  <a:lnTo>
                    <a:pt x="12128" y="0"/>
                  </a:lnTo>
                  <a:lnTo>
                    <a:pt x="12128" y="91192"/>
                  </a:lnTo>
                  <a:lnTo>
                    <a:pt x="0" y="91192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C4C1F9F-7A3C-4F44-9498-F33B2924A885}"/>
                </a:ext>
              </a:extLst>
            </p:cNvPr>
            <p:cNvSpPr/>
            <p:nvPr/>
          </p:nvSpPr>
          <p:spPr>
            <a:xfrm>
              <a:off x="10144862" y="1844205"/>
              <a:ext cx="54097" cy="98914"/>
            </a:xfrm>
            <a:custGeom>
              <a:avLst/>
              <a:gdLst>
                <a:gd name="connsiteX0" fmla="*/ 28018 w 54097"/>
                <a:gd name="connsiteY0" fmla="*/ 46 h 98914"/>
                <a:gd name="connsiteX1" fmla="*/ 11459 w 54097"/>
                <a:gd name="connsiteY1" fmla="*/ 3661 h 98914"/>
                <a:gd name="connsiteX2" fmla="*/ 2712 w 54097"/>
                <a:gd name="connsiteY2" fmla="*/ 15322 h 98914"/>
                <a:gd name="connsiteX3" fmla="*/ 30 w 54097"/>
                <a:gd name="connsiteY3" fmla="*/ 35496 h 98914"/>
                <a:gd name="connsiteX4" fmla="*/ 4695 w 54097"/>
                <a:gd name="connsiteY4" fmla="*/ 58003 h 98914"/>
                <a:gd name="connsiteX5" fmla="*/ 24169 w 54097"/>
                <a:gd name="connsiteY5" fmla="*/ 67099 h 98914"/>
                <a:gd name="connsiteX6" fmla="*/ 41662 w 54097"/>
                <a:gd name="connsiteY6" fmla="*/ 67099 h 98914"/>
                <a:gd name="connsiteX7" fmla="*/ 40262 w 54097"/>
                <a:gd name="connsiteY7" fmla="*/ 80393 h 98914"/>
                <a:gd name="connsiteX8" fmla="*/ 36181 w 54097"/>
                <a:gd name="connsiteY8" fmla="*/ 86456 h 98914"/>
                <a:gd name="connsiteX9" fmla="*/ 29184 w 54097"/>
                <a:gd name="connsiteY9" fmla="*/ 87972 h 98914"/>
                <a:gd name="connsiteX10" fmla="*/ 9826 w 54097"/>
                <a:gd name="connsiteY10" fmla="*/ 85990 h 98914"/>
                <a:gd name="connsiteX11" fmla="*/ 9826 w 54097"/>
                <a:gd name="connsiteY11" fmla="*/ 96835 h 98914"/>
                <a:gd name="connsiteX12" fmla="*/ 30117 w 54097"/>
                <a:gd name="connsiteY12" fmla="*/ 98818 h 98914"/>
                <a:gd name="connsiteX13" fmla="*/ 48892 w 54097"/>
                <a:gd name="connsiteY13" fmla="*/ 88206 h 98914"/>
                <a:gd name="connsiteX14" fmla="*/ 54023 w 54097"/>
                <a:gd name="connsiteY14" fmla="*/ 58119 h 98914"/>
                <a:gd name="connsiteX15" fmla="*/ 54023 w 54097"/>
                <a:gd name="connsiteY15" fmla="*/ 3311 h 98914"/>
                <a:gd name="connsiteX16" fmla="*/ 41545 w 54097"/>
                <a:gd name="connsiteY16" fmla="*/ 1562 h 98914"/>
                <a:gd name="connsiteX17" fmla="*/ 28018 w 54097"/>
                <a:gd name="connsiteY17" fmla="*/ 46 h 98914"/>
                <a:gd name="connsiteX18" fmla="*/ 42361 w 54097"/>
                <a:gd name="connsiteY18" fmla="*/ 55670 h 98914"/>
                <a:gd name="connsiteX19" fmla="*/ 28134 w 54097"/>
                <a:gd name="connsiteY19" fmla="*/ 55670 h 98914"/>
                <a:gd name="connsiteX20" fmla="*/ 15190 w 54097"/>
                <a:gd name="connsiteY20" fmla="*/ 49723 h 98914"/>
                <a:gd name="connsiteX21" fmla="*/ 12158 w 54097"/>
                <a:gd name="connsiteY21" fmla="*/ 34563 h 98914"/>
                <a:gd name="connsiteX22" fmla="*/ 16240 w 54097"/>
                <a:gd name="connsiteY22" fmla="*/ 16372 h 98914"/>
                <a:gd name="connsiteX23" fmla="*/ 30700 w 54097"/>
                <a:gd name="connsiteY23" fmla="*/ 11007 h 98914"/>
                <a:gd name="connsiteX24" fmla="*/ 42361 w 54097"/>
                <a:gd name="connsiteY24" fmla="*/ 11824 h 9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4097" h="98914">
                  <a:moveTo>
                    <a:pt x="28018" y="46"/>
                  </a:moveTo>
                  <a:cubicBezTo>
                    <a:pt x="22273" y="-262"/>
                    <a:pt x="16552" y="987"/>
                    <a:pt x="11459" y="3661"/>
                  </a:cubicBezTo>
                  <a:cubicBezTo>
                    <a:pt x="7127" y="6250"/>
                    <a:pt x="3986" y="10438"/>
                    <a:pt x="2712" y="15322"/>
                  </a:cubicBezTo>
                  <a:cubicBezTo>
                    <a:pt x="731" y="21857"/>
                    <a:pt x="-175" y="28671"/>
                    <a:pt x="30" y="35496"/>
                  </a:cubicBezTo>
                  <a:cubicBezTo>
                    <a:pt x="-245" y="43264"/>
                    <a:pt x="1355" y="50984"/>
                    <a:pt x="4695" y="58003"/>
                  </a:cubicBezTo>
                  <a:cubicBezTo>
                    <a:pt x="8795" y="64643"/>
                    <a:pt x="16446" y="68216"/>
                    <a:pt x="24169" y="67099"/>
                  </a:cubicBezTo>
                  <a:lnTo>
                    <a:pt x="41662" y="67099"/>
                  </a:lnTo>
                  <a:cubicBezTo>
                    <a:pt x="41818" y="71574"/>
                    <a:pt x="41347" y="76048"/>
                    <a:pt x="40262" y="80393"/>
                  </a:cubicBezTo>
                  <a:cubicBezTo>
                    <a:pt x="39747" y="82870"/>
                    <a:pt x="38281" y="85046"/>
                    <a:pt x="36181" y="86456"/>
                  </a:cubicBezTo>
                  <a:cubicBezTo>
                    <a:pt x="34027" y="87581"/>
                    <a:pt x="31610" y="88105"/>
                    <a:pt x="29184" y="87972"/>
                  </a:cubicBezTo>
                  <a:cubicBezTo>
                    <a:pt x="22693" y="87762"/>
                    <a:pt x="16225" y="87099"/>
                    <a:pt x="9826" y="85990"/>
                  </a:cubicBezTo>
                  <a:lnTo>
                    <a:pt x="9826" y="96835"/>
                  </a:lnTo>
                  <a:cubicBezTo>
                    <a:pt x="16543" y="97907"/>
                    <a:pt x="23319" y="98569"/>
                    <a:pt x="30117" y="98818"/>
                  </a:cubicBezTo>
                  <a:cubicBezTo>
                    <a:pt x="37993" y="99622"/>
                    <a:pt x="45518" y="95368"/>
                    <a:pt x="48892" y="88206"/>
                  </a:cubicBezTo>
                  <a:cubicBezTo>
                    <a:pt x="52744" y="78662"/>
                    <a:pt x="54494" y="68400"/>
                    <a:pt x="54023" y="58119"/>
                  </a:cubicBezTo>
                  <a:lnTo>
                    <a:pt x="54023" y="3311"/>
                  </a:lnTo>
                  <a:cubicBezTo>
                    <a:pt x="50757" y="3311"/>
                    <a:pt x="46559" y="2028"/>
                    <a:pt x="41545" y="1562"/>
                  </a:cubicBezTo>
                  <a:cubicBezTo>
                    <a:pt x="37068" y="804"/>
                    <a:pt x="32552" y="298"/>
                    <a:pt x="28018" y="46"/>
                  </a:cubicBezTo>
                  <a:close/>
                  <a:moveTo>
                    <a:pt x="42361" y="55670"/>
                  </a:moveTo>
                  <a:lnTo>
                    <a:pt x="28134" y="55670"/>
                  </a:lnTo>
                  <a:cubicBezTo>
                    <a:pt x="23032" y="56362"/>
                    <a:pt x="17989" y="54045"/>
                    <a:pt x="15190" y="49723"/>
                  </a:cubicBezTo>
                  <a:cubicBezTo>
                    <a:pt x="13031" y="44969"/>
                    <a:pt x="11993" y="39782"/>
                    <a:pt x="12158" y="34563"/>
                  </a:cubicBezTo>
                  <a:cubicBezTo>
                    <a:pt x="11694" y="28229"/>
                    <a:pt x="13114" y="21900"/>
                    <a:pt x="16240" y="16372"/>
                  </a:cubicBezTo>
                  <a:cubicBezTo>
                    <a:pt x="19938" y="12394"/>
                    <a:pt x="25302" y="10404"/>
                    <a:pt x="30700" y="11007"/>
                  </a:cubicBezTo>
                  <a:cubicBezTo>
                    <a:pt x="34601" y="11000"/>
                    <a:pt x="38498" y="11273"/>
                    <a:pt x="42361" y="11824"/>
                  </a:cubicBez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8D6CC6FB-D6A5-A145-B6E9-AB33493D0EA1}"/>
                </a:ext>
              </a:extLst>
            </p:cNvPr>
            <p:cNvSpPr/>
            <p:nvPr/>
          </p:nvSpPr>
          <p:spPr>
            <a:xfrm>
              <a:off x="9133502" y="1999463"/>
              <a:ext cx="38132" cy="34984"/>
            </a:xfrm>
            <a:custGeom>
              <a:avLst/>
              <a:gdLst>
                <a:gd name="connsiteX0" fmla="*/ 0 w 38132"/>
                <a:gd name="connsiteY0" fmla="*/ 0 h 34984"/>
                <a:gd name="connsiteX1" fmla="*/ 9679 w 38132"/>
                <a:gd name="connsiteY1" fmla="*/ 0 h 34984"/>
                <a:gd name="connsiteX2" fmla="*/ 19125 w 38132"/>
                <a:gd name="connsiteY2" fmla="*/ 24839 h 34984"/>
                <a:gd name="connsiteX3" fmla="*/ 28687 w 38132"/>
                <a:gd name="connsiteY3" fmla="*/ 0 h 34984"/>
                <a:gd name="connsiteX4" fmla="*/ 38133 w 38132"/>
                <a:gd name="connsiteY4" fmla="*/ 0 h 34984"/>
                <a:gd name="connsiteX5" fmla="*/ 38133 w 38132"/>
                <a:gd name="connsiteY5" fmla="*/ 34984 h 34984"/>
                <a:gd name="connsiteX6" fmla="*/ 32185 w 38132"/>
                <a:gd name="connsiteY6" fmla="*/ 34984 h 34984"/>
                <a:gd name="connsiteX7" fmla="*/ 32185 w 38132"/>
                <a:gd name="connsiteY7" fmla="*/ 5597 h 34984"/>
                <a:gd name="connsiteX8" fmla="*/ 32185 w 38132"/>
                <a:gd name="connsiteY8" fmla="*/ 5597 h 34984"/>
                <a:gd name="connsiteX9" fmla="*/ 21340 w 38132"/>
                <a:gd name="connsiteY9" fmla="*/ 34984 h 34984"/>
                <a:gd name="connsiteX10" fmla="*/ 16909 w 38132"/>
                <a:gd name="connsiteY10" fmla="*/ 34984 h 34984"/>
                <a:gd name="connsiteX11" fmla="*/ 6181 w 38132"/>
                <a:gd name="connsiteY11" fmla="*/ 5597 h 34984"/>
                <a:gd name="connsiteX12" fmla="*/ 6181 w 38132"/>
                <a:gd name="connsiteY12" fmla="*/ 5597 h 34984"/>
                <a:gd name="connsiteX13" fmla="*/ 6181 w 38132"/>
                <a:gd name="connsiteY13" fmla="*/ 34984 h 34984"/>
                <a:gd name="connsiteX14" fmla="*/ 0 w 38132"/>
                <a:gd name="connsiteY14" fmla="*/ 34984 h 34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32" h="34984">
                  <a:moveTo>
                    <a:pt x="0" y="0"/>
                  </a:moveTo>
                  <a:lnTo>
                    <a:pt x="9679" y="0"/>
                  </a:lnTo>
                  <a:lnTo>
                    <a:pt x="19125" y="24839"/>
                  </a:lnTo>
                  <a:lnTo>
                    <a:pt x="28687" y="0"/>
                  </a:lnTo>
                  <a:lnTo>
                    <a:pt x="38133" y="0"/>
                  </a:lnTo>
                  <a:lnTo>
                    <a:pt x="38133" y="34984"/>
                  </a:lnTo>
                  <a:lnTo>
                    <a:pt x="32185" y="34984"/>
                  </a:lnTo>
                  <a:lnTo>
                    <a:pt x="32185" y="5597"/>
                  </a:lnTo>
                  <a:lnTo>
                    <a:pt x="32185" y="5597"/>
                  </a:lnTo>
                  <a:lnTo>
                    <a:pt x="21340" y="34984"/>
                  </a:lnTo>
                  <a:lnTo>
                    <a:pt x="16909" y="34984"/>
                  </a:lnTo>
                  <a:lnTo>
                    <a:pt x="6181" y="5597"/>
                  </a:lnTo>
                  <a:lnTo>
                    <a:pt x="6181" y="5597"/>
                  </a:lnTo>
                  <a:lnTo>
                    <a:pt x="6181" y="34984"/>
                  </a:lnTo>
                  <a:lnTo>
                    <a:pt x="0" y="34984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358D6CA5-EB9E-CE47-9838-6401DBA16947}"/>
                </a:ext>
              </a:extLst>
            </p:cNvPr>
            <p:cNvSpPr/>
            <p:nvPr/>
          </p:nvSpPr>
          <p:spPr>
            <a:xfrm>
              <a:off x="9178396" y="1998528"/>
              <a:ext cx="7702" cy="35919"/>
            </a:xfrm>
            <a:custGeom>
              <a:avLst/>
              <a:gdLst>
                <a:gd name="connsiteX0" fmla="*/ 2 w 7702"/>
                <a:gd name="connsiteY0" fmla="*/ 3618 h 35919"/>
                <a:gd name="connsiteX1" fmla="*/ 1051 w 7702"/>
                <a:gd name="connsiteY1" fmla="*/ 1169 h 35919"/>
                <a:gd name="connsiteX2" fmla="*/ 3850 w 7702"/>
                <a:gd name="connsiteY2" fmla="*/ 3 h 35919"/>
                <a:gd name="connsiteX3" fmla="*/ 6649 w 7702"/>
                <a:gd name="connsiteY3" fmla="*/ 1052 h 35919"/>
                <a:gd name="connsiteX4" fmla="*/ 7698 w 7702"/>
                <a:gd name="connsiteY4" fmla="*/ 3618 h 35919"/>
                <a:gd name="connsiteX5" fmla="*/ 6649 w 7702"/>
                <a:gd name="connsiteY5" fmla="*/ 6183 h 35919"/>
                <a:gd name="connsiteX6" fmla="*/ 3850 w 7702"/>
                <a:gd name="connsiteY6" fmla="*/ 7233 h 35919"/>
                <a:gd name="connsiteX7" fmla="*/ 1051 w 7702"/>
                <a:gd name="connsiteY7" fmla="*/ 6183 h 35919"/>
                <a:gd name="connsiteX8" fmla="*/ 2 w 7702"/>
                <a:gd name="connsiteY8" fmla="*/ 3618 h 35919"/>
                <a:gd name="connsiteX9" fmla="*/ 818 w 7702"/>
                <a:gd name="connsiteY9" fmla="*/ 11781 h 35919"/>
                <a:gd name="connsiteX10" fmla="*/ 6882 w 7702"/>
                <a:gd name="connsiteY10" fmla="*/ 11781 h 35919"/>
                <a:gd name="connsiteX11" fmla="*/ 6882 w 7702"/>
                <a:gd name="connsiteY11" fmla="*/ 35920 h 35919"/>
                <a:gd name="connsiteX12" fmla="*/ 818 w 7702"/>
                <a:gd name="connsiteY12" fmla="*/ 35920 h 35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702" h="35919">
                  <a:moveTo>
                    <a:pt x="2" y="3618"/>
                  </a:moveTo>
                  <a:cubicBezTo>
                    <a:pt x="2" y="2692"/>
                    <a:pt x="381" y="1807"/>
                    <a:pt x="1051" y="1169"/>
                  </a:cubicBezTo>
                  <a:cubicBezTo>
                    <a:pt x="1768" y="389"/>
                    <a:pt x="2791" y="-38"/>
                    <a:pt x="3850" y="3"/>
                  </a:cubicBezTo>
                  <a:cubicBezTo>
                    <a:pt x="4880" y="-3"/>
                    <a:pt x="5876" y="371"/>
                    <a:pt x="6649" y="1052"/>
                  </a:cubicBezTo>
                  <a:cubicBezTo>
                    <a:pt x="7349" y="1718"/>
                    <a:pt x="7731" y="2652"/>
                    <a:pt x="7698" y="3618"/>
                  </a:cubicBezTo>
                  <a:cubicBezTo>
                    <a:pt x="7747" y="4586"/>
                    <a:pt x="7362" y="5526"/>
                    <a:pt x="6649" y="6183"/>
                  </a:cubicBezTo>
                  <a:cubicBezTo>
                    <a:pt x="5876" y="6864"/>
                    <a:pt x="4880" y="7238"/>
                    <a:pt x="3850" y="7233"/>
                  </a:cubicBezTo>
                  <a:cubicBezTo>
                    <a:pt x="2816" y="7261"/>
                    <a:pt x="1812" y="6885"/>
                    <a:pt x="1051" y="6183"/>
                  </a:cubicBezTo>
                  <a:cubicBezTo>
                    <a:pt x="351" y="5517"/>
                    <a:pt x="-31" y="4583"/>
                    <a:pt x="2" y="3618"/>
                  </a:cubicBezTo>
                  <a:close/>
                  <a:moveTo>
                    <a:pt x="818" y="11781"/>
                  </a:moveTo>
                  <a:lnTo>
                    <a:pt x="6882" y="11781"/>
                  </a:lnTo>
                  <a:lnTo>
                    <a:pt x="6882" y="35920"/>
                  </a:lnTo>
                  <a:lnTo>
                    <a:pt x="818" y="35920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969FE887-6247-FB4B-8B71-3B22ECD5840D}"/>
                </a:ext>
              </a:extLst>
            </p:cNvPr>
            <p:cNvSpPr/>
            <p:nvPr/>
          </p:nvSpPr>
          <p:spPr>
            <a:xfrm>
              <a:off x="9192158" y="2009717"/>
              <a:ext cx="21472" cy="24730"/>
            </a:xfrm>
            <a:custGeom>
              <a:avLst/>
              <a:gdLst>
                <a:gd name="connsiteX0" fmla="*/ 0 w 21472"/>
                <a:gd name="connsiteY0" fmla="*/ 591 h 24730"/>
                <a:gd name="connsiteX1" fmla="*/ 5714 w 21472"/>
                <a:gd name="connsiteY1" fmla="*/ 591 h 24730"/>
                <a:gd name="connsiteX2" fmla="*/ 5714 w 21472"/>
                <a:gd name="connsiteY2" fmla="*/ 4439 h 24730"/>
                <a:gd name="connsiteX3" fmla="*/ 5714 w 21472"/>
                <a:gd name="connsiteY3" fmla="*/ 4439 h 24730"/>
                <a:gd name="connsiteX4" fmla="*/ 8280 w 21472"/>
                <a:gd name="connsiteY4" fmla="*/ 1291 h 24730"/>
                <a:gd name="connsiteX5" fmla="*/ 13061 w 21472"/>
                <a:gd name="connsiteY5" fmla="*/ 8 h 24730"/>
                <a:gd name="connsiteX6" fmla="*/ 17142 w 21472"/>
                <a:gd name="connsiteY6" fmla="*/ 824 h 24730"/>
                <a:gd name="connsiteX7" fmla="*/ 19824 w 21472"/>
                <a:gd name="connsiteY7" fmla="*/ 2923 h 24730"/>
                <a:gd name="connsiteX8" fmla="*/ 21340 w 21472"/>
                <a:gd name="connsiteY8" fmla="*/ 5955 h 24730"/>
                <a:gd name="connsiteX9" fmla="*/ 21340 w 21472"/>
                <a:gd name="connsiteY9" fmla="*/ 9454 h 24730"/>
                <a:gd name="connsiteX10" fmla="*/ 21340 w 21472"/>
                <a:gd name="connsiteY10" fmla="*/ 24730 h 24730"/>
                <a:gd name="connsiteX11" fmla="*/ 15510 w 21472"/>
                <a:gd name="connsiteY11" fmla="*/ 24730 h 24730"/>
                <a:gd name="connsiteX12" fmla="*/ 15510 w 21472"/>
                <a:gd name="connsiteY12" fmla="*/ 13069 h 24730"/>
                <a:gd name="connsiteX13" fmla="*/ 15510 w 21472"/>
                <a:gd name="connsiteY13" fmla="*/ 10853 h 24730"/>
                <a:gd name="connsiteX14" fmla="*/ 15510 w 21472"/>
                <a:gd name="connsiteY14" fmla="*/ 8521 h 24730"/>
                <a:gd name="connsiteX15" fmla="*/ 14227 w 21472"/>
                <a:gd name="connsiteY15" fmla="*/ 6772 h 24730"/>
                <a:gd name="connsiteX16" fmla="*/ 11778 w 21472"/>
                <a:gd name="connsiteY16" fmla="*/ 5955 h 24730"/>
                <a:gd name="connsiteX17" fmla="*/ 9212 w 21472"/>
                <a:gd name="connsiteY17" fmla="*/ 5955 h 24730"/>
                <a:gd name="connsiteX18" fmla="*/ 7580 w 21472"/>
                <a:gd name="connsiteY18" fmla="*/ 7238 h 24730"/>
                <a:gd name="connsiteX19" fmla="*/ 6530 w 21472"/>
                <a:gd name="connsiteY19" fmla="*/ 9220 h 24730"/>
                <a:gd name="connsiteX20" fmla="*/ 6530 w 21472"/>
                <a:gd name="connsiteY20" fmla="*/ 11553 h 24730"/>
                <a:gd name="connsiteX21" fmla="*/ 6530 w 21472"/>
                <a:gd name="connsiteY21" fmla="*/ 24730 h 24730"/>
                <a:gd name="connsiteX22" fmla="*/ 0 w 21472"/>
                <a:gd name="connsiteY22" fmla="*/ 24730 h 24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472" h="24730">
                  <a:moveTo>
                    <a:pt x="0" y="591"/>
                  </a:moveTo>
                  <a:lnTo>
                    <a:pt x="5714" y="591"/>
                  </a:lnTo>
                  <a:lnTo>
                    <a:pt x="5714" y="4439"/>
                  </a:lnTo>
                  <a:lnTo>
                    <a:pt x="5714" y="4439"/>
                  </a:lnTo>
                  <a:cubicBezTo>
                    <a:pt x="6328" y="3214"/>
                    <a:pt x="7204" y="2139"/>
                    <a:pt x="8280" y="1291"/>
                  </a:cubicBezTo>
                  <a:cubicBezTo>
                    <a:pt x="9705" y="386"/>
                    <a:pt x="11373" y="-62"/>
                    <a:pt x="13061" y="8"/>
                  </a:cubicBezTo>
                  <a:cubicBezTo>
                    <a:pt x="14467" y="-52"/>
                    <a:pt x="15867" y="228"/>
                    <a:pt x="17142" y="824"/>
                  </a:cubicBezTo>
                  <a:cubicBezTo>
                    <a:pt x="18195" y="1292"/>
                    <a:pt x="19117" y="2013"/>
                    <a:pt x="19824" y="2923"/>
                  </a:cubicBezTo>
                  <a:cubicBezTo>
                    <a:pt x="20579" y="3789"/>
                    <a:pt x="21101" y="4832"/>
                    <a:pt x="21340" y="5955"/>
                  </a:cubicBezTo>
                  <a:cubicBezTo>
                    <a:pt x="21516" y="7115"/>
                    <a:pt x="21516" y="8294"/>
                    <a:pt x="21340" y="9454"/>
                  </a:cubicBezTo>
                  <a:lnTo>
                    <a:pt x="21340" y="24730"/>
                  </a:lnTo>
                  <a:lnTo>
                    <a:pt x="15510" y="24730"/>
                  </a:lnTo>
                  <a:lnTo>
                    <a:pt x="15510" y="13069"/>
                  </a:lnTo>
                  <a:cubicBezTo>
                    <a:pt x="15510" y="12369"/>
                    <a:pt x="15510" y="11669"/>
                    <a:pt x="15510" y="10853"/>
                  </a:cubicBezTo>
                  <a:cubicBezTo>
                    <a:pt x="15630" y="10080"/>
                    <a:pt x="15630" y="9293"/>
                    <a:pt x="15510" y="8521"/>
                  </a:cubicBezTo>
                  <a:cubicBezTo>
                    <a:pt x="15259" y="7827"/>
                    <a:pt x="14813" y="7220"/>
                    <a:pt x="14227" y="6772"/>
                  </a:cubicBezTo>
                  <a:cubicBezTo>
                    <a:pt x="13557" y="6175"/>
                    <a:pt x="12672" y="5879"/>
                    <a:pt x="11778" y="5955"/>
                  </a:cubicBezTo>
                  <a:cubicBezTo>
                    <a:pt x="10934" y="5757"/>
                    <a:pt x="10056" y="5757"/>
                    <a:pt x="9212" y="5955"/>
                  </a:cubicBezTo>
                  <a:cubicBezTo>
                    <a:pt x="8555" y="6214"/>
                    <a:pt x="7987" y="6660"/>
                    <a:pt x="7580" y="7238"/>
                  </a:cubicBezTo>
                  <a:cubicBezTo>
                    <a:pt x="7118" y="7833"/>
                    <a:pt x="6763" y="8504"/>
                    <a:pt x="6530" y="9220"/>
                  </a:cubicBezTo>
                  <a:cubicBezTo>
                    <a:pt x="6467" y="9997"/>
                    <a:pt x="6467" y="10777"/>
                    <a:pt x="6530" y="11553"/>
                  </a:cubicBezTo>
                  <a:lnTo>
                    <a:pt x="6530" y="24730"/>
                  </a:lnTo>
                  <a:lnTo>
                    <a:pt x="0" y="24730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F95FB944-C9B0-F546-A0FC-83C66FCEA428}"/>
                </a:ext>
              </a:extLst>
            </p:cNvPr>
            <p:cNvSpPr/>
            <p:nvPr/>
          </p:nvSpPr>
          <p:spPr>
            <a:xfrm>
              <a:off x="9220144" y="1998525"/>
              <a:ext cx="7703" cy="35921"/>
            </a:xfrm>
            <a:custGeom>
              <a:avLst/>
              <a:gdLst>
                <a:gd name="connsiteX0" fmla="*/ 2 w 7703"/>
                <a:gd name="connsiteY0" fmla="*/ 3620 h 35921"/>
                <a:gd name="connsiteX1" fmla="*/ 1051 w 7703"/>
                <a:gd name="connsiteY1" fmla="*/ 1171 h 35921"/>
                <a:gd name="connsiteX2" fmla="*/ 3850 w 7703"/>
                <a:gd name="connsiteY2" fmla="*/ 5 h 35921"/>
                <a:gd name="connsiteX3" fmla="*/ 6532 w 7703"/>
                <a:gd name="connsiteY3" fmla="*/ 1054 h 35921"/>
                <a:gd name="connsiteX4" fmla="*/ 7698 w 7703"/>
                <a:gd name="connsiteY4" fmla="*/ 3620 h 35921"/>
                <a:gd name="connsiteX5" fmla="*/ 6532 w 7703"/>
                <a:gd name="connsiteY5" fmla="*/ 6186 h 35921"/>
                <a:gd name="connsiteX6" fmla="*/ 3850 w 7703"/>
                <a:gd name="connsiteY6" fmla="*/ 7235 h 35921"/>
                <a:gd name="connsiteX7" fmla="*/ 1051 w 7703"/>
                <a:gd name="connsiteY7" fmla="*/ 6186 h 35921"/>
                <a:gd name="connsiteX8" fmla="*/ 2 w 7703"/>
                <a:gd name="connsiteY8" fmla="*/ 3620 h 35921"/>
                <a:gd name="connsiteX9" fmla="*/ 818 w 7703"/>
                <a:gd name="connsiteY9" fmla="*/ 11783 h 35921"/>
                <a:gd name="connsiteX10" fmla="*/ 6882 w 7703"/>
                <a:gd name="connsiteY10" fmla="*/ 11783 h 35921"/>
                <a:gd name="connsiteX11" fmla="*/ 6882 w 7703"/>
                <a:gd name="connsiteY11" fmla="*/ 35922 h 35921"/>
                <a:gd name="connsiteX12" fmla="*/ 818 w 7703"/>
                <a:gd name="connsiteY12" fmla="*/ 35922 h 3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703" h="35921">
                  <a:moveTo>
                    <a:pt x="2" y="3620"/>
                  </a:moveTo>
                  <a:cubicBezTo>
                    <a:pt x="2" y="2694"/>
                    <a:pt x="381" y="1809"/>
                    <a:pt x="1051" y="1171"/>
                  </a:cubicBezTo>
                  <a:cubicBezTo>
                    <a:pt x="1759" y="377"/>
                    <a:pt x="2789" y="-52"/>
                    <a:pt x="3850" y="5"/>
                  </a:cubicBezTo>
                  <a:cubicBezTo>
                    <a:pt x="4849" y="-18"/>
                    <a:pt x="5815" y="360"/>
                    <a:pt x="6532" y="1054"/>
                  </a:cubicBezTo>
                  <a:cubicBezTo>
                    <a:pt x="7303" y="1678"/>
                    <a:pt x="7735" y="2629"/>
                    <a:pt x="7698" y="3620"/>
                  </a:cubicBezTo>
                  <a:cubicBezTo>
                    <a:pt x="7755" y="4615"/>
                    <a:pt x="7319" y="5574"/>
                    <a:pt x="6532" y="6186"/>
                  </a:cubicBezTo>
                  <a:cubicBezTo>
                    <a:pt x="5815" y="6880"/>
                    <a:pt x="4849" y="7258"/>
                    <a:pt x="3850" y="7235"/>
                  </a:cubicBezTo>
                  <a:cubicBezTo>
                    <a:pt x="2812" y="7290"/>
                    <a:pt x="1797" y="6910"/>
                    <a:pt x="1051" y="6186"/>
                  </a:cubicBezTo>
                  <a:cubicBezTo>
                    <a:pt x="351" y="5520"/>
                    <a:pt x="-31" y="4586"/>
                    <a:pt x="2" y="3620"/>
                  </a:cubicBezTo>
                  <a:close/>
                  <a:moveTo>
                    <a:pt x="818" y="11783"/>
                  </a:moveTo>
                  <a:lnTo>
                    <a:pt x="6882" y="11783"/>
                  </a:lnTo>
                  <a:lnTo>
                    <a:pt x="6882" y="35922"/>
                  </a:lnTo>
                  <a:lnTo>
                    <a:pt x="818" y="35922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12F7FCE3-53C3-E143-A63B-D0D274EA0965}"/>
                </a:ext>
              </a:extLst>
            </p:cNvPr>
            <p:cNvSpPr/>
            <p:nvPr/>
          </p:nvSpPr>
          <p:spPr>
            <a:xfrm>
              <a:off x="9231807" y="2009831"/>
              <a:ext cx="19717" cy="24154"/>
            </a:xfrm>
            <a:custGeom>
              <a:avLst/>
              <a:gdLst>
                <a:gd name="connsiteX0" fmla="*/ 14927 w 19717"/>
                <a:gd name="connsiteY0" fmla="*/ 7125 h 24154"/>
                <a:gd name="connsiteX1" fmla="*/ 10145 w 19717"/>
                <a:gd name="connsiteY1" fmla="*/ 4676 h 24154"/>
                <a:gd name="connsiteX2" fmla="*/ 7813 w 19717"/>
                <a:gd name="connsiteY2" fmla="*/ 4676 h 24154"/>
                <a:gd name="connsiteX3" fmla="*/ 6647 w 19717"/>
                <a:gd name="connsiteY3" fmla="*/ 6658 h 24154"/>
                <a:gd name="connsiteX4" fmla="*/ 7697 w 19717"/>
                <a:gd name="connsiteY4" fmla="*/ 8291 h 24154"/>
                <a:gd name="connsiteX5" fmla="*/ 10029 w 19717"/>
                <a:gd name="connsiteY5" fmla="*/ 9107 h 24154"/>
                <a:gd name="connsiteX6" fmla="*/ 13177 w 19717"/>
                <a:gd name="connsiteY6" fmla="*/ 9807 h 24154"/>
                <a:gd name="connsiteX7" fmla="*/ 16326 w 19717"/>
                <a:gd name="connsiteY7" fmla="*/ 10973 h 24154"/>
                <a:gd name="connsiteX8" fmla="*/ 18658 w 19717"/>
                <a:gd name="connsiteY8" fmla="*/ 13189 h 24154"/>
                <a:gd name="connsiteX9" fmla="*/ 19708 w 19717"/>
                <a:gd name="connsiteY9" fmla="*/ 16804 h 24154"/>
                <a:gd name="connsiteX10" fmla="*/ 18775 w 19717"/>
                <a:gd name="connsiteY10" fmla="*/ 20419 h 24154"/>
                <a:gd name="connsiteX11" fmla="*/ 16326 w 19717"/>
                <a:gd name="connsiteY11" fmla="*/ 22868 h 24154"/>
                <a:gd name="connsiteX12" fmla="*/ 13061 w 19717"/>
                <a:gd name="connsiteY12" fmla="*/ 24150 h 24154"/>
                <a:gd name="connsiteX13" fmla="*/ 9329 w 19717"/>
                <a:gd name="connsiteY13" fmla="*/ 24150 h 24154"/>
                <a:gd name="connsiteX14" fmla="*/ 4198 w 19717"/>
                <a:gd name="connsiteY14" fmla="*/ 23334 h 24154"/>
                <a:gd name="connsiteX15" fmla="*/ 0 w 19717"/>
                <a:gd name="connsiteY15" fmla="*/ 20535 h 24154"/>
                <a:gd name="connsiteX16" fmla="*/ 3965 w 19717"/>
                <a:gd name="connsiteY16" fmla="*/ 16687 h 24154"/>
                <a:gd name="connsiteX17" fmla="*/ 6414 w 19717"/>
                <a:gd name="connsiteY17" fmla="*/ 18903 h 24154"/>
                <a:gd name="connsiteX18" fmla="*/ 9679 w 19717"/>
                <a:gd name="connsiteY18" fmla="*/ 19719 h 24154"/>
                <a:gd name="connsiteX19" fmla="*/ 10962 w 19717"/>
                <a:gd name="connsiteY19" fmla="*/ 19719 h 24154"/>
                <a:gd name="connsiteX20" fmla="*/ 12361 w 19717"/>
                <a:gd name="connsiteY20" fmla="*/ 19719 h 24154"/>
                <a:gd name="connsiteX21" fmla="*/ 13294 w 19717"/>
                <a:gd name="connsiteY21" fmla="*/ 18903 h 24154"/>
                <a:gd name="connsiteX22" fmla="*/ 13294 w 19717"/>
                <a:gd name="connsiteY22" fmla="*/ 17620 h 24154"/>
                <a:gd name="connsiteX23" fmla="*/ 12361 w 19717"/>
                <a:gd name="connsiteY23" fmla="*/ 15754 h 24154"/>
                <a:gd name="connsiteX24" fmla="*/ 9912 w 19717"/>
                <a:gd name="connsiteY24" fmla="*/ 14821 h 24154"/>
                <a:gd name="connsiteX25" fmla="*/ 6880 w 19717"/>
                <a:gd name="connsiteY25" fmla="*/ 14122 h 24154"/>
                <a:gd name="connsiteX26" fmla="*/ 3732 w 19717"/>
                <a:gd name="connsiteY26" fmla="*/ 13072 h 24154"/>
                <a:gd name="connsiteX27" fmla="*/ 1283 w 19717"/>
                <a:gd name="connsiteY27" fmla="*/ 11090 h 24154"/>
                <a:gd name="connsiteX28" fmla="*/ 350 w 19717"/>
                <a:gd name="connsiteY28" fmla="*/ 7475 h 24154"/>
                <a:gd name="connsiteX29" fmla="*/ 3382 w 19717"/>
                <a:gd name="connsiteY29" fmla="*/ 1527 h 24154"/>
                <a:gd name="connsiteX30" fmla="*/ 6414 w 19717"/>
                <a:gd name="connsiteY30" fmla="*/ 128 h 24154"/>
                <a:gd name="connsiteX31" fmla="*/ 10029 w 19717"/>
                <a:gd name="connsiteY31" fmla="*/ 128 h 24154"/>
                <a:gd name="connsiteX32" fmla="*/ 14810 w 19717"/>
                <a:gd name="connsiteY32" fmla="*/ 944 h 24154"/>
                <a:gd name="connsiteX33" fmla="*/ 18542 w 19717"/>
                <a:gd name="connsiteY33" fmla="*/ 3743 h 24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717" h="24154">
                  <a:moveTo>
                    <a:pt x="14927" y="7125"/>
                  </a:moveTo>
                  <a:cubicBezTo>
                    <a:pt x="13854" y="5547"/>
                    <a:pt x="12052" y="4624"/>
                    <a:pt x="10145" y="4676"/>
                  </a:cubicBezTo>
                  <a:cubicBezTo>
                    <a:pt x="9375" y="4528"/>
                    <a:pt x="8583" y="4528"/>
                    <a:pt x="7813" y="4676"/>
                  </a:cubicBezTo>
                  <a:cubicBezTo>
                    <a:pt x="7085" y="5067"/>
                    <a:pt x="6635" y="5832"/>
                    <a:pt x="6647" y="6658"/>
                  </a:cubicBezTo>
                  <a:cubicBezTo>
                    <a:pt x="6635" y="7364"/>
                    <a:pt x="7049" y="8009"/>
                    <a:pt x="7697" y="8291"/>
                  </a:cubicBezTo>
                  <a:cubicBezTo>
                    <a:pt x="8433" y="8669"/>
                    <a:pt x="9217" y="8944"/>
                    <a:pt x="10029" y="9107"/>
                  </a:cubicBezTo>
                  <a:lnTo>
                    <a:pt x="13177" y="9807"/>
                  </a:lnTo>
                  <a:cubicBezTo>
                    <a:pt x="14258" y="10105"/>
                    <a:pt x="15311" y="10495"/>
                    <a:pt x="16326" y="10973"/>
                  </a:cubicBezTo>
                  <a:cubicBezTo>
                    <a:pt x="17262" y="11524"/>
                    <a:pt x="18060" y="12282"/>
                    <a:pt x="18658" y="13189"/>
                  </a:cubicBezTo>
                  <a:cubicBezTo>
                    <a:pt x="19415" y="14236"/>
                    <a:pt x="19786" y="15514"/>
                    <a:pt x="19708" y="16804"/>
                  </a:cubicBezTo>
                  <a:cubicBezTo>
                    <a:pt x="19748" y="18073"/>
                    <a:pt x="19425" y="19328"/>
                    <a:pt x="18775" y="20419"/>
                  </a:cubicBezTo>
                  <a:cubicBezTo>
                    <a:pt x="18143" y="21401"/>
                    <a:pt x="17308" y="22236"/>
                    <a:pt x="16326" y="22868"/>
                  </a:cubicBezTo>
                  <a:cubicBezTo>
                    <a:pt x="15321" y="23484"/>
                    <a:pt x="14216" y="23918"/>
                    <a:pt x="13061" y="24150"/>
                  </a:cubicBezTo>
                  <a:lnTo>
                    <a:pt x="9329" y="24150"/>
                  </a:lnTo>
                  <a:cubicBezTo>
                    <a:pt x="7583" y="24193"/>
                    <a:pt x="5844" y="23916"/>
                    <a:pt x="4198" y="23334"/>
                  </a:cubicBezTo>
                  <a:cubicBezTo>
                    <a:pt x="2545" y="22854"/>
                    <a:pt x="1079" y="21877"/>
                    <a:pt x="0" y="20535"/>
                  </a:cubicBezTo>
                  <a:lnTo>
                    <a:pt x="3965" y="16687"/>
                  </a:lnTo>
                  <a:cubicBezTo>
                    <a:pt x="4663" y="17546"/>
                    <a:pt x="5489" y="18294"/>
                    <a:pt x="6414" y="18903"/>
                  </a:cubicBezTo>
                  <a:cubicBezTo>
                    <a:pt x="7421" y="19432"/>
                    <a:pt x="8541" y="19712"/>
                    <a:pt x="9679" y="19719"/>
                  </a:cubicBezTo>
                  <a:lnTo>
                    <a:pt x="10962" y="19719"/>
                  </a:lnTo>
                  <a:cubicBezTo>
                    <a:pt x="11423" y="19820"/>
                    <a:pt x="11900" y="19820"/>
                    <a:pt x="12361" y="19719"/>
                  </a:cubicBezTo>
                  <a:cubicBezTo>
                    <a:pt x="12723" y="19512"/>
                    <a:pt x="13040" y="19234"/>
                    <a:pt x="13294" y="18903"/>
                  </a:cubicBezTo>
                  <a:cubicBezTo>
                    <a:pt x="13414" y="18484"/>
                    <a:pt x="13414" y="18039"/>
                    <a:pt x="13294" y="17620"/>
                  </a:cubicBezTo>
                  <a:cubicBezTo>
                    <a:pt x="13314" y="16881"/>
                    <a:pt x="12964" y="16182"/>
                    <a:pt x="12361" y="15754"/>
                  </a:cubicBezTo>
                  <a:cubicBezTo>
                    <a:pt x="11599" y="15315"/>
                    <a:pt x="10773" y="15000"/>
                    <a:pt x="9912" y="14821"/>
                  </a:cubicBezTo>
                  <a:lnTo>
                    <a:pt x="6880" y="14122"/>
                  </a:lnTo>
                  <a:cubicBezTo>
                    <a:pt x="5789" y="13913"/>
                    <a:pt x="4730" y="13561"/>
                    <a:pt x="3732" y="13072"/>
                  </a:cubicBezTo>
                  <a:cubicBezTo>
                    <a:pt x="2771" y="12613"/>
                    <a:pt x="1932" y="11934"/>
                    <a:pt x="1283" y="11090"/>
                  </a:cubicBezTo>
                  <a:cubicBezTo>
                    <a:pt x="633" y="9999"/>
                    <a:pt x="309" y="8744"/>
                    <a:pt x="350" y="7475"/>
                  </a:cubicBezTo>
                  <a:cubicBezTo>
                    <a:pt x="267" y="5102"/>
                    <a:pt x="1413" y="2854"/>
                    <a:pt x="3382" y="1527"/>
                  </a:cubicBezTo>
                  <a:cubicBezTo>
                    <a:pt x="4310" y="900"/>
                    <a:pt x="5334" y="428"/>
                    <a:pt x="6414" y="128"/>
                  </a:cubicBezTo>
                  <a:cubicBezTo>
                    <a:pt x="7613" y="-43"/>
                    <a:pt x="8830" y="-43"/>
                    <a:pt x="10029" y="128"/>
                  </a:cubicBezTo>
                  <a:cubicBezTo>
                    <a:pt x="11658" y="115"/>
                    <a:pt x="13277" y="391"/>
                    <a:pt x="14810" y="944"/>
                  </a:cubicBezTo>
                  <a:cubicBezTo>
                    <a:pt x="16300" y="1494"/>
                    <a:pt x="17596" y="2467"/>
                    <a:pt x="18542" y="3743"/>
                  </a:cubicBez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A5ACAD08-0489-914C-A650-C922E8B568B0}"/>
                </a:ext>
              </a:extLst>
            </p:cNvPr>
            <p:cNvSpPr/>
            <p:nvPr/>
          </p:nvSpPr>
          <p:spPr>
            <a:xfrm>
              <a:off x="9253264" y="2003428"/>
              <a:ext cx="17608" cy="31878"/>
            </a:xfrm>
            <a:custGeom>
              <a:avLst/>
              <a:gdLst>
                <a:gd name="connsiteX0" fmla="*/ 0 w 17608"/>
                <a:gd name="connsiteY0" fmla="*/ 12011 h 31878"/>
                <a:gd name="connsiteX1" fmla="*/ 0 w 17608"/>
                <a:gd name="connsiteY1" fmla="*/ 6880 h 31878"/>
                <a:gd name="connsiteX2" fmla="*/ 5014 w 17608"/>
                <a:gd name="connsiteY2" fmla="*/ 6880 h 31878"/>
                <a:gd name="connsiteX3" fmla="*/ 5014 w 17608"/>
                <a:gd name="connsiteY3" fmla="*/ 0 h 31878"/>
                <a:gd name="connsiteX4" fmla="*/ 10962 w 17608"/>
                <a:gd name="connsiteY4" fmla="*/ 0 h 31878"/>
                <a:gd name="connsiteX5" fmla="*/ 10962 w 17608"/>
                <a:gd name="connsiteY5" fmla="*/ 6880 h 31878"/>
                <a:gd name="connsiteX6" fmla="*/ 17609 w 17608"/>
                <a:gd name="connsiteY6" fmla="*/ 6880 h 31878"/>
                <a:gd name="connsiteX7" fmla="*/ 17609 w 17608"/>
                <a:gd name="connsiteY7" fmla="*/ 12011 h 31878"/>
                <a:gd name="connsiteX8" fmla="*/ 10962 w 17608"/>
                <a:gd name="connsiteY8" fmla="*/ 12011 h 31878"/>
                <a:gd name="connsiteX9" fmla="*/ 10962 w 17608"/>
                <a:gd name="connsiteY9" fmla="*/ 22506 h 31878"/>
                <a:gd name="connsiteX10" fmla="*/ 11661 w 17608"/>
                <a:gd name="connsiteY10" fmla="*/ 25422 h 31878"/>
                <a:gd name="connsiteX11" fmla="*/ 14343 w 17608"/>
                <a:gd name="connsiteY11" fmla="*/ 26471 h 31878"/>
                <a:gd name="connsiteX12" fmla="*/ 16093 w 17608"/>
                <a:gd name="connsiteY12" fmla="*/ 26471 h 31878"/>
                <a:gd name="connsiteX13" fmla="*/ 17609 w 17608"/>
                <a:gd name="connsiteY13" fmla="*/ 26471 h 31878"/>
                <a:gd name="connsiteX14" fmla="*/ 17609 w 17608"/>
                <a:gd name="connsiteY14" fmla="*/ 31019 h 31878"/>
                <a:gd name="connsiteX15" fmla="*/ 15276 w 17608"/>
                <a:gd name="connsiteY15" fmla="*/ 31719 h 31878"/>
                <a:gd name="connsiteX16" fmla="*/ 12711 w 17608"/>
                <a:gd name="connsiteY16" fmla="*/ 31719 h 31878"/>
                <a:gd name="connsiteX17" fmla="*/ 8863 w 17608"/>
                <a:gd name="connsiteY17" fmla="*/ 31719 h 31878"/>
                <a:gd name="connsiteX18" fmla="*/ 6414 w 17608"/>
                <a:gd name="connsiteY18" fmla="*/ 30086 h 31878"/>
                <a:gd name="connsiteX19" fmla="*/ 5248 w 17608"/>
                <a:gd name="connsiteY19" fmla="*/ 27404 h 31878"/>
                <a:gd name="connsiteX20" fmla="*/ 5248 w 17608"/>
                <a:gd name="connsiteY20" fmla="*/ 23673 h 31878"/>
                <a:gd name="connsiteX21" fmla="*/ 5248 w 17608"/>
                <a:gd name="connsiteY21" fmla="*/ 12711 h 31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608" h="31878">
                  <a:moveTo>
                    <a:pt x="0" y="12011"/>
                  </a:moveTo>
                  <a:lnTo>
                    <a:pt x="0" y="6880"/>
                  </a:lnTo>
                  <a:lnTo>
                    <a:pt x="5014" y="6880"/>
                  </a:lnTo>
                  <a:lnTo>
                    <a:pt x="5014" y="0"/>
                  </a:lnTo>
                  <a:lnTo>
                    <a:pt x="10962" y="0"/>
                  </a:lnTo>
                  <a:lnTo>
                    <a:pt x="10962" y="6880"/>
                  </a:lnTo>
                  <a:lnTo>
                    <a:pt x="17609" y="6880"/>
                  </a:lnTo>
                  <a:lnTo>
                    <a:pt x="17609" y="12011"/>
                  </a:lnTo>
                  <a:lnTo>
                    <a:pt x="10962" y="12011"/>
                  </a:lnTo>
                  <a:lnTo>
                    <a:pt x="10962" y="22506"/>
                  </a:lnTo>
                  <a:cubicBezTo>
                    <a:pt x="10913" y="23525"/>
                    <a:pt x="11156" y="24536"/>
                    <a:pt x="11661" y="25422"/>
                  </a:cubicBezTo>
                  <a:cubicBezTo>
                    <a:pt x="12322" y="26201"/>
                    <a:pt x="13330" y="26596"/>
                    <a:pt x="14343" y="26471"/>
                  </a:cubicBezTo>
                  <a:lnTo>
                    <a:pt x="16093" y="26471"/>
                  </a:lnTo>
                  <a:cubicBezTo>
                    <a:pt x="16593" y="26575"/>
                    <a:pt x="17109" y="26575"/>
                    <a:pt x="17609" y="26471"/>
                  </a:cubicBezTo>
                  <a:lnTo>
                    <a:pt x="17609" y="31019"/>
                  </a:lnTo>
                  <a:cubicBezTo>
                    <a:pt x="16887" y="31408"/>
                    <a:pt x="16093" y="31646"/>
                    <a:pt x="15276" y="31719"/>
                  </a:cubicBezTo>
                  <a:lnTo>
                    <a:pt x="12711" y="31719"/>
                  </a:lnTo>
                  <a:cubicBezTo>
                    <a:pt x="11437" y="31932"/>
                    <a:pt x="10137" y="31932"/>
                    <a:pt x="8863" y="31719"/>
                  </a:cubicBezTo>
                  <a:cubicBezTo>
                    <a:pt x="7910" y="31414"/>
                    <a:pt x="7062" y="30848"/>
                    <a:pt x="6414" y="30086"/>
                  </a:cubicBezTo>
                  <a:cubicBezTo>
                    <a:pt x="5820" y="29296"/>
                    <a:pt x="5420" y="28377"/>
                    <a:pt x="5248" y="27404"/>
                  </a:cubicBezTo>
                  <a:cubicBezTo>
                    <a:pt x="5115" y="26164"/>
                    <a:pt x="5115" y="24913"/>
                    <a:pt x="5248" y="23673"/>
                  </a:cubicBezTo>
                  <a:lnTo>
                    <a:pt x="5248" y="12711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7044C3F4-2306-0A43-963B-16480DBEE846}"/>
                </a:ext>
              </a:extLst>
            </p:cNvPr>
            <p:cNvSpPr/>
            <p:nvPr/>
          </p:nvSpPr>
          <p:spPr>
            <a:xfrm>
              <a:off x="9275537" y="2009722"/>
              <a:ext cx="15276" cy="24725"/>
            </a:xfrm>
            <a:custGeom>
              <a:avLst/>
              <a:gdLst>
                <a:gd name="connsiteX0" fmla="*/ 0 w 15276"/>
                <a:gd name="connsiteY0" fmla="*/ 587 h 24725"/>
                <a:gd name="connsiteX1" fmla="*/ 6064 w 15276"/>
                <a:gd name="connsiteY1" fmla="*/ 587 h 24725"/>
                <a:gd name="connsiteX2" fmla="*/ 6064 w 15276"/>
                <a:gd name="connsiteY2" fmla="*/ 4435 h 24725"/>
                <a:gd name="connsiteX3" fmla="*/ 6064 w 15276"/>
                <a:gd name="connsiteY3" fmla="*/ 4435 h 24725"/>
                <a:gd name="connsiteX4" fmla="*/ 8863 w 15276"/>
                <a:gd name="connsiteY4" fmla="*/ 1170 h 24725"/>
                <a:gd name="connsiteX5" fmla="*/ 13177 w 15276"/>
                <a:gd name="connsiteY5" fmla="*/ 4 h 24725"/>
                <a:gd name="connsiteX6" fmla="*/ 14227 w 15276"/>
                <a:gd name="connsiteY6" fmla="*/ 4 h 24725"/>
                <a:gd name="connsiteX7" fmla="*/ 15276 w 15276"/>
                <a:gd name="connsiteY7" fmla="*/ 4 h 24725"/>
                <a:gd name="connsiteX8" fmla="*/ 15276 w 15276"/>
                <a:gd name="connsiteY8" fmla="*/ 5834 h 24725"/>
                <a:gd name="connsiteX9" fmla="*/ 13760 w 15276"/>
                <a:gd name="connsiteY9" fmla="*/ 5834 h 24725"/>
                <a:gd name="connsiteX10" fmla="*/ 12361 w 15276"/>
                <a:gd name="connsiteY10" fmla="*/ 5834 h 24725"/>
                <a:gd name="connsiteX11" fmla="*/ 8979 w 15276"/>
                <a:gd name="connsiteY11" fmla="*/ 6651 h 24725"/>
                <a:gd name="connsiteX12" fmla="*/ 7113 w 15276"/>
                <a:gd name="connsiteY12" fmla="*/ 8400 h 24725"/>
                <a:gd name="connsiteX13" fmla="*/ 6181 w 15276"/>
                <a:gd name="connsiteY13" fmla="*/ 10382 h 24725"/>
                <a:gd name="connsiteX14" fmla="*/ 6181 w 15276"/>
                <a:gd name="connsiteY14" fmla="*/ 11898 h 24725"/>
                <a:gd name="connsiteX15" fmla="*/ 6181 w 15276"/>
                <a:gd name="connsiteY15" fmla="*/ 24726 h 24725"/>
                <a:gd name="connsiteX16" fmla="*/ 117 w 15276"/>
                <a:gd name="connsiteY16" fmla="*/ 24726 h 2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276" h="24725">
                  <a:moveTo>
                    <a:pt x="0" y="587"/>
                  </a:moveTo>
                  <a:lnTo>
                    <a:pt x="6064" y="587"/>
                  </a:lnTo>
                  <a:lnTo>
                    <a:pt x="6064" y="4435"/>
                  </a:lnTo>
                  <a:lnTo>
                    <a:pt x="6064" y="4435"/>
                  </a:lnTo>
                  <a:cubicBezTo>
                    <a:pt x="6668" y="3103"/>
                    <a:pt x="7638" y="1970"/>
                    <a:pt x="8863" y="1170"/>
                  </a:cubicBezTo>
                  <a:cubicBezTo>
                    <a:pt x="10154" y="363"/>
                    <a:pt x="11655" y="-43"/>
                    <a:pt x="13177" y="4"/>
                  </a:cubicBezTo>
                  <a:lnTo>
                    <a:pt x="14227" y="4"/>
                  </a:lnTo>
                  <a:lnTo>
                    <a:pt x="15276" y="4"/>
                  </a:lnTo>
                  <a:lnTo>
                    <a:pt x="15276" y="5834"/>
                  </a:lnTo>
                  <a:lnTo>
                    <a:pt x="13760" y="5834"/>
                  </a:lnTo>
                  <a:lnTo>
                    <a:pt x="12361" y="5834"/>
                  </a:lnTo>
                  <a:cubicBezTo>
                    <a:pt x="11178" y="5770"/>
                    <a:pt x="10003" y="6054"/>
                    <a:pt x="8979" y="6651"/>
                  </a:cubicBezTo>
                  <a:cubicBezTo>
                    <a:pt x="8203" y="7043"/>
                    <a:pt x="7555" y="7650"/>
                    <a:pt x="7113" y="8400"/>
                  </a:cubicBezTo>
                  <a:cubicBezTo>
                    <a:pt x="6663" y="8986"/>
                    <a:pt x="6345" y="9662"/>
                    <a:pt x="6181" y="10382"/>
                  </a:cubicBezTo>
                  <a:cubicBezTo>
                    <a:pt x="6149" y="10887"/>
                    <a:pt x="6149" y="11393"/>
                    <a:pt x="6181" y="11898"/>
                  </a:cubicBezTo>
                  <a:lnTo>
                    <a:pt x="6181" y="24726"/>
                  </a:lnTo>
                  <a:lnTo>
                    <a:pt x="117" y="24726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EA23A762-B57B-224A-8EBD-4FA8A285A440}"/>
                </a:ext>
              </a:extLst>
            </p:cNvPr>
            <p:cNvSpPr/>
            <p:nvPr/>
          </p:nvSpPr>
          <p:spPr>
            <a:xfrm>
              <a:off x="9291747" y="2010308"/>
              <a:ext cx="25771" cy="35934"/>
            </a:xfrm>
            <a:custGeom>
              <a:avLst/>
              <a:gdLst>
                <a:gd name="connsiteX0" fmla="*/ 0 w 25771"/>
                <a:gd name="connsiteY0" fmla="*/ 0 h 35934"/>
                <a:gd name="connsiteX1" fmla="*/ 6647 w 25771"/>
                <a:gd name="connsiteY1" fmla="*/ 0 h 35934"/>
                <a:gd name="connsiteX2" fmla="*/ 13411 w 25771"/>
                <a:gd name="connsiteY2" fmla="*/ 16676 h 35934"/>
                <a:gd name="connsiteX3" fmla="*/ 13411 w 25771"/>
                <a:gd name="connsiteY3" fmla="*/ 16676 h 35934"/>
                <a:gd name="connsiteX4" fmla="*/ 19474 w 25771"/>
                <a:gd name="connsiteY4" fmla="*/ 0 h 35934"/>
                <a:gd name="connsiteX5" fmla="*/ 25772 w 25771"/>
                <a:gd name="connsiteY5" fmla="*/ 0 h 35934"/>
                <a:gd name="connsiteX6" fmla="*/ 14110 w 25771"/>
                <a:gd name="connsiteY6" fmla="*/ 29153 h 35934"/>
                <a:gd name="connsiteX7" fmla="*/ 12711 w 25771"/>
                <a:gd name="connsiteY7" fmla="*/ 32185 h 35934"/>
                <a:gd name="connsiteX8" fmla="*/ 10845 w 25771"/>
                <a:gd name="connsiteY8" fmla="*/ 34284 h 35934"/>
                <a:gd name="connsiteX9" fmla="*/ 9212 w 25771"/>
                <a:gd name="connsiteY9" fmla="*/ 35800 h 35934"/>
                <a:gd name="connsiteX10" fmla="*/ 5831 w 25771"/>
                <a:gd name="connsiteY10" fmla="*/ 35800 h 35934"/>
                <a:gd name="connsiteX11" fmla="*/ 1166 w 25771"/>
                <a:gd name="connsiteY11" fmla="*/ 35800 h 35934"/>
                <a:gd name="connsiteX12" fmla="*/ 1982 w 25771"/>
                <a:gd name="connsiteY12" fmla="*/ 30436 h 35934"/>
                <a:gd name="connsiteX13" fmla="*/ 3382 w 25771"/>
                <a:gd name="connsiteY13" fmla="*/ 30436 h 35934"/>
                <a:gd name="connsiteX14" fmla="*/ 5014 w 25771"/>
                <a:gd name="connsiteY14" fmla="*/ 30436 h 35934"/>
                <a:gd name="connsiteX15" fmla="*/ 6880 w 25771"/>
                <a:gd name="connsiteY15" fmla="*/ 30436 h 35934"/>
                <a:gd name="connsiteX16" fmla="*/ 8163 w 25771"/>
                <a:gd name="connsiteY16" fmla="*/ 29853 h 35934"/>
                <a:gd name="connsiteX17" fmla="*/ 8979 w 25771"/>
                <a:gd name="connsiteY17" fmla="*/ 28687 h 35934"/>
                <a:gd name="connsiteX18" fmla="*/ 9796 w 25771"/>
                <a:gd name="connsiteY18" fmla="*/ 27054 h 35934"/>
                <a:gd name="connsiteX19" fmla="*/ 10845 w 25771"/>
                <a:gd name="connsiteY19" fmla="*/ 24256 h 35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5771" h="35934">
                  <a:moveTo>
                    <a:pt x="0" y="0"/>
                  </a:moveTo>
                  <a:lnTo>
                    <a:pt x="6647" y="0"/>
                  </a:lnTo>
                  <a:lnTo>
                    <a:pt x="13411" y="16676"/>
                  </a:lnTo>
                  <a:lnTo>
                    <a:pt x="13411" y="16676"/>
                  </a:lnTo>
                  <a:lnTo>
                    <a:pt x="19474" y="0"/>
                  </a:lnTo>
                  <a:lnTo>
                    <a:pt x="25772" y="0"/>
                  </a:lnTo>
                  <a:lnTo>
                    <a:pt x="14110" y="29153"/>
                  </a:lnTo>
                  <a:cubicBezTo>
                    <a:pt x="13711" y="30194"/>
                    <a:pt x="13244" y="31207"/>
                    <a:pt x="12711" y="32185"/>
                  </a:cubicBezTo>
                  <a:cubicBezTo>
                    <a:pt x="12183" y="32963"/>
                    <a:pt x="11555" y="33669"/>
                    <a:pt x="10845" y="34284"/>
                  </a:cubicBezTo>
                  <a:cubicBezTo>
                    <a:pt x="10371" y="34860"/>
                    <a:pt x="9822" y="35370"/>
                    <a:pt x="9212" y="35800"/>
                  </a:cubicBezTo>
                  <a:cubicBezTo>
                    <a:pt x="8089" y="35934"/>
                    <a:pt x="6954" y="35934"/>
                    <a:pt x="5831" y="35800"/>
                  </a:cubicBezTo>
                  <a:cubicBezTo>
                    <a:pt x="4281" y="35979"/>
                    <a:pt x="2716" y="35979"/>
                    <a:pt x="1166" y="35800"/>
                  </a:cubicBezTo>
                  <a:lnTo>
                    <a:pt x="1982" y="30436"/>
                  </a:lnTo>
                  <a:lnTo>
                    <a:pt x="3382" y="30436"/>
                  </a:lnTo>
                  <a:lnTo>
                    <a:pt x="5014" y="30436"/>
                  </a:lnTo>
                  <a:lnTo>
                    <a:pt x="6880" y="30436"/>
                  </a:lnTo>
                  <a:lnTo>
                    <a:pt x="8163" y="29853"/>
                  </a:lnTo>
                  <a:cubicBezTo>
                    <a:pt x="8499" y="29514"/>
                    <a:pt x="8776" y="29119"/>
                    <a:pt x="8979" y="28687"/>
                  </a:cubicBezTo>
                  <a:lnTo>
                    <a:pt x="9796" y="27054"/>
                  </a:lnTo>
                  <a:lnTo>
                    <a:pt x="10845" y="24256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AA5816C2-82F4-7E4F-A98F-CA9EF2E26876}"/>
                </a:ext>
              </a:extLst>
            </p:cNvPr>
            <p:cNvSpPr/>
            <p:nvPr/>
          </p:nvSpPr>
          <p:spPr>
            <a:xfrm>
              <a:off x="9334657" y="2010192"/>
              <a:ext cx="26125" cy="24552"/>
            </a:xfrm>
            <a:custGeom>
              <a:avLst/>
              <a:gdLst>
                <a:gd name="connsiteX0" fmla="*/ 4 w 26125"/>
                <a:gd name="connsiteY0" fmla="*/ 12594 h 24552"/>
                <a:gd name="connsiteX1" fmla="*/ 1053 w 26125"/>
                <a:gd name="connsiteY1" fmla="*/ 7463 h 24552"/>
                <a:gd name="connsiteX2" fmla="*/ 3735 w 26125"/>
                <a:gd name="connsiteY2" fmla="*/ 3498 h 24552"/>
                <a:gd name="connsiteX3" fmla="*/ 7933 w 26125"/>
                <a:gd name="connsiteY3" fmla="*/ 933 h 24552"/>
                <a:gd name="connsiteX4" fmla="*/ 13064 w 26125"/>
                <a:gd name="connsiteY4" fmla="*/ 0 h 24552"/>
                <a:gd name="connsiteX5" fmla="*/ 18079 w 26125"/>
                <a:gd name="connsiteY5" fmla="*/ 933 h 24552"/>
                <a:gd name="connsiteX6" fmla="*/ 22277 w 26125"/>
                <a:gd name="connsiteY6" fmla="*/ 3498 h 24552"/>
                <a:gd name="connsiteX7" fmla="*/ 26125 w 26125"/>
                <a:gd name="connsiteY7" fmla="*/ 12594 h 24552"/>
                <a:gd name="connsiteX8" fmla="*/ 25076 w 26125"/>
                <a:gd name="connsiteY8" fmla="*/ 17842 h 24552"/>
                <a:gd name="connsiteX9" fmla="*/ 22277 w 26125"/>
                <a:gd name="connsiteY9" fmla="*/ 21807 h 24552"/>
                <a:gd name="connsiteX10" fmla="*/ 18079 w 26125"/>
                <a:gd name="connsiteY10" fmla="*/ 24372 h 24552"/>
                <a:gd name="connsiteX11" fmla="*/ 12948 w 26125"/>
                <a:gd name="connsiteY11" fmla="*/ 24256 h 24552"/>
                <a:gd name="connsiteX12" fmla="*/ 7817 w 26125"/>
                <a:gd name="connsiteY12" fmla="*/ 23439 h 24552"/>
                <a:gd name="connsiteX13" fmla="*/ 3619 w 26125"/>
                <a:gd name="connsiteY13" fmla="*/ 20874 h 24552"/>
                <a:gd name="connsiteX14" fmla="*/ 936 w 26125"/>
                <a:gd name="connsiteY14" fmla="*/ 16909 h 24552"/>
                <a:gd name="connsiteX15" fmla="*/ 4 w 26125"/>
                <a:gd name="connsiteY15" fmla="*/ 12594 h 24552"/>
                <a:gd name="connsiteX16" fmla="*/ 5951 w 26125"/>
                <a:gd name="connsiteY16" fmla="*/ 12594 h 24552"/>
                <a:gd name="connsiteX17" fmla="*/ 5951 w 26125"/>
                <a:gd name="connsiteY17" fmla="*/ 15276 h 24552"/>
                <a:gd name="connsiteX18" fmla="*/ 7350 w 26125"/>
                <a:gd name="connsiteY18" fmla="*/ 17609 h 24552"/>
                <a:gd name="connsiteX19" fmla="*/ 9566 w 26125"/>
                <a:gd name="connsiteY19" fmla="*/ 19241 h 24552"/>
                <a:gd name="connsiteX20" fmla="*/ 12598 w 26125"/>
                <a:gd name="connsiteY20" fmla="*/ 19241 h 24552"/>
                <a:gd name="connsiteX21" fmla="*/ 15513 w 26125"/>
                <a:gd name="connsiteY21" fmla="*/ 19241 h 24552"/>
                <a:gd name="connsiteX22" fmla="*/ 19128 w 26125"/>
                <a:gd name="connsiteY22" fmla="*/ 15276 h 24552"/>
                <a:gd name="connsiteX23" fmla="*/ 19128 w 26125"/>
                <a:gd name="connsiteY23" fmla="*/ 9912 h 24552"/>
                <a:gd name="connsiteX24" fmla="*/ 17729 w 26125"/>
                <a:gd name="connsiteY24" fmla="*/ 7580 h 24552"/>
                <a:gd name="connsiteX25" fmla="*/ 15513 w 26125"/>
                <a:gd name="connsiteY25" fmla="*/ 6064 h 24552"/>
                <a:gd name="connsiteX26" fmla="*/ 12598 w 26125"/>
                <a:gd name="connsiteY26" fmla="*/ 5364 h 24552"/>
                <a:gd name="connsiteX27" fmla="*/ 9566 w 26125"/>
                <a:gd name="connsiteY27" fmla="*/ 6064 h 24552"/>
                <a:gd name="connsiteX28" fmla="*/ 7350 w 26125"/>
                <a:gd name="connsiteY28" fmla="*/ 7580 h 24552"/>
                <a:gd name="connsiteX29" fmla="*/ 5951 w 26125"/>
                <a:gd name="connsiteY29" fmla="*/ 9912 h 24552"/>
                <a:gd name="connsiteX30" fmla="*/ 5951 w 26125"/>
                <a:gd name="connsiteY30" fmla="*/ 12594 h 24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125" h="24552">
                  <a:moveTo>
                    <a:pt x="4" y="12594"/>
                  </a:moveTo>
                  <a:cubicBezTo>
                    <a:pt x="-40" y="10826"/>
                    <a:pt x="319" y="9072"/>
                    <a:pt x="1053" y="7463"/>
                  </a:cubicBezTo>
                  <a:cubicBezTo>
                    <a:pt x="1626" y="5951"/>
                    <a:pt x="2544" y="4593"/>
                    <a:pt x="3735" y="3498"/>
                  </a:cubicBezTo>
                  <a:cubicBezTo>
                    <a:pt x="4936" y="2354"/>
                    <a:pt x="6367" y="1480"/>
                    <a:pt x="7933" y="933"/>
                  </a:cubicBezTo>
                  <a:cubicBezTo>
                    <a:pt x="9575" y="321"/>
                    <a:pt x="11312" y="5"/>
                    <a:pt x="13064" y="0"/>
                  </a:cubicBezTo>
                  <a:cubicBezTo>
                    <a:pt x="14778" y="6"/>
                    <a:pt x="16477" y="322"/>
                    <a:pt x="18079" y="933"/>
                  </a:cubicBezTo>
                  <a:cubicBezTo>
                    <a:pt x="19645" y="1480"/>
                    <a:pt x="21076" y="2354"/>
                    <a:pt x="22277" y="3498"/>
                  </a:cubicBezTo>
                  <a:cubicBezTo>
                    <a:pt x="24768" y="5864"/>
                    <a:pt x="26162" y="9159"/>
                    <a:pt x="26125" y="12594"/>
                  </a:cubicBezTo>
                  <a:cubicBezTo>
                    <a:pt x="26138" y="14397"/>
                    <a:pt x="25781" y="16183"/>
                    <a:pt x="25076" y="17842"/>
                  </a:cubicBezTo>
                  <a:cubicBezTo>
                    <a:pt x="24389" y="19321"/>
                    <a:pt x="23441" y="20665"/>
                    <a:pt x="22277" y="21807"/>
                  </a:cubicBezTo>
                  <a:cubicBezTo>
                    <a:pt x="21029" y="22888"/>
                    <a:pt x="19610" y="23755"/>
                    <a:pt x="18079" y="24372"/>
                  </a:cubicBezTo>
                  <a:cubicBezTo>
                    <a:pt x="16376" y="24647"/>
                    <a:pt x="14637" y="24608"/>
                    <a:pt x="12948" y="24256"/>
                  </a:cubicBezTo>
                  <a:cubicBezTo>
                    <a:pt x="11203" y="24288"/>
                    <a:pt x="9466" y="24012"/>
                    <a:pt x="7817" y="23439"/>
                  </a:cubicBezTo>
                  <a:cubicBezTo>
                    <a:pt x="6285" y="22822"/>
                    <a:pt x="4866" y="21955"/>
                    <a:pt x="3619" y="20874"/>
                  </a:cubicBezTo>
                  <a:cubicBezTo>
                    <a:pt x="2460" y="19752"/>
                    <a:pt x="1547" y="18402"/>
                    <a:pt x="936" y="16909"/>
                  </a:cubicBezTo>
                  <a:cubicBezTo>
                    <a:pt x="385" y="15533"/>
                    <a:pt x="70" y="14075"/>
                    <a:pt x="4" y="12594"/>
                  </a:cubicBezTo>
                  <a:close/>
                  <a:moveTo>
                    <a:pt x="5951" y="12594"/>
                  </a:moveTo>
                  <a:cubicBezTo>
                    <a:pt x="5829" y="13484"/>
                    <a:pt x="5829" y="14387"/>
                    <a:pt x="5951" y="15276"/>
                  </a:cubicBezTo>
                  <a:cubicBezTo>
                    <a:pt x="6277" y="16130"/>
                    <a:pt x="6751" y="16919"/>
                    <a:pt x="7350" y="17609"/>
                  </a:cubicBezTo>
                  <a:cubicBezTo>
                    <a:pt x="8009" y="18253"/>
                    <a:pt x="8755" y="18803"/>
                    <a:pt x="9566" y="19241"/>
                  </a:cubicBezTo>
                  <a:cubicBezTo>
                    <a:pt x="10568" y="19428"/>
                    <a:pt x="11596" y="19428"/>
                    <a:pt x="12598" y="19241"/>
                  </a:cubicBezTo>
                  <a:cubicBezTo>
                    <a:pt x="13561" y="19427"/>
                    <a:pt x="14550" y="19427"/>
                    <a:pt x="15513" y="19241"/>
                  </a:cubicBezTo>
                  <a:cubicBezTo>
                    <a:pt x="17197" y="18453"/>
                    <a:pt x="18498" y="17026"/>
                    <a:pt x="19128" y="15276"/>
                  </a:cubicBezTo>
                  <a:cubicBezTo>
                    <a:pt x="19751" y="13543"/>
                    <a:pt x="19751" y="11646"/>
                    <a:pt x="19128" y="9912"/>
                  </a:cubicBezTo>
                  <a:cubicBezTo>
                    <a:pt x="18775" y="9072"/>
                    <a:pt x="18304" y="8287"/>
                    <a:pt x="17729" y="7580"/>
                  </a:cubicBezTo>
                  <a:cubicBezTo>
                    <a:pt x="17088" y="6945"/>
                    <a:pt x="16337" y="6431"/>
                    <a:pt x="15513" y="6064"/>
                  </a:cubicBezTo>
                  <a:cubicBezTo>
                    <a:pt x="14617" y="5586"/>
                    <a:pt x="13613" y="5345"/>
                    <a:pt x="12598" y="5364"/>
                  </a:cubicBezTo>
                  <a:cubicBezTo>
                    <a:pt x="11545" y="5345"/>
                    <a:pt x="10504" y="5585"/>
                    <a:pt x="9566" y="6064"/>
                  </a:cubicBezTo>
                  <a:cubicBezTo>
                    <a:pt x="8758" y="6460"/>
                    <a:pt x="8012" y="6971"/>
                    <a:pt x="7350" y="7580"/>
                  </a:cubicBezTo>
                  <a:cubicBezTo>
                    <a:pt x="6775" y="8287"/>
                    <a:pt x="6304" y="9072"/>
                    <a:pt x="5951" y="9912"/>
                  </a:cubicBezTo>
                  <a:cubicBezTo>
                    <a:pt x="5829" y="10802"/>
                    <a:pt x="5829" y="11704"/>
                    <a:pt x="5951" y="12594"/>
                  </a:cubicBez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B82CB268-FAFE-8A41-83FB-25DA16FEAE79}"/>
                </a:ext>
              </a:extLst>
            </p:cNvPr>
            <p:cNvSpPr/>
            <p:nvPr/>
          </p:nvSpPr>
          <p:spPr>
            <a:xfrm>
              <a:off x="9363581" y="1995871"/>
              <a:ext cx="17375" cy="38576"/>
            </a:xfrm>
            <a:custGeom>
              <a:avLst/>
              <a:gdLst>
                <a:gd name="connsiteX0" fmla="*/ 4898 w 17375"/>
                <a:gd name="connsiteY0" fmla="*/ 19569 h 38576"/>
                <a:gd name="connsiteX1" fmla="*/ 0 w 17375"/>
                <a:gd name="connsiteY1" fmla="*/ 19569 h 38576"/>
                <a:gd name="connsiteX2" fmla="*/ 0 w 17375"/>
                <a:gd name="connsiteY2" fmla="*/ 14438 h 38576"/>
                <a:gd name="connsiteX3" fmla="*/ 4898 w 17375"/>
                <a:gd name="connsiteY3" fmla="*/ 14438 h 38576"/>
                <a:gd name="connsiteX4" fmla="*/ 4898 w 17375"/>
                <a:gd name="connsiteY4" fmla="*/ 11056 h 38576"/>
                <a:gd name="connsiteX5" fmla="*/ 4898 w 17375"/>
                <a:gd name="connsiteY5" fmla="*/ 6508 h 38576"/>
                <a:gd name="connsiteX6" fmla="*/ 6297 w 17375"/>
                <a:gd name="connsiteY6" fmla="*/ 3009 h 38576"/>
                <a:gd name="connsiteX7" fmla="*/ 8979 w 17375"/>
                <a:gd name="connsiteY7" fmla="*/ 794 h 38576"/>
                <a:gd name="connsiteX8" fmla="*/ 13527 w 17375"/>
                <a:gd name="connsiteY8" fmla="*/ 94 h 38576"/>
                <a:gd name="connsiteX9" fmla="*/ 17375 w 17375"/>
                <a:gd name="connsiteY9" fmla="*/ 94 h 38576"/>
                <a:gd name="connsiteX10" fmla="*/ 17375 w 17375"/>
                <a:gd name="connsiteY10" fmla="*/ 5109 h 38576"/>
                <a:gd name="connsiteX11" fmla="*/ 16093 w 17375"/>
                <a:gd name="connsiteY11" fmla="*/ 5109 h 38576"/>
                <a:gd name="connsiteX12" fmla="*/ 14927 w 17375"/>
                <a:gd name="connsiteY12" fmla="*/ 5109 h 38576"/>
                <a:gd name="connsiteX13" fmla="*/ 12944 w 17375"/>
                <a:gd name="connsiteY13" fmla="*/ 5109 h 38576"/>
                <a:gd name="connsiteX14" fmla="*/ 11661 w 17375"/>
                <a:gd name="connsiteY14" fmla="*/ 6158 h 38576"/>
                <a:gd name="connsiteX15" fmla="*/ 11661 w 17375"/>
                <a:gd name="connsiteY15" fmla="*/ 7791 h 38576"/>
                <a:gd name="connsiteX16" fmla="*/ 11661 w 17375"/>
                <a:gd name="connsiteY16" fmla="*/ 9656 h 38576"/>
                <a:gd name="connsiteX17" fmla="*/ 11661 w 17375"/>
                <a:gd name="connsiteY17" fmla="*/ 13971 h 38576"/>
                <a:gd name="connsiteX18" fmla="*/ 17142 w 17375"/>
                <a:gd name="connsiteY18" fmla="*/ 13971 h 38576"/>
                <a:gd name="connsiteX19" fmla="*/ 17142 w 17375"/>
                <a:gd name="connsiteY19" fmla="*/ 19102 h 38576"/>
                <a:gd name="connsiteX20" fmla="*/ 11661 w 17375"/>
                <a:gd name="connsiteY20" fmla="*/ 19102 h 38576"/>
                <a:gd name="connsiteX21" fmla="*/ 11661 w 17375"/>
                <a:gd name="connsiteY21" fmla="*/ 38577 h 38576"/>
                <a:gd name="connsiteX22" fmla="*/ 5597 w 17375"/>
                <a:gd name="connsiteY22" fmla="*/ 38577 h 3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375" h="38576">
                  <a:moveTo>
                    <a:pt x="4898" y="19569"/>
                  </a:moveTo>
                  <a:lnTo>
                    <a:pt x="0" y="19569"/>
                  </a:lnTo>
                  <a:lnTo>
                    <a:pt x="0" y="14438"/>
                  </a:lnTo>
                  <a:lnTo>
                    <a:pt x="4898" y="14438"/>
                  </a:lnTo>
                  <a:lnTo>
                    <a:pt x="4898" y="11056"/>
                  </a:lnTo>
                  <a:cubicBezTo>
                    <a:pt x="4773" y="9542"/>
                    <a:pt x="4773" y="8021"/>
                    <a:pt x="4898" y="6508"/>
                  </a:cubicBezTo>
                  <a:cubicBezTo>
                    <a:pt x="5118" y="5258"/>
                    <a:pt x="5595" y="4067"/>
                    <a:pt x="6297" y="3009"/>
                  </a:cubicBezTo>
                  <a:cubicBezTo>
                    <a:pt x="6970" y="2038"/>
                    <a:pt x="7898" y="1271"/>
                    <a:pt x="8979" y="794"/>
                  </a:cubicBezTo>
                  <a:cubicBezTo>
                    <a:pt x="10439" y="281"/>
                    <a:pt x="11981" y="43"/>
                    <a:pt x="13527" y="94"/>
                  </a:cubicBezTo>
                  <a:cubicBezTo>
                    <a:pt x="14807" y="-31"/>
                    <a:pt x="16096" y="-31"/>
                    <a:pt x="17375" y="94"/>
                  </a:cubicBezTo>
                  <a:lnTo>
                    <a:pt x="17375" y="5109"/>
                  </a:lnTo>
                  <a:lnTo>
                    <a:pt x="16093" y="5109"/>
                  </a:lnTo>
                  <a:lnTo>
                    <a:pt x="14927" y="5109"/>
                  </a:lnTo>
                  <a:cubicBezTo>
                    <a:pt x="14274" y="4963"/>
                    <a:pt x="13597" y="4963"/>
                    <a:pt x="12944" y="5109"/>
                  </a:cubicBezTo>
                  <a:cubicBezTo>
                    <a:pt x="12420" y="5321"/>
                    <a:pt x="11973" y="5687"/>
                    <a:pt x="11661" y="6158"/>
                  </a:cubicBezTo>
                  <a:cubicBezTo>
                    <a:pt x="11528" y="6694"/>
                    <a:pt x="11528" y="7255"/>
                    <a:pt x="11661" y="7791"/>
                  </a:cubicBezTo>
                  <a:cubicBezTo>
                    <a:pt x="11600" y="8411"/>
                    <a:pt x="11600" y="9036"/>
                    <a:pt x="11661" y="9656"/>
                  </a:cubicBezTo>
                  <a:lnTo>
                    <a:pt x="11661" y="13971"/>
                  </a:lnTo>
                  <a:lnTo>
                    <a:pt x="17142" y="13971"/>
                  </a:lnTo>
                  <a:lnTo>
                    <a:pt x="17142" y="19102"/>
                  </a:lnTo>
                  <a:lnTo>
                    <a:pt x="11661" y="19102"/>
                  </a:lnTo>
                  <a:lnTo>
                    <a:pt x="11661" y="38577"/>
                  </a:lnTo>
                  <a:lnTo>
                    <a:pt x="5597" y="38577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AB05B665-5FD9-C245-9B23-95EB1A62D05D}"/>
                </a:ext>
              </a:extLst>
            </p:cNvPr>
            <p:cNvSpPr/>
            <p:nvPr/>
          </p:nvSpPr>
          <p:spPr>
            <a:xfrm>
              <a:off x="9399498" y="1999463"/>
              <a:ext cx="38132" cy="34984"/>
            </a:xfrm>
            <a:custGeom>
              <a:avLst/>
              <a:gdLst>
                <a:gd name="connsiteX0" fmla="*/ 0 w 38132"/>
                <a:gd name="connsiteY0" fmla="*/ 0 h 34984"/>
                <a:gd name="connsiteX1" fmla="*/ 9562 w 38132"/>
                <a:gd name="connsiteY1" fmla="*/ 0 h 34984"/>
                <a:gd name="connsiteX2" fmla="*/ 19008 w 38132"/>
                <a:gd name="connsiteY2" fmla="*/ 24839 h 34984"/>
                <a:gd name="connsiteX3" fmla="*/ 28570 w 38132"/>
                <a:gd name="connsiteY3" fmla="*/ 0 h 34984"/>
                <a:gd name="connsiteX4" fmla="*/ 38133 w 38132"/>
                <a:gd name="connsiteY4" fmla="*/ 0 h 34984"/>
                <a:gd name="connsiteX5" fmla="*/ 38133 w 38132"/>
                <a:gd name="connsiteY5" fmla="*/ 34984 h 34984"/>
                <a:gd name="connsiteX6" fmla="*/ 32069 w 38132"/>
                <a:gd name="connsiteY6" fmla="*/ 34984 h 34984"/>
                <a:gd name="connsiteX7" fmla="*/ 32069 w 38132"/>
                <a:gd name="connsiteY7" fmla="*/ 5597 h 34984"/>
                <a:gd name="connsiteX8" fmla="*/ 32069 w 38132"/>
                <a:gd name="connsiteY8" fmla="*/ 5597 h 34984"/>
                <a:gd name="connsiteX9" fmla="*/ 21224 w 38132"/>
                <a:gd name="connsiteY9" fmla="*/ 34984 h 34984"/>
                <a:gd name="connsiteX10" fmla="*/ 16792 w 38132"/>
                <a:gd name="connsiteY10" fmla="*/ 34984 h 34984"/>
                <a:gd name="connsiteX11" fmla="*/ 6414 w 38132"/>
                <a:gd name="connsiteY11" fmla="*/ 5481 h 34984"/>
                <a:gd name="connsiteX12" fmla="*/ 6414 w 38132"/>
                <a:gd name="connsiteY12" fmla="*/ 5481 h 34984"/>
                <a:gd name="connsiteX13" fmla="*/ 6414 w 38132"/>
                <a:gd name="connsiteY13" fmla="*/ 34984 h 34984"/>
                <a:gd name="connsiteX14" fmla="*/ 466 w 38132"/>
                <a:gd name="connsiteY14" fmla="*/ 34984 h 34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132" h="34984">
                  <a:moveTo>
                    <a:pt x="0" y="0"/>
                  </a:moveTo>
                  <a:lnTo>
                    <a:pt x="9562" y="0"/>
                  </a:lnTo>
                  <a:lnTo>
                    <a:pt x="19008" y="24839"/>
                  </a:lnTo>
                  <a:lnTo>
                    <a:pt x="28570" y="0"/>
                  </a:lnTo>
                  <a:lnTo>
                    <a:pt x="38133" y="0"/>
                  </a:lnTo>
                  <a:lnTo>
                    <a:pt x="38133" y="34984"/>
                  </a:lnTo>
                  <a:lnTo>
                    <a:pt x="32069" y="34984"/>
                  </a:lnTo>
                  <a:lnTo>
                    <a:pt x="32069" y="5597"/>
                  </a:lnTo>
                  <a:lnTo>
                    <a:pt x="32069" y="5597"/>
                  </a:lnTo>
                  <a:lnTo>
                    <a:pt x="21224" y="34984"/>
                  </a:lnTo>
                  <a:lnTo>
                    <a:pt x="16792" y="34984"/>
                  </a:lnTo>
                  <a:lnTo>
                    <a:pt x="6414" y="5481"/>
                  </a:lnTo>
                  <a:lnTo>
                    <a:pt x="6414" y="5481"/>
                  </a:lnTo>
                  <a:lnTo>
                    <a:pt x="6414" y="34984"/>
                  </a:lnTo>
                  <a:lnTo>
                    <a:pt x="466" y="34984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050BA081-B24B-B844-839D-C2D5F5580570}"/>
                </a:ext>
              </a:extLst>
            </p:cNvPr>
            <p:cNvSpPr/>
            <p:nvPr/>
          </p:nvSpPr>
          <p:spPr>
            <a:xfrm>
              <a:off x="9445544" y="2010425"/>
              <a:ext cx="21706" cy="24626"/>
            </a:xfrm>
            <a:custGeom>
              <a:avLst/>
              <a:gdLst>
                <a:gd name="connsiteX0" fmla="*/ 21473 w 21706"/>
                <a:gd name="connsiteY0" fmla="*/ 24022 h 24626"/>
                <a:gd name="connsiteX1" fmla="*/ 15759 w 21706"/>
                <a:gd name="connsiteY1" fmla="*/ 24022 h 24626"/>
                <a:gd name="connsiteX2" fmla="*/ 15759 w 21706"/>
                <a:gd name="connsiteY2" fmla="*/ 20174 h 24626"/>
                <a:gd name="connsiteX3" fmla="*/ 15759 w 21706"/>
                <a:gd name="connsiteY3" fmla="*/ 20174 h 24626"/>
                <a:gd name="connsiteX4" fmla="*/ 13194 w 21706"/>
                <a:gd name="connsiteY4" fmla="*/ 23323 h 24626"/>
                <a:gd name="connsiteX5" fmla="*/ 8412 w 21706"/>
                <a:gd name="connsiteY5" fmla="*/ 24605 h 24626"/>
                <a:gd name="connsiteX6" fmla="*/ 4331 w 21706"/>
                <a:gd name="connsiteY6" fmla="*/ 23906 h 24626"/>
                <a:gd name="connsiteX7" fmla="*/ 1649 w 21706"/>
                <a:gd name="connsiteY7" fmla="*/ 21807 h 24626"/>
                <a:gd name="connsiteX8" fmla="*/ 133 w 21706"/>
                <a:gd name="connsiteY8" fmla="*/ 18775 h 24626"/>
                <a:gd name="connsiteX9" fmla="*/ 133 w 21706"/>
                <a:gd name="connsiteY9" fmla="*/ 15160 h 24626"/>
                <a:gd name="connsiteX10" fmla="*/ 133 w 21706"/>
                <a:gd name="connsiteY10" fmla="*/ 0 h 24626"/>
                <a:gd name="connsiteX11" fmla="*/ 6197 w 21706"/>
                <a:gd name="connsiteY11" fmla="*/ 0 h 24626"/>
                <a:gd name="connsiteX12" fmla="*/ 6197 w 21706"/>
                <a:gd name="connsiteY12" fmla="*/ 14460 h 24626"/>
                <a:gd name="connsiteX13" fmla="*/ 6780 w 21706"/>
                <a:gd name="connsiteY13" fmla="*/ 16676 h 24626"/>
                <a:gd name="connsiteX14" fmla="*/ 8063 w 21706"/>
                <a:gd name="connsiteY14" fmla="*/ 18542 h 24626"/>
                <a:gd name="connsiteX15" fmla="*/ 10511 w 21706"/>
                <a:gd name="connsiteY15" fmla="*/ 19241 h 24626"/>
                <a:gd name="connsiteX16" fmla="*/ 13077 w 21706"/>
                <a:gd name="connsiteY16" fmla="*/ 19241 h 24626"/>
                <a:gd name="connsiteX17" fmla="*/ 14826 w 21706"/>
                <a:gd name="connsiteY17" fmla="*/ 17842 h 24626"/>
                <a:gd name="connsiteX18" fmla="*/ 15759 w 21706"/>
                <a:gd name="connsiteY18" fmla="*/ 15859 h 24626"/>
                <a:gd name="connsiteX19" fmla="*/ 15759 w 21706"/>
                <a:gd name="connsiteY19" fmla="*/ 13644 h 24626"/>
                <a:gd name="connsiteX20" fmla="*/ 15759 w 21706"/>
                <a:gd name="connsiteY20" fmla="*/ 466 h 24626"/>
                <a:gd name="connsiteX21" fmla="*/ 21706 w 21706"/>
                <a:gd name="connsiteY21" fmla="*/ 466 h 24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706" h="24626">
                  <a:moveTo>
                    <a:pt x="21473" y="24022"/>
                  </a:moveTo>
                  <a:lnTo>
                    <a:pt x="15759" y="24022"/>
                  </a:lnTo>
                  <a:lnTo>
                    <a:pt x="15759" y="20174"/>
                  </a:lnTo>
                  <a:lnTo>
                    <a:pt x="15759" y="20174"/>
                  </a:lnTo>
                  <a:cubicBezTo>
                    <a:pt x="15146" y="21399"/>
                    <a:pt x="14270" y="22474"/>
                    <a:pt x="13194" y="23323"/>
                  </a:cubicBezTo>
                  <a:cubicBezTo>
                    <a:pt x="11792" y="24282"/>
                    <a:pt x="10106" y="24734"/>
                    <a:pt x="8412" y="24605"/>
                  </a:cubicBezTo>
                  <a:cubicBezTo>
                    <a:pt x="7019" y="24643"/>
                    <a:pt x="5632" y="24405"/>
                    <a:pt x="4331" y="23906"/>
                  </a:cubicBezTo>
                  <a:cubicBezTo>
                    <a:pt x="3321" y="23368"/>
                    <a:pt x="2413" y="22658"/>
                    <a:pt x="1649" y="21807"/>
                  </a:cubicBezTo>
                  <a:cubicBezTo>
                    <a:pt x="984" y="20884"/>
                    <a:pt x="472" y="19860"/>
                    <a:pt x="133" y="18775"/>
                  </a:cubicBezTo>
                  <a:cubicBezTo>
                    <a:pt x="-44" y="17576"/>
                    <a:pt x="-44" y="16358"/>
                    <a:pt x="133" y="15160"/>
                  </a:cubicBezTo>
                  <a:lnTo>
                    <a:pt x="133" y="0"/>
                  </a:lnTo>
                  <a:lnTo>
                    <a:pt x="6197" y="0"/>
                  </a:lnTo>
                  <a:lnTo>
                    <a:pt x="6197" y="14460"/>
                  </a:lnTo>
                  <a:cubicBezTo>
                    <a:pt x="6321" y="15215"/>
                    <a:pt x="6517" y="15957"/>
                    <a:pt x="6780" y="16676"/>
                  </a:cubicBezTo>
                  <a:cubicBezTo>
                    <a:pt x="7028" y="17403"/>
                    <a:pt x="7472" y="18049"/>
                    <a:pt x="8063" y="18542"/>
                  </a:cubicBezTo>
                  <a:cubicBezTo>
                    <a:pt x="8776" y="19046"/>
                    <a:pt x="9639" y="19293"/>
                    <a:pt x="10511" y="19241"/>
                  </a:cubicBezTo>
                  <a:cubicBezTo>
                    <a:pt x="11355" y="19440"/>
                    <a:pt x="12233" y="19440"/>
                    <a:pt x="13077" y="19241"/>
                  </a:cubicBezTo>
                  <a:cubicBezTo>
                    <a:pt x="13756" y="18909"/>
                    <a:pt x="14353" y="18431"/>
                    <a:pt x="14826" y="17842"/>
                  </a:cubicBezTo>
                  <a:cubicBezTo>
                    <a:pt x="15229" y="17228"/>
                    <a:pt x="15543" y="16561"/>
                    <a:pt x="15759" y="15859"/>
                  </a:cubicBezTo>
                  <a:cubicBezTo>
                    <a:pt x="15871" y="15125"/>
                    <a:pt x="15871" y="14378"/>
                    <a:pt x="15759" y="13644"/>
                  </a:cubicBezTo>
                  <a:lnTo>
                    <a:pt x="15759" y="466"/>
                  </a:lnTo>
                  <a:lnTo>
                    <a:pt x="21706" y="466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2A4B92C8-0F43-6E40-8860-356CB47F9A88}"/>
                </a:ext>
              </a:extLst>
            </p:cNvPr>
            <p:cNvSpPr/>
            <p:nvPr/>
          </p:nvSpPr>
          <p:spPr>
            <a:xfrm>
              <a:off x="9473547" y="2009715"/>
              <a:ext cx="21705" cy="24732"/>
            </a:xfrm>
            <a:custGeom>
              <a:avLst/>
              <a:gdLst>
                <a:gd name="connsiteX0" fmla="*/ 233 w 21705"/>
                <a:gd name="connsiteY0" fmla="*/ 593 h 24732"/>
                <a:gd name="connsiteX1" fmla="*/ 5947 w 21705"/>
                <a:gd name="connsiteY1" fmla="*/ 593 h 24732"/>
                <a:gd name="connsiteX2" fmla="*/ 5947 w 21705"/>
                <a:gd name="connsiteY2" fmla="*/ 4442 h 24732"/>
                <a:gd name="connsiteX3" fmla="*/ 5947 w 21705"/>
                <a:gd name="connsiteY3" fmla="*/ 4442 h 24732"/>
                <a:gd name="connsiteX4" fmla="*/ 8629 w 21705"/>
                <a:gd name="connsiteY4" fmla="*/ 1293 h 24732"/>
                <a:gd name="connsiteX5" fmla="*/ 13294 w 21705"/>
                <a:gd name="connsiteY5" fmla="*/ 10 h 24732"/>
                <a:gd name="connsiteX6" fmla="*/ 17375 w 21705"/>
                <a:gd name="connsiteY6" fmla="*/ 827 h 24732"/>
                <a:gd name="connsiteX7" fmla="*/ 20174 w 21705"/>
                <a:gd name="connsiteY7" fmla="*/ 2926 h 24732"/>
                <a:gd name="connsiteX8" fmla="*/ 21574 w 21705"/>
                <a:gd name="connsiteY8" fmla="*/ 5958 h 24732"/>
                <a:gd name="connsiteX9" fmla="*/ 21574 w 21705"/>
                <a:gd name="connsiteY9" fmla="*/ 9456 h 24732"/>
                <a:gd name="connsiteX10" fmla="*/ 21574 w 21705"/>
                <a:gd name="connsiteY10" fmla="*/ 24733 h 24732"/>
                <a:gd name="connsiteX11" fmla="*/ 15626 w 21705"/>
                <a:gd name="connsiteY11" fmla="*/ 24733 h 24732"/>
                <a:gd name="connsiteX12" fmla="*/ 15626 w 21705"/>
                <a:gd name="connsiteY12" fmla="*/ 13071 h 24732"/>
                <a:gd name="connsiteX13" fmla="*/ 15626 w 21705"/>
                <a:gd name="connsiteY13" fmla="*/ 10855 h 24732"/>
                <a:gd name="connsiteX14" fmla="*/ 15043 w 21705"/>
                <a:gd name="connsiteY14" fmla="*/ 8523 h 24732"/>
                <a:gd name="connsiteX15" fmla="*/ 13760 w 21705"/>
                <a:gd name="connsiteY15" fmla="*/ 6774 h 24732"/>
                <a:gd name="connsiteX16" fmla="*/ 11312 w 21705"/>
                <a:gd name="connsiteY16" fmla="*/ 5958 h 24732"/>
                <a:gd name="connsiteX17" fmla="*/ 8746 w 21705"/>
                <a:gd name="connsiteY17" fmla="*/ 5958 h 24732"/>
                <a:gd name="connsiteX18" fmla="*/ 7113 w 21705"/>
                <a:gd name="connsiteY18" fmla="*/ 7240 h 24732"/>
                <a:gd name="connsiteX19" fmla="*/ 6064 w 21705"/>
                <a:gd name="connsiteY19" fmla="*/ 9223 h 24732"/>
                <a:gd name="connsiteX20" fmla="*/ 6064 w 21705"/>
                <a:gd name="connsiteY20" fmla="*/ 11555 h 24732"/>
                <a:gd name="connsiteX21" fmla="*/ 6064 w 21705"/>
                <a:gd name="connsiteY21" fmla="*/ 24733 h 24732"/>
                <a:gd name="connsiteX22" fmla="*/ 0 w 21705"/>
                <a:gd name="connsiteY22" fmla="*/ 24733 h 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705" h="24732">
                  <a:moveTo>
                    <a:pt x="233" y="593"/>
                  </a:moveTo>
                  <a:lnTo>
                    <a:pt x="5947" y="593"/>
                  </a:lnTo>
                  <a:lnTo>
                    <a:pt x="5947" y="4442"/>
                  </a:lnTo>
                  <a:lnTo>
                    <a:pt x="5947" y="4442"/>
                  </a:lnTo>
                  <a:cubicBezTo>
                    <a:pt x="6565" y="3185"/>
                    <a:pt x="7487" y="2103"/>
                    <a:pt x="8629" y="1293"/>
                  </a:cubicBezTo>
                  <a:cubicBezTo>
                    <a:pt x="10013" y="390"/>
                    <a:pt x="11643" y="-58"/>
                    <a:pt x="13294" y="10"/>
                  </a:cubicBezTo>
                  <a:cubicBezTo>
                    <a:pt x="14701" y="-59"/>
                    <a:pt x="16103" y="221"/>
                    <a:pt x="17375" y="827"/>
                  </a:cubicBezTo>
                  <a:cubicBezTo>
                    <a:pt x="18464" y="1291"/>
                    <a:pt x="19424" y="2011"/>
                    <a:pt x="20174" y="2926"/>
                  </a:cubicBezTo>
                  <a:cubicBezTo>
                    <a:pt x="20891" y="3801"/>
                    <a:pt x="21373" y="4845"/>
                    <a:pt x="21574" y="5958"/>
                  </a:cubicBezTo>
                  <a:cubicBezTo>
                    <a:pt x="21749" y="7117"/>
                    <a:pt x="21749" y="8297"/>
                    <a:pt x="21574" y="9456"/>
                  </a:cubicBezTo>
                  <a:lnTo>
                    <a:pt x="21574" y="24733"/>
                  </a:lnTo>
                  <a:lnTo>
                    <a:pt x="15626" y="24733"/>
                  </a:lnTo>
                  <a:lnTo>
                    <a:pt x="15626" y="13071"/>
                  </a:lnTo>
                  <a:cubicBezTo>
                    <a:pt x="15681" y="12334"/>
                    <a:pt x="15681" y="11593"/>
                    <a:pt x="15626" y="10855"/>
                  </a:cubicBezTo>
                  <a:cubicBezTo>
                    <a:pt x="15557" y="10052"/>
                    <a:pt x="15360" y="9265"/>
                    <a:pt x="15043" y="8523"/>
                  </a:cubicBezTo>
                  <a:cubicBezTo>
                    <a:pt x="14792" y="7829"/>
                    <a:pt x="14347" y="7222"/>
                    <a:pt x="13760" y="6774"/>
                  </a:cubicBezTo>
                  <a:cubicBezTo>
                    <a:pt x="13091" y="6177"/>
                    <a:pt x="12205" y="5882"/>
                    <a:pt x="11312" y="5958"/>
                  </a:cubicBezTo>
                  <a:cubicBezTo>
                    <a:pt x="10467" y="5771"/>
                    <a:pt x="9591" y="5771"/>
                    <a:pt x="8746" y="5958"/>
                  </a:cubicBezTo>
                  <a:cubicBezTo>
                    <a:pt x="8128" y="6282"/>
                    <a:pt x="7575" y="6717"/>
                    <a:pt x="7113" y="7240"/>
                  </a:cubicBezTo>
                  <a:cubicBezTo>
                    <a:pt x="6652" y="7836"/>
                    <a:pt x="6297" y="8506"/>
                    <a:pt x="6064" y="9223"/>
                  </a:cubicBezTo>
                  <a:cubicBezTo>
                    <a:pt x="6001" y="9999"/>
                    <a:pt x="6001" y="10779"/>
                    <a:pt x="6064" y="11555"/>
                  </a:cubicBezTo>
                  <a:lnTo>
                    <a:pt x="6064" y="24733"/>
                  </a:lnTo>
                  <a:lnTo>
                    <a:pt x="0" y="24733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A0A3F6BE-A055-D448-8827-17945F200365}"/>
                </a:ext>
              </a:extLst>
            </p:cNvPr>
            <p:cNvSpPr/>
            <p:nvPr/>
          </p:nvSpPr>
          <p:spPr>
            <a:xfrm>
              <a:off x="9501766" y="1998526"/>
              <a:ext cx="7702" cy="35921"/>
            </a:xfrm>
            <a:custGeom>
              <a:avLst/>
              <a:gdLst>
                <a:gd name="connsiteX0" fmla="*/ 2 w 7702"/>
                <a:gd name="connsiteY0" fmla="*/ 3620 h 35921"/>
                <a:gd name="connsiteX1" fmla="*/ 1168 w 7702"/>
                <a:gd name="connsiteY1" fmla="*/ 1171 h 35921"/>
                <a:gd name="connsiteX2" fmla="*/ 3850 w 7702"/>
                <a:gd name="connsiteY2" fmla="*/ 5 h 35921"/>
                <a:gd name="connsiteX3" fmla="*/ 6649 w 7702"/>
                <a:gd name="connsiteY3" fmla="*/ 1054 h 35921"/>
                <a:gd name="connsiteX4" fmla="*/ 7699 w 7702"/>
                <a:gd name="connsiteY4" fmla="*/ 3620 h 35921"/>
                <a:gd name="connsiteX5" fmla="*/ 6649 w 7702"/>
                <a:gd name="connsiteY5" fmla="*/ 6185 h 35921"/>
                <a:gd name="connsiteX6" fmla="*/ 3850 w 7702"/>
                <a:gd name="connsiteY6" fmla="*/ 7235 h 35921"/>
                <a:gd name="connsiteX7" fmla="*/ 1168 w 7702"/>
                <a:gd name="connsiteY7" fmla="*/ 6185 h 35921"/>
                <a:gd name="connsiteX8" fmla="*/ 2 w 7702"/>
                <a:gd name="connsiteY8" fmla="*/ 3620 h 35921"/>
                <a:gd name="connsiteX9" fmla="*/ 935 w 7702"/>
                <a:gd name="connsiteY9" fmla="*/ 11783 h 35921"/>
                <a:gd name="connsiteX10" fmla="*/ 6882 w 7702"/>
                <a:gd name="connsiteY10" fmla="*/ 11783 h 35921"/>
                <a:gd name="connsiteX11" fmla="*/ 6882 w 7702"/>
                <a:gd name="connsiteY11" fmla="*/ 35922 h 35921"/>
                <a:gd name="connsiteX12" fmla="*/ 935 w 7702"/>
                <a:gd name="connsiteY12" fmla="*/ 35922 h 3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702" h="35921">
                  <a:moveTo>
                    <a:pt x="2" y="3620"/>
                  </a:moveTo>
                  <a:cubicBezTo>
                    <a:pt x="-16" y="2665"/>
                    <a:pt x="416" y="1758"/>
                    <a:pt x="1168" y="1171"/>
                  </a:cubicBezTo>
                  <a:cubicBezTo>
                    <a:pt x="1829" y="381"/>
                    <a:pt x="2823" y="-51"/>
                    <a:pt x="3850" y="5"/>
                  </a:cubicBezTo>
                  <a:cubicBezTo>
                    <a:pt x="4881" y="-1"/>
                    <a:pt x="5877" y="373"/>
                    <a:pt x="6649" y="1054"/>
                  </a:cubicBezTo>
                  <a:cubicBezTo>
                    <a:pt x="7350" y="1720"/>
                    <a:pt x="7731" y="2654"/>
                    <a:pt x="7699" y="3620"/>
                  </a:cubicBezTo>
                  <a:cubicBezTo>
                    <a:pt x="7747" y="4588"/>
                    <a:pt x="7363" y="5528"/>
                    <a:pt x="6649" y="6185"/>
                  </a:cubicBezTo>
                  <a:cubicBezTo>
                    <a:pt x="5877" y="6867"/>
                    <a:pt x="4881" y="7240"/>
                    <a:pt x="3850" y="7235"/>
                  </a:cubicBezTo>
                  <a:cubicBezTo>
                    <a:pt x="2847" y="7286"/>
                    <a:pt x="1870" y="6904"/>
                    <a:pt x="1168" y="6185"/>
                  </a:cubicBezTo>
                  <a:cubicBezTo>
                    <a:pt x="397" y="5562"/>
                    <a:pt x="-35" y="4611"/>
                    <a:pt x="2" y="3620"/>
                  </a:cubicBezTo>
                  <a:close/>
                  <a:moveTo>
                    <a:pt x="935" y="11783"/>
                  </a:moveTo>
                  <a:lnTo>
                    <a:pt x="6882" y="11783"/>
                  </a:lnTo>
                  <a:lnTo>
                    <a:pt x="6882" y="35922"/>
                  </a:lnTo>
                  <a:lnTo>
                    <a:pt x="935" y="35922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B9B45112-F7C9-AE45-B06D-BB6353B62F13}"/>
                </a:ext>
              </a:extLst>
            </p:cNvPr>
            <p:cNvSpPr/>
            <p:nvPr/>
          </p:nvSpPr>
          <p:spPr>
            <a:xfrm>
              <a:off x="9514595" y="2010192"/>
              <a:ext cx="21807" cy="24359"/>
            </a:xfrm>
            <a:custGeom>
              <a:avLst/>
              <a:gdLst>
                <a:gd name="connsiteX0" fmla="*/ 17376 w 21807"/>
                <a:gd name="connsiteY0" fmla="*/ 7347 h 24359"/>
                <a:gd name="connsiteX1" fmla="*/ 15161 w 21807"/>
                <a:gd name="connsiteY1" fmla="*/ 5597 h 24359"/>
                <a:gd name="connsiteX2" fmla="*/ 12828 w 21807"/>
                <a:gd name="connsiteY2" fmla="*/ 4898 h 24359"/>
                <a:gd name="connsiteX3" fmla="*/ 9913 w 21807"/>
                <a:gd name="connsiteY3" fmla="*/ 5597 h 24359"/>
                <a:gd name="connsiteX4" fmla="*/ 7697 w 21807"/>
                <a:gd name="connsiteY4" fmla="*/ 7113 h 24359"/>
                <a:gd name="connsiteX5" fmla="*/ 6298 w 21807"/>
                <a:gd name="connsiteY5" fmla="*/ 9446 h 24359"/>
                <a:gd name="connsiteX6" fmla="*/ 6298 w 21807"/>
                <a:gd name="connsiteY6" fmla="*/ 14810 h 24359"/>
                <a:gd name="connsiteX7" fmla="*/ 7697 w 21807"/>
                <a:gd name="connsiteY7" fmla="*/ 17142 h 24359"/>
                <a:gd name="connsiteX8" fmla="*/ 9913 w 21807"/>
                <a:gd name="connsiteY8" fmla="*/ 18775 h 24359"/>
                <a:gd name="connsiteX9" fmla="*/ 12828 w 21807"/>
                <a:gd name="connsiteY9" fmla="*/ 18775 h 24359"/>
                <a:gd name="connsiteX10" fmla="*/ 15394 w 21807"/>
                <a:gd name="connsiteY10" fmla="*/ 18775 h 24359"/>
                <a:gd name="connsiteX11" fmla="*/ 17493 w 21807"/>
                <a:gd name="connsiteY11" fmla="*/ 17142 h 24359"/>
                <a:gd name="connsiteX12" fmla="*/ 21458 w 21807"/>
                <a:gd name="connsiteY12" fmla="*/ 21457 h 24359"/>
                <a:gd name="connsiteX13" fmla="*/ 19359 w 21807"/>
                <a:gd name="connsiteY13" fmla="*/ 22973 h 24359"/>
                <a:gd name="connsiteX14" fmla="*/ 17026 w 21807"/>
                <a:gd name="connsiteY14" fmla="*/ 24022 h 24359"/>
                <a:gd name="connsiteX15" fmla="*/ 14694 w 21807"/>
                <a:gd name="connsiteY15" fmla="*/ 24022 h 24359"/>
                <a:gd name="connsiteX16" fmla="*/ 12828 w 21807"/>
                <a:gd name="connsiteY16" fmla="*/ 24022 h 24359"/>
                <a:gd name="connsiteX17" fmla="*/ 7930 w 21807"/>
                <a:gd name="connsiteY17" fmla="*/ 24256 h 24359"/>
                <a:gd name="connsiteX18" fmla="*/ 3849 w 21807"/>
                <a:gd name="connsiteY18" fmla="*/ 21690 h 24359"/>
                <a:gd name="connsiteX19" fmla="*/ 1050 w 21807"/>
                <a:gd name="connsiteY19" fmla="*/ 17725 h 24359"/>
                <a:gd name="connsiteX20" fmla="*/ 1 w 21807"/>
                <a:gd name="connsiteY20" fmla="*/ 12478 h 24359"/>
                <a:gd name="connsiteX21" fmla="*/ 3849 w 21807"/>
                <a:gd name="connsiteY21" fmla="*/ 3382 h 24359"/>
                <a:gd name="connsiteX22" fmla="*/ 7930 w 21807"/>
                <a:gd name="connsiteY22" fmla="*/ 933 h 24359"/>
                <a:gd name="connsiteX23" fmla="*/ 13061 w 21807"/>
                <a:gd name="connsiteY23" fmla="*/ 0 h 24359"/>
                <a:gd name="connsiteX24" fmla="*/ 17726 w 21807"/>
                <a:gd name="connsiteY24" fmla="*/ 933 h 24359"/>
                <a:gd name="connsiteX25" fmla="*/ 21807 w 21807"/>
                <a:gd name="connsiteY25" fmla="*/ 3615 h 2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807" h="24359">
                  <a:moveTo>
                    <a:pt x="17376" y="7347"/>
                  </a:moveTo>
                  <a:cubicBezTo>
                    <a:pt x="16720" y="6666"/>
                    <a:pt x="15974" y="6078"/>
                    <a:pt x="15161" y="5597"/>
                  </a:cubicBezTo>
                  <a:cubicBezTo>
                    <a:pt x="14461" y="5157"/>
                    <a:pt x="13655" y="4915"/>
                    <a:pt x="12828" y="4898"/>
                  </a:cubicBezTo>
                  <a:cubicBezTo>
                    <a:pt x="11812" y="4867"/>
                    <a:pt x="10805" y="5109"/>
                    <a:pt x="9913" y="5597"/>
                  </a:cubicBezTo>
                  <a:cubicBezTo>
                    <a:pt x="9072" y="5934"/>
                    <a:pt x="8316" y="6452"/>
                    <a:pt x="7697" y="7113"/>
                  </a:cubicBezTo>
                  <a:cubicBezTo>
                    <a:pt x="7042" y="7761"/>
                    <a:pt x="6561" y="8563"/>
                    <a:pt x="6298" y="9446"/>
                  </a:cubicBezTo>
                  <a:cubicBezTo>
                    <a:pt x="5514" y="11148"/>
                    <a:pt x="5514" y="13108"/>
                    <a:pt x="6298" y="14810"/>
                  </a:cubicBezTo>
                  <a:cubicBezTo>
                    <a:pt x="6529" y="15706"/>
                    <a:pt x="7015" y="16517"/>
                    <a:pt x="7697" y="17142"/>
                  </a:cubicBezTo>
                  <a:cubicBezTo>
                    <a:pt x="8309" y="17840"/>
                    <a:pt x="9065" y="18397"/>
                    <a:pt x="9913" y="18775"/>
                  </a:cubicBezTo>
                  <a:cubicBezTo>
                    <a:pt x="10875" y="18973"/>
                    <a:pt x="11867" y="18973"/>
                    <a:pt x="12828" y="18775"/>
                  </a:cubicBezTo>
                  <a:cubicBezTo>
                    <a:pt x="13674" y="18951"/>
                    <a:pt x="14548" y="18951"/>
                    <a:pt x="15394" y="18775"/>
                  </a:cubicBezTo>
                  <a:cubicBezTo>
                    <a:pt x="16212" y="18403"/>
                    <a:pt x="16931" y="17844"/>
                    <a:pt x="17493" y="17142"/>
                  </a:cubicBezTo>
                  <a:lnTo>
                    <a:pt x="21458" y="21457"/>
                  </a:lnTo>
                  <a:cubicBezTo>
                    <a:pt x="20829" y="22054"/>
                    <a:pt x="20123" y="22564"/>
                    <a:pt x="19359" y="22973"/>
                  </a:cubicBezTo>
                  <a:cubicBezTo>
                    <a:pt x="18639" y="23440"/>
                    <a:pt x="17853" y="23794"/>
                    <a:pt x="17026" y="24022"/>
                  </a:cubicBezTo>
                  <a:lnTo>
                    <a:pt x="14694" y="24022"/>
                  </a:lnTo>
                  <a:lnTo>
                    <a:pt x="12828" y="24022"/>
                  </a:lnTo>
                  <a:cubicBezTo>
                    <a:pt x="11220" y="24372"/>
                    <a:pt x="9565" y="24451"/>
                    <a:pt x="7930" y="24256"/>
                  </a:cubicBezTo>
                  <a:cubicBezTo>
                    <a:pt x="6435" y="23637"/>
                    <a:pt x="5055" y="22769"/>
                    <a:pt x="3849" y="21690"/>
                  </a:cubicBezTo>
                  <a:cubicBezTo>
                    <a:pt x="2685" y="20548"/>
                    <a:pt x="1737" y="19205"/>
                    <a:pt x="1050" y="17725"/>
                  </a:cubicBezTo>
                  <a:cubicBezTo>
                    <a:pt x="345" y="16066"/>
                    <a:pt x="-12" y="14280"/>
                    <a:pt x="1" y="12478"/>
                  </a:cubicBezTo>
                  <a:cubicBezTo>
                    <a:pt x="-36" y="9043"/>
                    <a:pt x="1358" y="5747"/>
                    <a:pt x="3849" y="3382"/>
                  </a:cubicBezTo>
                  <a:cubicBezTo>
                    <a:pt x="5007" y="2267"/>
                    <a:pt x="6402" y="1430"/>
                    <a:pt x="7930" y="933"/>
                  </a:cubicBezTo>
                  <a:cubicBezTo>
                    <a:pt x="9572" y="321"/>
                    <a:pt x="11309" y="5"/>
                    <a:pt x="13061" y="0"/>
                  </a:cubicBezTo>
                  <a:cubicBezTo>
                    <a:pt x="14658" y="40"/>
                    <a:pt x="16236" y="356"/>
                    <a:pt x="17726" y="933"/>
                  </a:cubicBezTo>
                  <a:cubicBezTo>
                    <a:pt x="19261" y="1529"/>
                    <a:pt x="20652" y="2443"/>
                    <a:pt x="21807" y="3615"/>
                  </a:cubicBez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8787D816-2814-D84A-85E1-0E6542528FA8}"/>
                </a:ext>
              </a:extLst>
            </p:cNvPr>
            <p:cNvSpPr/>
            <p:nvPr/>
          </p:nvSpPr>
          <p:spPr>
            <a:xfrm>
              <a:off x="9538968" y="1998478"/>
              <a:ext cx="8046" cy="35969"/>
            </a:xfrm>
            <a:custGeom>
              <a:avLst/>
              <a:gdLst>
                <a:gd name="connsiteX0" fmla="*/ 0 w 8046"/>
                <a:gd name="connsiteY0" fmla="*/ 3667 h 35969"/>
                <a:gd name="connsiteX1" fmla="*/ 3732 w 8046"/>
                <a:gd name="connsiteY1" fmla="*/ 52 h 35969"/>
                <a:gd name="connsiteX2" fmla="*/ 6880 w 8046"/>
                <a:gd name="connsiteY2" fmla="*/ 985 h 35969"/>
                <a:gd name="connsiteX3" fmla="*/ 8046 w 8046"/>
                <a:gd name="connsiteY3" fmla="*/ 3551 h 35969"/>
                <a:gd name="connsiteX4" fmla="*/ 6880 w 8046"/>
                <a:gd name="connsiteY4" fmla="*/ 6116 h 35969"/>
                <a:gd name="connsiteX5" fmla="*/ 4081 w 8046"/>
                <a:gd name="connsiteY5" fmla="*/ 7166 h 35969"/>
                <a:gd name="connsiteX6" fmla="*/ 1399 w 8046"/>
                <a:gd name="connsiteY6" fmla="*/ 6116 h 35969"/>
                <a:gd name="connsiteX7" fmla="*/ 0 w 8046"/>
                <a:gd name="connsiteY7" fmla="*/ 3667 h 35969"/>
                <a:gd name="connsiteX8" fmla="*/ 816 w 8046"/>
                <a:gd name="connsiteY8" fmla="*/ 11830 h 35969"/>
                <a:gd name="connsiteX9" fmla="*/ 6880 w 8046"/>
                <a:gd name="connsiteY9" fmla="*/ 11830 h 35969"/>
                <a:gd name="connsiteX10" fmla="*/ 6880 w 8046"/>
                <a:gd name="connsiteY10" fmla="*/ 35969 h 35969"/>
                <a:gd name="connsiteX11" fmla="*/ 933 w 8046"/>
                <a:gd name="connsiteY11" fmla="*/ 35969 h 35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46" h="35969">
                  <a:moveTo>
                    <a:pt x="0" y="3667"/>
                  </a:moveTo>
                  <a:cubicBezTo>
                    <a:pt x="63" y="1652"/>
                    <a:pt x="1715" y="51"/>
                    <a:pt x="3732" y="52"/>
                  </a:cubicBezTo>
                  <a:cubicBezTo>
                    <a:pt x="4869" y="-140"/>
                    <a:pt x="6031" y="204"/>
                    <a:pt x="6880" y="985"/>
                  </a:cubicBezTo>
                  <a:cubicBezTo>
                    <a:pt x="7611" y="1639"/>
                    <a:pt x="8034" y="2570"/>
                    <a:pt x="8046" y="3551"/>
                  </a:cubicBezTo>
                  <a:cubicBezTo>
                    <a:pt x="8049" y="4535"/>
                    <a:pt x="7624" y="5471"/>
                    <a:pt x="6880" y="6116"/>
                  </a:cubicBezTo>
                  <a:cubicBezTo>
                    <a:pt x="6134" y="6841"/>
                    <a:pt x="5120" y="7221"/>
                    <a:pt x="4081" y="7166"/>
                  </a:cubicBezTo>
                  <a:cubicBezTo>
                    <a:pt x="3083" y="7189"/>
                    <a:pt x="2117" y="6811"/>
                    <a:pt x="1399" y="6116"/>
                  </a:cubicBezTo>
                  <a:cubicBezTo>
                    <a:pt x="598" y="5543"/>
                    <a:pt x="88" y="4649"/>
                    <a:pt x="0" y="3667"/>
                  </a:cubicBezTo>
                  <a:close/>
                  <a:moveTo>
                    <a:pt x="816" y="11830"/>
                  </a:moveTo>
                  <a:lnTo>
                    <a:pt x="6880" y="11830"/>
                  </a:lnTo>
                  <a:lnTo>
                    <a:pt x="6880" y="35969"/>
                  </a:lnTo>
                  <a:lnTo>
                    <a:pt x="933" y="35969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61CD56E2-C365-764F-905D-10715C60AF71}"/>
                </a:ext>
              </a:extLst>
            </p:cNvPr>
            <p:cNvSpPr/>
            <p:nvPr/>
          </p:nvSpPr>
          <p:spPr>
            <a:xfrm>
              <a:off x="9552728" y="2009725"/>
              <a:ext cx="25774" cy="36383"/>
            </a:xfrm>
            <a:custGeom>
              <a:avLst/>
              <a:gdLst>
                <a:gd name="connsiteX0" fmla="*/ 0 w 25774"/>
                <a:gd name="connsiteY0" fmla="*/ 583 h 36383"/>
                <a:gd name="connsiteX1" fmla="*/ 5597 w 25774"/>
                <a:gd name="connsiteY1" fmla="*/ 583 h 36383"/>
                <a:gd name="connsiteX2" fmla="*/ 5597 w 25774"/>
                <a:gd name="connsiteY2" fmla="*/ 4198 h 36383"/>
                <a:gd name="connsiteX3" fmla="*/ 5597 w 25774"/>
                <a:gd name="connsiteY3" fmla="*/ 4198 h 36383"/>
                <a:gd name="connsiteX4" fmla="*/ 9096 w 25774"/>
                <a:gd name="connsiteY4" fmla="*/ 1050 h 36383"/>
                <a:gd name="connsiteX5" fmla="*/ 13877 w 25774"/>
                <a:gd name="connsiteY5" fmla="*/ 0 h 36383"/>
                <a:gd name="connsiteX6" fmla="*/ 18891 w 25774"/>
                <a:gd name="connsiteY6" fmla="*/ 933 h 36383"/>
                <a:gd name="connsiteX7" fmla="*/ 22623 w 25774"/>
                <a:gd name="connsiteY7" fmla="*/ 3615 h 36383"/>
                <a:gd name="connsiteX8" fmla="*/ 24955 w 25774"/>
                <a:gd name="connsiteY8" fmla="*/ 7697 h 36383"/>
                <a:gd name="connsiteX9" fmla="*/ 25772 w 25774"/>
                <a:gd name="connsiteY9" fmla="*/ 12594 h 36383"/>
                <a:gd name="connsiteX10" fmla="*/ 24955 w 25774"/>
                <a:gd name="connsiteY10" fmla="*/ 17609 h 36383"/>
                <a:gd name="connsiteX11" fmla="*/ 22506 w 25774"/>
                <a:gd name="connsiteY11" fmla="*/ 21574 h 36383"/>
                <a:gd name="connsiteX12" fmla="*/ 18891 w 25774"/>
                <a:gd name="connsiteY12" fmla="*/ 24256 h 36383"/>
                <a:gd name="connsiteX13" fmla="*/ 14110 w 25774"/>
                <a:gd name="connsiteY13" fmla="*/ 25189 h 36383"/>
                <a:gd name="connsiteX14" fmla="*/ 11195 w 25774"/>
                <a:gd name="connsiteY14" fmla="*/ 25189 h 36383"/>
                <a:gd name="connsiteX15" fmla="*/ 8863 w 25774"/>
                <a:gd name="connsiteY15" fmla="*/ 24372 h 36383"/>
                <a:gd name="connsiteX16" fmla="*/ 7113 w 25774"/>
                <a:gd name="connsiteY16" fmla="*/ 23206 h 36383"/>
                <a:gd name="connsiteX17" fmla="*/ 5947 w 25774"/>
                <a:gd name="connsiteY17" fmla="*/ 21923 h 36383"/>
                <a:gd name="connsiteX18" fmla="*/ 5947 w 25774"/>
                <a:gd name="connsiteY18" fmla="*/ 21923 h 36383"/>
                <a:gd name="connsiteX19" fmla="*/ 5947 w 25774"/>
                <a:gd name="connsiteY19" fmla="*/ 36383 h 36383"/>
                <a:gd name="connsiteX20" fmla="*/ 0 w 25774"/>
                <a:gd name="connsiteY20" fmla="*/ 36383 h 36383"/>
                <a:gd name="connsiteX21" fmla="*/ 19824 w 25774"/>
                <a:gd name="connsiteY21" fmla="*/ 12244 h 36383"/>
                <a:gd name="connsiteX22" fmla="*/ 19824 w 25774"/>
                <a:gd name="connsiteY22" fmla="*/ 9562 h 36383"/>
                <a:gd name="connsiteX23" fmla="*/ 18425 w 25774"/>
                <a:gd name="connsiteY23" fmla="*/ 7230 h 36383"/>
                <a:gd name="connsiteX24" fmla="*/ 16209 w 25774"/>
                <a:gd name="connsiteY24" fmla="*/ 5714 h 36383"/>
                <a:gd name="connsiteX25" fmla="*/ 13294 w 25774"/>
                <a:gd name="connsiteY25" fmla="*/ 5014 h 36383"/>
                <a:gd name="connsiteX26" fmla="*/ 10379 w 25774"/>
                <a:gd name="connsiteY26" fmla="*/ 5714 h 36383"/>
                <a:gd name="connsiteX27" fmla="*/ 8046 w 25774"/>
                <a:gd name="connsiteY27" fmla="*/ 7230 h 36383"/>
                <a:gd name="connsiteX28" fmla="*/ 6647 w 25774"/>
                <a:gd name="connsiteY28" fmla="*/ 9562 h 36383"/>
                <a:gd name="connsiteX29" fmla="*/ 6647 w 25774"/>
                <a:gd name="connsiteY29" fmla="*/ 14926 h 36383"/>
                <a:gd name="connsiteX30" fmla="*/ 8046 w 25774"/>
                <a:gd name="connsiteY30" fmla="*/ 17259 h 36383"/>
                <a:gd name="connsiteX31" fmla="*/ 10379 w 25774"/>
                <a:gd name="connsiteY31" fmla="*/ 18891 h 36383"/>
                <a:gd name="connsiteX32" fmla="*/ 13294 w 25774"/>
                <a:gd name="connsiteY32" fmla="*/ 18891 h 36383"/>
                <a:gd name="connsiteX33" fmla="*/ 16209 w 25774"/>
                <a:gd name="connsiteY33" fmla="*/ 18891 h 36383"/>
                <a:gd name="connsiteX34" fmla="*/ 18425 w 25774"/>
                <a:gd name="connsiteY34" fmla="*/ 17259 h 36383"/>
                <a:gd name="connsiteX35" fmla="*/ 19824 w 25774"/>
                <a:gd name="connsiteY35" fmla="*/ 14926 h 36383"/>
                <a:gd name="connsiteX36" fmla="*/ 19824 w 25774"/>
                <a:gd name="connsiteY36" fmla="*/ 13061 h 36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5774" h="36383">
                  <a:moveTo>
                    <a:pt x="0" y="583"/>
                  </a:moveTo>
                  <a:lnTo>
                    <a:pt x="5597" y="583"/>
                  </a:lnTo>
                  <a:lnTo>
                    <a:pt x="5597" y="4198"/>
                  </a:lnTo>
                  <a:lnTo>
                    <a:pt x="5597" y="4198"/>
                  </a:lnTo>
                  <a:cubicBezTo>
                    <a:pt x="6393" y="2799"/>
                    <a:pt x="7621" y="1694"/>
                    <a:pt x="9096" y="1050"/>
                  </a:cubicBezTo>
                  <a:cubicBezTo>
                    <a:pt x="10597" y="365"/>
                    <a:pt x="12227" y="8"/>
                    <a:pt x="13877" y="0"/>
                  </a:cubicBezTo>
                  <a:cubicBezTo>
                    <a:pt x="15592" y="-4"/>
                    <a:pt x="17293" y="312"/>
                    <a:pt x="18891" y="933"/>
                  </a:cubicBezTo>
                  <a:cubicBezTo>
                    <a:pt x="20270" y="1622"/>
                    <a:pt x="21530" y="2528"/>
                    <a:pt x="22623" y="3615"/>
                  </a:cubicBezTo>
                  <a:cubicBezTo>
                    <a:pt x="23645" y="4820"/>
                    <a:pt x="24436" y="6204"/>
                    <a:pt x="24955" y="7697"/>
                  </a:cubicBezTo>
                  <a:cubicBezTo>
                    <a:pt x="25527" y="9265"/>
                    <a:pt x="25804" y="10925"/>
                    <a:pt x="25772" y="12594"/>
                  </a:cubicBezTo>
                  <a:cubicBezTo>
                    <a:pt x="25747" y="14297"/>
                    <a:pt x="25472" y="15986"/>
                    <a:pt x="24955" y="17609"/>
                  </a:cubicBezTo>
                  <a:cubicBezTo>
                    <a:pt x="24393" y="19071"/>
                    <a:pt x="23562" y="20416"/>
                    <a:pt x="22506" y="21574"/>
                  </a:cubicBezTo>
                  <a:cubicBezTo>
                    <a:pt x="21487" y="22694"/>
                    <a:pt x="20259" y="23605"/>
                    <a:pt x="18891" y="24256"/>
                  </a:cubicBezTo>
                  <a:cubicBezTo>
                    <a:pt x="17388" y="24921"/>
                    <a:pt x="15754" y="25240"/>
                    <a:pt x="14110" y="25189"/>
                  </a:cubicBezTo>
                  <a:cubicBezTo>
                    <a:pt x="13142" y="25311"/>
                    <a:pt x="12163" y="25311"/>
                    <a:pt x="11195" y="25189"/>
                  </a:cubicBezTo>
                  <a:lnTo>
                    <a:pt x="8863" y="24372"/>
                  </a:lnTo>
                  <a:cubicBezTo>
                    <a:pt x="8246" y="24037"/>
                    <a:pt x="7660" y="23647"/>
                    <a:pt x="7113" y="23206"/>
                  </a:cubicBezTo>
                  <a:lnTo>
                    <a:pt x="5947" y="21923"/>
                  </a:lnTo>
                  <a:lnTo>
                    <a:pt x="5947" y="21923"/>
                  </a:lnTo>
                  <a:lnTo>
                    <a:pt x="5947" y="36383"/>
                  </a:lnTo>
                  <a:lnTo>
                    <a:pt x="0" y="36383"/>
                  </a:lnTo>
                  <a:close/>
                  <a:moveTo>
                    <a:pt x="19824" y="12244"/>
                  </a:moveTo>
                  <a:cubicBezTo>
                    <a:pt x="20000" y="11359"/>
                    <a:pt x="20000" y="10448"/>
                    <a:pt x="19824" y="9562"/>
                  </a:cubicBezTo>
                  <a:cubicBezTo>
                    <a:pt x="19561" y="8680"/>
                    <a:pt x="19080" y="7877"/>
                    <a:pt x="18425" y="7230"/>
                  </a:cubicBezTo>
                  <a:cubicBezTo>
                    <a:pt x="17806" y="6568"/>
                    <a:pt x="17050" y="6051"/>
                    <a:pt x="16209" y="5714"/>
                  </a:cubicBezTo>
                  <a:cubicBezTo>
                    <a:pt x="15313" y="5236"/>
                    <a:pt x="14310" y="4995"/>
                    <a:pt x="13294" y="5014"/>
                  </a:cubicBezTo>
                  <a:cubicBezTo>
                    <a:pt x="12277" y="4984"/>
                    <a:pt x="11271" y="5226"/>
                    <a:pt x="10379" y="5714"/>
                  </a:cubicBezTo>
                  <a:cubicBezTo>
                    <a:pt x="9519" y="6080"/>
                    <a:pt x="8730" y="6593"/>
                    <a:pt x="8046" y="7230"/>
                  </a:cubicBezTo>
                  <a:cubicBezTo>
                    <a:pt x="7471" y="7937"/>
                    <a:pt x="7000" y="8722"/>
                    <a:pt x="6647" y="9562"/>
                  </a:cubicBezTo>
                  <a:cubicBezTo>
                    <a:pt x="6024" y="11296"/>
                    <a:pt x="6024" y="13193"/>
                    <a:pt x="6647" y="14926"/>
                  </a:cubicBezTo>
                  <a:cubicBezTo>
                    <a:pt x="6974" y="15780"/>
                    <a:pt x="7447" y="16569"/>
                    <a:pt x="8046" y="17259"/>
                  </a:cubicBezTo>
                  <a:cubicBezTo>
                    <a:pt x="8725" y="17932"/>
                    <a:pt x="9514" y="18484"/>
                    <a:pt x="10379" y="18891"/>
                  </a:cubicBezTo>
                  <a:cubicBezTo>
                    <a:pt x="11340" y="19089"/>
                    <a:pt x="12332" y="19089"/>
                    <a:pt x="13294" y="18891"/>
                  </a:cubicBezTo>
                  <a:cubicBezTo>
                    <a:pt x="14257" y="19077"/>
                    <a:pt x="15246" y="19077"/>
                    <a:pt x="16209" y="18891"/>
                  </a:cubicBezTo>
                  <a:cubicBezTo>
                    <a:pt x="17057" y="18514"/>
                    <a:pt x="17813" y="17957"/>
                    <a:pt x="18425" y="17259"/>
                  </a:cubicBezTo>
                  <a:cubicBezTo>
                    <a:pt x="19107" y="16633"/>
                    <a:pt x="19594" y="15823"/>
                    <a:pt x="19824" y="14926"/>
                  </a:cubicBezTo>
                  <a:cubicBezTo>
                    <a:pt x="19909" y="14307"/>
                    <a:pt x="19909" y="13680"/>
                    <a:pt x="19824" y="13061"/>
                  </a:cubicBez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E07A36EA-7438-C74B-AECC-620862DEBFE0}"/>
                </a:ext>
              </a:extLst>
            </p:cNvPr>
            <p:cNvSpPr/>
            <p:nvPr/>
          </p:nvSpPr>
          <p:spPr>
            <a:xfrm>
              <a:off x="9582809" y="2010074"/>
              <a:ext cx="21695" cy="24967"/>
            </a:xfrm>
            <a:custGeom>
              <a:avLst/>
              <a:gdLst>
                <a:gd name="connsiteX0" fmla="*/ 16448 w 21695"/>
                <a:gd name="connsiteY0" fmla="*/ 20992 h 24967"/>
                <a:gd name="connsiteX1" fmla="*/ 16448 w 21695"/>
                <a:gd name="connsiteY1" fmla="*/ 20992 h 24967"/>
                <a:gd name="connsiteX2" fmla="*/ 13182 w 21695"/>
                <a:gd name="connsiteY2" fmla="*/ 23907 h 24967"/>
                <a:gd name="connsiteX3" fmla="*/ 8751 w 21695"/>
                <a:gd name="connsiteY3" fmla="*/ 24840 h 24967"/>
                <a:gd name="connsiteX4" fmla="*/ 5602 w 21695"/>
                <a:gd name="connsiteY4" fmla="*/ 24840 h 24967"/>
                <a:gd name="connsiteX5" fmla="*/ 2804 w 21695"/>
                <a:gd name="connsiteY5" fmla="*/ 23557 h 24967"/>
                <a:gd name="connsiteX6" fmla="*/ 821 w 21695"/>
                <a:gd name="connsiteY6" fmla="*/ 21342 h 24967"/>
                <a:gd name="connsiteX7" fmla="*/ 5 w 21695"/>
                <a:gd name="connsiteY7" fmla="*/ 18193 h 24967"/>
                <a:gd name="connsiteX8" fmla="*/ 705 w 21695"/>
                <a:gd name="connsiteY8" fmla="*/ 14811 h 24967"/>
                <a:gd name="connsiteX9" fmla="*/ 2571 w 21695"/>
                <a:gd name="connsiteY9" fmla="*/ 12479 h 24967"/>
                <a:gd name="connsiteX10" fmla="*/ 5369 w 21695"/>
                <a:gd name="connsiteY10" fmla="*/ 11080 h 24967"/>
                <a:gd name="connsiteX11" fmla="*/ 8518 w 21695"/>
                <a:gd name="connsiteY11" fmla="*/ 10263 h 24967"/>
                <a:gd name="connsiteX12" fmla="*/ 11900 w 21695"/>
                <a:gd name="connsiteY12" fmla="*/ 10263 h 24967"/>
                <a:gd name="connsiteX13" fmla="*/ 16681 w 21695"/>
                <a:gd name="connsiteY13" fmla="*/ 10263 h 24967"/>
                <a:gd name="connsiteX14" fmla="*/ 16681 w 21695"/>
                <a:gd name="connsiteY14" fmla="*/ 9564 h 24967"/>
                <a:gd name="connsiteX15" fmla="*/ 15048 w 21695"/>
                <a:gd name="connsiteY15" fmla="*/ 6182 h 24967"/>
                <a:gd name="connsiteX16" fmla="*/ 11083 w 21695"/>
                <a:gd name="connsiteY16" fmla="*/ 5132 h 24967"/>
                <a:gd name="connsiteX17" fmla="*/ 7585 w 21695"/>
                <a:gd name="connsiteY17" fmla="*/ 5132 h 24967"/>
                <a:gd name="connsiteX18" fmla="*/ 4670 w 21695"/>
                <a:gd name="connsiteY18" fmla="*/ 6998 h 24967"/>
                <a:gd name="connsiteX19" fmla="*/ 1521 w 21695"/>
                <a:gd name="connsiteY19" fmla="*/ 3850 h 24967"/>
                <a:gd name="connsiteX20" fmla="*/ 6302 w 21695"/>
                <a:gd name="connsiteY20" fmla="*/ 934 h 24967"/>
                <a:gd name="connsiteX21" fmla="*/ 11783 w 21695"/>
                <a:gd name="connsiteY21" fmla="*/ 1 h 24967"/>
                <a:gd name="connsiteX22" fmla="*/ 16098 w 21695"/>
                <a:gd name="connsiteY22" fmla="*/ 584 h 24967"/>
                <a:gd name="connsiteX23" fmla="*/ 19013 w 21695"/>
                <a:gd name="connsiteY23" fmla="*/ 2100 h 24967"/>
                <a:gd name="connsiteX24" fmla="*/ 20762 w 21695"/>
                <a:gd name="connsiteY24" fmla="*/ 4199 h 24967"/>
                <a:gd name="connsiteX25" fmla="*/ 21695 w 21695"/>
                <a:gd name="connsiteY25" fmla="*/ 6532 h 24967"/>
                <a:gd name="connsiteX26" fmla="*/ 21695 w 21695"/>
                <a:gd name="connsiteY26" fmla="*/ 8864 h 24967"/>
                <a:gd name="connsiteX27" fmla="*/ 21695 w 21695"/>
                <a:gd name="connsiteY27" fmla="*/ 24374 h 24967"/>
                <a:gd name="connsiteX28" fmla="*/ 16331 w 21695"/>
                <a:gd name="connsiteY28" fmla="*/ 24374 h 24967"/>
                <a:gd name="connsiteX29" fmla="*/ 16448 w 21695"/>
                <a:gd name="connsiteY29" fmla="*/ 13529 h 24967"/>
                <a:gd name="connsiteX30" fmla="*/ 12016 w 21695"/>
                <a:gd name="connsiteY30" fmla="*/ 13529 h 24967"/>
                <a:gd name="connsiteX31" fmla="*/ 9101 w 21695"/>
                <a:gd name="connsiteY31" fmla="*/ 13529 h 24967"/>
                <a:gd name="connsiteX32" fmla="*/ 6769 w 21695"/>
                <a:gd name="connsiteY32" fmla="*/ 14578 h 24967"/>
                <a:gd name="connsiteX33" fmla="*/ 5836 w 21695"/>
                <a:gd name="connsiteY33" fmla="*/ 16677 h 24967"/>
                <a:gd name="connsiteX34" fmla="*/ 5836 w 21695"/>
                <a:gd name="connsiteY34" fmla="*/ 18076 h 24967"/>
                <a:gd name="connsiteX35" fmla="*/ 6769 w 21695"/>
                <a:gd name="connsiteY35" fmla="*/ 19009 h 24967"/>
                <a:gd name="connsiteX36" fmla="*/ 8168 w 21695"/>
                <a:gd name="connsiteY36" fmla="*/ 19009 h 24967"/>
                <a:gd name="connsiteX37" fmla="*/ 9684 w 21695"/>
                <a:gd name="connsiteY37" fmla="*/ 19009 h 24967"/>
                <a:gd name="connsiteX38" fmla="*/ 14232 w 21695"/>
                <a:gd name="connsiteY38" fmla="*/ 17493 h 24967"/>
                <a:gd name="connsiteX39" fmla="*/ 15748 w 21695"/>
                <a:gd name="connsiteY39" fmla="*/ 13529 h 24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1695" h="24967">
                  <a:moveTo>
                    <a:pt x="16448" y="20992"/>
                  </a:moveTo>
                  <a:lnTo>
                    <a:pt x="16448" y="20992"/>
                  </a:lnTo>
                  <a:cubicBezTo>
                    <a:pt x="15693" y="22283"/>
                    <a:pt x="14550" y="23303"/>
                    <a:pt x="13182" y="23907"/>
                  </a:cubicBezTo>
                  <a:cubicBezTo>
                    <a:pt x="11806" y="24582"/>
                    <a:pt x="10283" y="24903"/>
                    <a:pt x="8751" y="24840"/>
                  </a:cubicBezTo>
                  <a:cubicBezTo>
                    <a:pt x="7708" y="25010"/>
                    <a:pt x="6645" y="25010"/>
                    <a:pt x="5602" y="24840"/>
                  </a:cubicBezTo>
                  <a:cubicBezTo>
                    <a:pt x="4593" y="24605"/>
                    <a:pt x="3641" y="24169"/>
                    <a:pt x="2804" y="23557"/>
                  </a:cubicBezTo>
                  <a:cubicBezTo>
                    <a:pt x="1994" y="22967"/>
                    <a:pt x="1319" y="22212"/>
                    <a:pt x="821" y="21342"/>
                  </a:cubicBezTo>
                  <a:cubicBezTo>
                    <a:pt x="256" y="20391"/>
                    <a:pt x="-27" y="19299"/>
                    <a:pt x="5" y="18193"/>
                  </a:cubicBezTo>
                  <a:cubicBezTo>
                    <a:pt x="-38" y="17026"/>
                    <a:pt x="202" y="15865"/>
                    <a:pt x="705" y="14811"/>
                  </a:cubicBezTo>
                  <a:cubicBezTo>
                    <a:pt x="1194" y="13936"/>
                    <a:pt x="1824" y="13148"/>
                    <a:pt x="2571" y="12479"/>
                  </a:cubicBezTo>
                  <a:cubicBezTo>
                    <a:pt x="3428" y="11875"/>
                    <a:pt x="4372" y="11404"/>
                    <a:pt x="5369" y="11080"/>
                  </a:cubicBezTo>
                  <a:cubicBezTo>
                    <a:pt x="6365" y="10632"/>
                    <a:pt x="7430" y="10356"/>
                    <a:pt x="8518" y="10263"/>
                  </a:cubicBezTo>
                  <a:lnTo>
                    <a:pt x="11900" y="10263"/>
                  </a:lnTo>
                  <a:lnTo>
                    <a:pt x="16681" y="10263"/>
                  </a:lnTo>
                  <a:lnTo>
                    <a:pt x="16681" y="9564"/>
                  </a:lnTo>
                  <a:cubicBezTo>
                    <a:pt x="16739" y="8234"/>
                    <a:pt x="16125" y="6964"/>
                    <a:pt x="15048" y="6182"/>
                  </a:cubicBezTo>
                  <a:cubicBezTo>
                    <a:pt x="13864" y="5437"/>
                    <a:pt x="12481" y="5071"/>
                    <a:pt x="11083" y="5132"/>
                  </a:cubicBezTo>
                  <a:cubicBezTo>
                    <a:pt x="9924" y="4957"/>
                    <a:pt x="8744" y="4957"/>
                    <a:pt x="7585" y="5132"/>
                  </a:cubicBezTo>
                  <a:cubicBezTo>
                    <a:pt x="6531" y="5616"/>
                    <a:pt x="5550" y="6244"/>
                    <a:pt x="4670" y="6998"/>
                  </a:cubicBezTo>
                  <a:lnTo>
                    <a:pt x="1521" y="3850"/>
                  </a:lnTo>
                  <a:cubicBezTo>
                    <a:pt x="2854" y="2504"/>
                    <a:pt x="4495" y="1503"/>
                    <a:pt x="6302" y="934"/>
                  </a:cubicBezTo>
                  <a:cubicBezTo>
                    <a:pt x="8068" y="333"/>
                    <a:pt x="9918" y="18"/>
                    <a:pt x="11783" y="1"/>
                  </a:cubicBezTo>
                  <a:cubicBezTo>
                    <a:pt x="13242" y="-18"/>
                    <a:pt x="14696" y="179"/>
                    <a:pt x="16098" y="584"/>
                  </a:cubicBezTo>
                  <a:cubicBezTo>
                    <a:pt x="17148" y="922"/>
                    <a:pt x="18133" y="1435"/>
                    <a:pt x="19013" y="2100"/>
                  </a:cubicBezTo>
                  <a:cubicBezTo>
                    <a:pt x="19718" y="2688"/>
                    <a:pt x="20311" y="3400"/>
                    <a:pt x="20762" y="4199"/>
                  </a:cubicBezTo>
                  <a:cubicBezTo>
                    <a:pt x="21192" y="4924"/>
                    <a:pt x="21506" y="5711"/>
                    <a:pt x="21695" y="6532"/>
                  </a:cubicBezTo>
                  <a:lnTo>
                    <a:pt x="21695" y="8864"/>
                  </a:lnTo>
                  <a:lnTo>
                    <a:pt x="21695" y="24374"/>
                  </a:lnTo>
                  <a:lnTo>
                    <a:pt x="16331" y="24374"/>
                  </a:lnTo>
                  <a:close/>
                  <a:moveTo>
                    <a:pt x="16448" y="13529"/>
                  </a:moveTo>
                  <a:lnTo>
                    <a:pt x="12016" y="13529"/>
                  </a:lnTo>
                  <a:cubicBezTo>
                    <a:pt x="11048" y="13407"/>
                    <a:pt x="10069" y="13407"/>
                    <a:pt x="9101" y="13529"/>
                  </a:cubicBezTo>
                  <a:cubicBezTo>
                    <a:pt x="8259" y="13712"/>
                    <a:pt x="7464" y="14069"/>
                    <a:pt x="6769" y="14578"/>
                  </a:cubicBezTo>
                  <a:cubicBezTo>
                    <a:pt x="6091" y="15049"/>
                    <a:pt x="5731" y="15858"/>
                    <a:pt x="5836" y="16677"/>
                  </a:cubicBezTo>
                  <a:cubicBezTo>
                    <a:pt x="5700" y="17134"/>
                    <a:pt x="5700" y="17620"/>
                    <a:pt x="5836" y="18076"/>
                  </a:cubicBezTo>
                  <a:cubicBezTo>
                    <a:pt x="6085" y="18444"/>
                    <a:pt x="6401" y="18760"/>
                    <a:pt x="6769" y="19009"/>
                  </a:cubicBezTo>
                  <a:cubicBezTo>
                    <a:pt x="7231" y="19100"/>
                    <a:pt x="7706" y="19100"/>
                    <a:pt x="8168" y="19009"/>
                  </a:cubicBezTo>
                  <a:lnTo>
                    <a:pt x="9684" y="19009"/>
                  </a:lnTo>
                  <a:cubicBezTo>
                    <a:pt x="11339" y="19111"/>
                    <a:pt x="12969" y="18568"/>
                    <a:pt x="14232" y="17493"/>
                  </a:cubicBezTo>
                  <a:cubicBezTo>
                    <a:pt x="15238" y="16422"/>
                    <a:pt x="15783" y="14998"/>
                    <a:pt x="15748" y="13529"/>
                  </a:cubicBez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5D2BFECD-C83E-BC45-95F0-F63511978205}"/>
                </a:ext>
              </a:extLst>
            </p:cNvPr>
            <p:cNvSpPr/>
            <p:nvPr/>
          </p:nvSpPr>
          <p:spPr>
            <a:xfrm>
              <a:off x="9611152" y="1996548"/>
              <a:ext cx="6063" cy="37899"/>
            </a:xfrm>
            <a:custGeom>
              <a:avLst/>
              <a:gdLst>
                <a:gd name="connsiteX0" fmla="*/ 0 w 6063"/>
                <a:gd name="connsiteY0" fmla="*/ 0 h 37899"/>
                <a:gd name="connsiteX1" fmla="*/ 6064 w 6063"/>
                <a:gd name="connsiteY1" fmla="*/ 0 h 37899"/>
                <a:gd name="connsiteX2" fmla="*/ 6064 w 6063"/>
                <a:gd name="connsiteY2" fmla="*/ 37899 h 37899"/>
                <a:gd name="connsiteX3" fmla="*/ 0 w 6063"/>
                <a:gd name="connsiteY3" fmla="*/ 37899 h 37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3" h="37899">
                  <a:moveTo>
                    <a:pt x="0" y="0"/>
                  </a:moveTo>
                  <a:lnTo>
                    <a:pt x="6064" y="0"/>
                  </a:lnTo>
                  <a:lnTo>
                    <a:pt x="6064" y="37899"/>
                  </a:lnTo>
                  <a:lnTo>
                    <a:pt x="0" y="37899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A64B1F4F-E416-8E4B-AB3C-9D715641E447}"/>
                </a:ext>
              </a:extLst>
            </p:cNvPr>
            <p:cNvSpPr/>
            <p:nvPr/>
          </p:nvSpPr>
          <p:spPr>
            <a:xfrm>
              <a:off x="9639139" y="1999369"/>
              <a:ext cx="26121" cy="35078"/>
            </a:xfrm>
            <a:custGeom>
              <a:avLst/>
              <a:gdLst>
                <a:gd name="connsiteX0" fmla="*/ 0 w 26121"/>
                <a:gd name="connsiteY0" fmla="*/ 95 h 35078"/>
                <a:gd name="connsiteX1" fmla="*/ 11661 w 26121"/>
                <a:gd name="connsiteY1" fmla="*/ 95 h 35078"/>
                <a:gd name="connsiteX2" fmla="*/ 16559 w 26121"/>
                <a:gd name="connsiteY2" fmla="*/ 95 h 35078"/>
                <a:gd name="connsiteX3" fmla="*/ 20874 w 26121"/>
                <a:gd name="connsiteY3" fmla="*/ 1727 h 35078"/>
                <a:gd name="connsiteX4" fmla="*/ 23789 w 26121"/>
                <a:gd name="connsiteY4" fmla="*/ 4876 h 35078"/>
                <a:gd name="connsiteX5" fmla="*/ 24839 w 26121"/>
                <a:gd name="connsiteY5" fmla="*/ 9774 h 35078"/>
                <a:gd name="connsiteX6" fmla="*/ 22740 w 26121"/>
                <a:gd name="connsiteY6" fmla="*/ 16304 h 35078"/>
                <a:gd name="connsiteX7" fmla="*/ 16676 w 26121"/>
                <a:gd name="connsiteY7" fmla="*/ 19452 h 35078"/>
                <a:gd name="connsiteX8" fmla="*/ 26121 w 26121"/>
                <a:gd name="connsiteY8" fmla="*/ 35079 h 35078"/>
                <a:gd name="connsiteX9" fmla="*/ 18542 w 26121"/>
                <a:gd name="connsiteY9" fmla="*/ 35079 h 35078"/>
                <a:gd name="connsiteX10" fmla="*/ 11661 w 26121"/>
                <a:gd name="connsiteY10" fmla="*/ 19919 h 35078"/>
                <a:gd name="connsiteX11" fmla="*/ 7113 w 26121"/>
                <a:gd name="connsiteY11" fmla="*/ 19919 h 35078"/>
                <a:gd name="connsiteX12" fmla="*/ 7113 w 26121"/>
                <a:gd name="connsiteY12" fmla="*/ 35079 h 35078"/>
                <a:gd name="connsiteX13" fmla="*/ 0 w 26121"/>
                <a:gd name="connsiteY13" fmla="*/ 35079 h 35078"/>
                <a:gd name="connsiteX14" fmla="*/ 11661 w 26121"/>
                <a:gd name="connsiteY14" fmla="*/ 15138 h 35078"/>
                <a:gd name="connsiteX15" fmla="*/ 14343 w 26121"/>
                <a:gd name="connsiteY15" fmla="*/ 15138 h 35078"/>
                <a:gd name="connsiteX16" fmla="*/ 16792 w 26121"/>
                <a:gd name="connsiteY16" fmla="*/ 15138 h 35078"/>
                <a:gd name="connsiteX17" fmla="*/ 18658 w 26121"/>
                <a:gd name="connsiteY17" fmla="*/ 13622 h 35078"/>
                <a:gd name="connsiteX18" fmla="*/ 19358 w 26121"/>
                <a:gd name="connsiteY18" fmla="*/ 10940 h 35078"/>
                <a:gd name="connsiteX19" fmla="*/ 18658 w 26121"/>
                <a:gd name="connsiteY19" fmla="*/ 8491 h 35078"/>
                <a:gd name="connsiteX20" fmla="*/ 17026 w 26121"/>
                <a:gd name="connsiteY20" fmla="*/ 6975 h 35078"/>
                <a:gd name="connsiteX21" fmla="*/ 14693 w 26121"/>
                <a:gd name="connsiteY21" fmla="*/ 6975 h 35078"/>
                <a:gd name="connsiteX22" fmla="*/ 6764 w 26121"/>
                <a:gd name="connsiteY22" fmla="*/ 6975 h 35078"/>
                <a:gd name="connsiteX23" fmla="*/ 6764 w 26121"/>
                <a:gd name="connsiteY23" fmla="*/ 16537 h 35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121" h="35078">
                  <a:moveTo>
                    <a:pt x="0" y="95"/>
                  </a:moveTo>
                  <a:lnTo>
                    <a:pt x="11661" y="95"/>
                  </a:lnTo>
                  <a:cubicBezTo>
                    <a:pt x="13292" y="-32"/>
                    <a:pt x="14929" y="-32"/>
                    <a:pt x="16559" y="95"/>
                  </a:cubicBezTo>
                  <a:cubicBezTo>
                    <a:pt x="18070" y="424"/>
                    <a:pt x="19524" y="974"/>
                    <a:pt x="20874" y="1727"/>
                  </a:cubicBezTo>
                  <a:cubicBezTo>
                    <a:pt x="22074" y="2539"/>
                    <a:pt x="23072" y="3617"/>
                    <a:pt x="23789" y="4876"/>
                  </a:cubicBezTo>
                  <a:cubicBezTo>
                    <a:pt x="24543" y="6395"/>
                    <a:pt x="24904" y="8079"/>
                    <a:pt x="24839" y="9774"/>
                  </a:cubicBezTo>
                  <a:cubicBezTo>
                    <a:pt x="24928" y="12129"/>
                    <a:pt x="24185" y="14442"/>
                    <a:pt x="22740" y="16304"/>
                  </a:cubicBezTo>
                  <a:cubicBezTo>
                    <a:pt x="21220" y="18122"/>
                    <a:pt x="19037" y="19256"/>
                    <a:pt x="16676" y="19452"/>
                  </a:cubicBezTo>
                  <a:lnTo>
                    <a:pt x="26121" y="35079"/>
                  </a:lnTo>
                  <a:lnTo>
                    <a:pt x="18542" y="35079"/>
                  </a:lnTo>
                  <a:lnTo>
                    <a:pt x="11661" y="19919"/>
                  </a:lnTo>
                  <a:lnTo>
                    <a:pt x="7113" y="19919"/>
                  </a:lnTo>
                  <a:lnTo>
                    <a:pt x="7113" y="35079"/>
                  </a:lnTo>
                  <a:lnTo>
                    <a:pt x="0" y="35079"/>
                  </a:lnTo>
                  <a:close/>
                  <a:moveTo>
                    <a:pt x="11661" y="15138"/>
                  </a:moveTo>
                  <a:lnTo>
                    <a:pt x="14343" y="15138"/>
                  </a:lnTo>
                  <a:cubicBezTo>
                    <a:pt x="15154" y="15271"/>
                    <a:pt x="15981" y="15271"/>
                    <a:pt x="16792" y="15138"/>
                  </a:cubicBezTo>
                  <a:cubicBezTo>
                    <a:pt x="17556" y="14838"/>
                    <a:pt x="18208" y="14308"/>
                    <a:pt x="18658" y="13622"/>
                  </a:cubicBezTo>
                  <a:cubicBezTo>
                    <a:pt x="19180" y="12829"/>
                    <a:pt x="19426" y="11886"/>
                    <a:pt x="19358" y="10940"/>
                  </a:cubicBezTo>
                  <a:cubicBezTo>
                    <a:pt x="19409" y="10068"/>
                    <a:pt x="19163" y="9204"/>
                    <a:pt x="18658" y="8491"/>
                  </a:cubicBezTo>
                  <a:cubicBezTo>
                    <a:pt x="18265" y="7844"/>
                    <a:pt x="17700" y="7319"/>
                    <a:pt x="17026" y="6975"/>
                  </a:cubicBezTo>
                  <a:lnTo>
                    <a:pt x="14693" y="6975"/>
                  </a:lnTo>
                  <a:lnTo>
                    <a:pt x="6764" y="6975"/>
                  </a:lnTo>
                  <a:lnTo>
                    <a:pt x="6764" y="16537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F0DD3A2A-EE05-D341-AA36-B0618635F2E9}"/>
                </a:ext>
              </a:extLst>
            </p:cNvPr>
            <p:cNvSpPr/>
            <p:nvPr/>
          </p:nvSpPr>
          <p:spPr>
            <a:xfrm>
              <a:off x="9670842" y="2010308"/>
              <a:ext cx="21473" cy="24743"/>
            </a:xfrm>
            <a:custGeom>
              <a:avLst/>
              <a:gdLst>
                <a:gd name="connsiteX0" fmla="*/ 21473 w 21473"/>
                <a:gd name="connsiteY0" fmla="*/ 24139 h 24743"/>
                <a:gd name="connsiteX1" fmla="*/ 15759 w 21473"/>
                <a:gd name="connsiteY1" fmla="*/ 24139 h 24743"/>
                <a:gd name="connsiteX2" fmla="*/ 15759 w 21473"/>
                <a:gd name="connsiteY2" fmla="*/ 20291 h 24743"/>
                <a:gd name="connsiteX3" fmla="*/ 15759 w 21473"/>
                <a:gd name="connsiteY3" fmla="*/ 20291 h 24743"/>
                <a:gd name="connsiteX4" fmla="*/ 13194 w 21473"/>
                <a:gd name="connsiteY4" fmla="*/ 23439 h 24743"/>
                <a:gd name="connsiteX5" fmla="*/ 8412 w 21473"/>
                <a:gd name="connsiteY5" fmla="*/ 24722 h 24743"/>
                <a:gd name="connsiteX6" fmla="*/ 4331 w 21473"/>
                <a:gd name="connsiteY6" fmla="*/ 24022 h 24743"/>
                <a:gd name="connsiteX7" fmla="*/ 1649 w 21473"/>
                <a:gd name="connsiteY7" fmla="*/ 21923 h 24743"/>
                <a:gd name="connsiteX8" fmla="*/ 133 w 21473"/>
                <a:gd name="connsiteY8" fmla="*/ 18891 h 24743"/>
                <a:gd name="connsiteX9" fmla="*/ 133 w 21473"/>
                <a:gd name="connsiteY9" fmla="*/ 15276 h 24743"/>
                <a:gd name="connsiteX10" fmla="*/ 133 w 21473"/>
                <a:gd name="connsiteY10" fmla="*/ 117 h 24743"/>
                <a:gd name="connsiteX11" fmla="*/ 6197 w 21473"/>
                <a:gd name="connsiteY11" fmla="*/ 117 h 24743"/>
                <a:gd name="connsiteX12" fmla="*/ 6197 w 21473"/>
                <a:gd name="connsiteY12" fmla="*/ 11778 h 24743"/>
                <a:gd name="connsiteX13" fmla="*/ 6197 w 21473"/>
                <a:gd name="connsiteY13" fmla="*/ 13994 h 24743"/>
                <a:gd name="connsiteX14" fmla="*/ 6197 w 21473"/>
                <a:gd name="connsiteY14" fmla="*/ 16209 h 24743"/>
                <a:gd name="connsiteX15" fmla="*/ 7480 w 21473"/>
                <a:gd name="connsiteY15" fmla="*/ 18075 h 24743"/>
                <a:gd name="connsiteX16" fmla="*/ 9928 w 21473"/>
                <a:gd name="connsiteY16" fmla="*/ 18775 h 24743"/>
                <a:gd name="connsiteX17" fmla="*/ 12494 w 21473"/>
                <a:gd name="connsiteY17" fmla="*/ 18775 h 24743"/>
                <a:gd name="connsiteX18" fmla="*/ 15176 w 21473"/>
                <a:gd name="connsiteY18" fmla="*/ 15393 h 24743"/>
                <a:gd name="connsiteX19" fmla="*/ 15176 w 21473"/>
                <a:gd name="connsiteY19" fmla="*/ 13177 h 24743"/>
                <a:gd name="connsiteX20" fmla="*/ 15176 w 21473"/>
                <a:gd name="connsiteY20" fmla="*/ 0 h 24743"/>
                <a:gd name="connsiteX21" fmla="*/ 21123 w 21473"/>
                <a:gd name="connsiteY21" fmla="*/ 0 h 24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473" h="24743">
                  <a:moveTo>
                    <a:pt x="21473" y="24139"/>
                  </a:moveTo>
                  <a:lnTo>
                    <a:pt x="15759" y="24139"/>
                  </a:lnTo>
                  <a:lnTo>
                    <a:pt x="15759" y="20291"/>
                  </a:lnTo>
                  <a:lnTo>
                    <a:pt x="15759" y="20291"/>
                  </a:lnTo>
                  <a:cubicBezTo>
                    <a:pt x="15146" y="21516"/>
                    <a:pt x="14270" y="22591"/>
                    <a:pt x="13194" y="23439"/>
                  </a:cubicBezTo>
                  <a:cubicBezTo>
                    <a:pt x="11792" y="24398"/>
                    <a:pt x="10106" y="24851"/>
                    <a:pt x="8412" y="24722"/>
                  </a:cubicBezTo>
                  <a:cubicBezTo>
                    <a:pt x="7021" y="24734"/>
                    <a:pt x="5639" y="24497"/>
                    <a:pt x="4331" y="24022"/>
                  </a:cubicBezTo>
                  <a:cubicBezTo>
                    <a:pt x="3321" y="23485"/>
                    <a:pt x="2413" y="22774"/>
                    <a:pt x="1649" y="21923"/>
                  </a:cubicBezTo>
                  <a:cubicBezTo>
                    <a:pt x="984" y="21000"/>
                    <a:pt x="472" y="19977"/>
                    <a:pt x="133" y="18891"/>
                  </a:cubicBezTo>
                  <a:cubicBezTo>
                    <a:pt x="-44" y="17693"/>
                    <a:pt x="-44" y="16475"/>
                    <a:pt x="133" y="15276"/>
                  </a:cubicBezTo>
                  <a:lnTo>
                    <a:pt x="133" y="117"/>
                  </a:lnTo>
                  <a:lnTo>
                    <a:pt x="6197" y="117"/>
                  </a:lnTo>
                  <a:lnTo>
                    <a:pt x="6197" y="11778"/>
                  </a:lnTo>
                  <a:cubicBezTo>
                    <a:pt x="6144" y="12516"/>
                    <a:pt x="6144" y="13256"/>
                    <a:pt x="6197" y="13994"/>
                  </a:cubicBezTo>
                  <a:cubicBezTo>
                    <a:pt x="6075" y="14727"/>
                    <a:pt x="6075" y="15476"/>
                    <a:pt x="6197" y="16209"/>
                  </a:cubicBezTo>
                  <a:cubicBezTo>
                    <a:pt x="6487" y="16916"/>
                    <a:pt x="6924" y="17552"/>
                    <a:pt x="7480" y="18075"/>
                  </a:cubicBezTo>
                  <a:cubicBezTo>
                    <a:pt x="8193" y="18580"/>
                    <a:pt x="9056" y="18826"/>
                    <a:pt x="9928" y="18775"/>
                  </a:cubicBezTo>
                  <a:cubicBezTo>
                    <a:pt x="10772" y="18973"/>
                    <a:pt x="11650" y="18973"/>
                    <a:pt x="12494" y="18775"/>
                  </a:cubicBezTo>
                  <a:cubicBezTo>
                    <a:pt x="13863" y="18124"/>
                    <a:pt x="14854" y="16875"/>
                    <a:pt x="15176" y="15393"/>
                  </a:cubicBezTo>
                  <a:cubicBezTo>
                    <a:pt x="15288" y="14659"/>
                    <a:pt x="15288" y="13912"/>
                    <a:pt x="15176" y="13177"/>
                  </a:cubicBezTo>
                  <a:lnTo>
                    <a:pt x="15176" y="0"/>
                  </a:lnTo>
                  <a:lnTo>
                    <a:pt x="21123" y="0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B24106E9-D743-CD48-A69E-8DDDF6A40FB0}"/>
                </a:ext>
              </a:extLst>
            </p:cNvPr>
            <p:cNvSpPr/>
            <p:nvPr/>
          </p:nvSpPr>
          <p:spPr>
            <a:xfrm>
              <a:off x="9699195" y="2009722"/>
              <a:ext cx="15159" cy="24725"/>
            </a:xfrm>
            <a:custGeom>
              <a:avLst/>
              <a:gdLst>
                <a:gd name="connsiteX0" fmla="*/ 0 w 15159"/>
                <a:gd name="connsiteY0" fmla="*/ 587 h 24725"/>
                <a:gd name="connsiteX1" fmla="*/ 5947 w 15159"/>
                <a:gd name="connsiteY1" fmla="*/ 587 h 24725"/>
                <a:gd name="connsiteX2" fmla="*/ 5947 w 15159"/>
                <a:gd name="connsiteY2" fmla="*/ 4435 h 24725"/>
                <a:gd name="connsiteX3" fmla="*/ 5947 w 15159"/>
                <a:gd name="connsiteY3" fmla="*/ 4435 h 24725"/>
                <a:gd name="connsiteX4" fmla="*/ 8746 w 15159"/>
                <a:gd name="connsiteY4" fmla="*/ 1170 h 24725"/>
                <a:gd name="connsiteX5" fmla="*/ 13061 w 15159"/>
                <a:gd name="connsiteY5" fmla="*/ 4 h 24725"/>
                <a:gd name="connsiteX6" fmla="*/ 14110 w 15159"/>
                <a:gd name="connsiteY6" fmla="*/ 4 h 24725"/>
                <a:gd name="connsiteX7" fmla="*/ 15160 w 15159"/>
                <a:gd name="connsiteY7" fmla="*/ 4 h 24725"/>
                <a:gd name="connsiteX8" fmla="*/ 15160 w 15159"/>
                <a:gd name="connsiteY8" fmla="*/ 5834 h 24725"/>
                <a:gd name="connsiteX9" fmla="*/ 13760 w 15159"/>
                <a:gd name="connsiteY9" fmla="*/ 5834 h 24725"/>
                <a:gd name="connsiteX10" fmla="*/ 12244 w 15159"/>
                <a:gd name="connsiteY10" fmla="*/ 5834 h 24725"/>
                <a:gd name="connsiteX11" fmla="*/ 8863 w 15159"/>
                <a:gd name="connsiteY11" fmla="*/ 6651 h 24725"/>
                <a:gd name="connsiteX12" fmla="*/ 6997 w 15159"/>
                <a:gd name="connsiteY12" fmla="*/ 8400 h 24725"/>
                <a:gd name="connsiteX13" fmla="*/ 6064 w 15159"/>
                <a:gd name="connsiteY13" fmla="*/ 10382 h 24725"/>
                <a:gd name="connsiteX14" fmla="*/ 6064 w 15159"/>
                <a:gd name="connsiteY14" fmla="*/ 11898 h 24725"/>
                <a:gd name="connsiteX15" fmla="*/ 6064 w 15159"/>
                <a:gd name="connsiteY15" fmla="*/ 24726 h 24725"/>
                <a:gd name="connsiteX16" fmla="*/ 117 w 15159"/>
                <a:gd name="connsiteY16" fmla="*/ 24726 h 2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159" h="24725">
                  <a:moveTo>
                    <a:pt x="0" y="587"/>
                  </a:moveTo>
                  <a:lnTo>
                    <a:pt x="5947" y="587"/>
                  </a:lnTo>
                  <a:lnTo>
                    <a:pt x="5947" y="4435"/>
                  </a:lnTo>
                  <a:lnTo>
                    <a:pt x="5947" y="4435"/>
                  </a:lnTo>
                  <a:cubicBezTo>
                    <a:pt x="6585" y="3125"/>
                    <a:pt x="7549" y="2001"/>
                    <a:pt x="8746" y="1170"/>
                  </a:cubicBezTo>
                  <a:cubicBezTo>
                    <a:pt x="10037" y="363"/>
                    <a:pt x="11539" y="-43"/>
                    <a:pt x="13061" y="4"/>
                  </a:cubicBezTo>
                  <a:lnTo>
                    <a:pt x="14110" y="4"/>
                  </a:lnTo>
                  <a:lnTo>
                    <a:pt x="15160" y="4"/>
                  </a:lnTo>
                  <a:lnTo>
                    <a:pt x="15160" y="5834"/>
                  </a:lnTo>
                  <a:lnTo>
                    <a:pt x="13760" y="5834"/>
                  </a:lnTo>
                  <a:lnTo>
                    <a:pt x="12244" y="5834"/>
                  </a:lnTo>
                  <a:cubicBezTo>
                    <a:pt x="11062" y="5770"/>
                    <a:pt x="9886" y="6054"/>
                    <a:pt x="8863" y="6651"/>
                  </a:cubicBezTo>
                  <a:cubicBezTo>
                    <a:pt x="8109" y="7075"/>
                    <a:pt x="7469" y="7675"/>
                    <a:pt x="6997" y="8400"/>
                  </a:cubicBezTo>
                  <a:cubicBezTo>
                    <a:pt x="6547" y="8986"/>
                    <a:pt x="6229" y="9662"/>
                    <a:pt x="6064" y="10382"/>
                  </a:cubicBezTo>
                  <a:cubicBezTo>
                    <a:pt x="6033" y="10887"/>
                    <a:pt x="6033" y="11393"/>
                    <a:pt x="6064" y="11898"/>
                  </a:cubicBezTo>
                  <a:lnTo>
                    <a:pt x="6064" y="24726"/>
                  </a:lnTo>
                  <a:lnTo>
                    <a:pt x="117" y="24726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92487706-5AEE-3B40-8A4D-B5CF82BDA2DA}"/>
                </a:ext>
              </a:extLst>
            </p:cNvPr>
            <p:cNvSpPr/>
            <p:nvPr/>
          </p:nvSpPr>
          <p:spPr>
            <a:xfrm>
              <a:off x="9717148" y="2010074"/>
              <a:ext cx="21663" cy="24973"/>
            </a:xfrm>
            <a:custGeom>
              <a:avLst/>
              <a:gdLst>
                <a:gd name="connsiteX0" fmla="*/ 16448 w 21663"/>
                <a:gd name="connsiteY0" fmla="*/ 20992 h 24973"/>
                <a:gd name="connsiteX1" fmla="*/ 16448 w 21663"/>
                <a:gd name="connsiteY1" fmla="*/ 20992 h 24973"/>
                <a:gd name="connsiteX2" fmla="*/ 13066 w 21663"/>
                <a:gd name="connsiteY2" fmla="*/ 23907 h 24973"/>
                <a:gd name="connsiteX3" fmla="*/ 8751 w 21663"/>
                <a:gd name="connsiteY3" fmla="*/ 24840 h 24973"/>
                <a:gd name="connsiteX4" fmla="*/ 5486 w 21663"/>
                <a:gd name="connsiteY4" fmla="*/ 24840 h 24973"/>
                <a:gd name="connsiteX5" fmla="*/ 2687 w 21663"/>
                <a:gd name="connsiteY5" fmla="*/ 23557 h 24973"/>
                <a:gd name="connsiteX6" fmla="*/ 705 w 21663"/>
                <a:gd name="connsiteY6" fmla="*/ 21342 h 24973"/>
                <a:gd name="connsiteX7" fmla="*/ 5 w 21663"/>
                <a:gd name="connsiteY7" fmla="*/ 18193 h 24973"/>
                <a:gd name="connsiteX8" fmla="*/ 705 w 21663"/>
                <a:gd name="connsiteY8" fmla="*/ 14811 h 24973"/>
                <a:gd name="connsiteX9" fmla="*/ 2571 w 21663"/>
                <a:gd name="connsiteY9" fmla="*/ 12479 h 24973"/>
                <a:gd name="connsiteX10" fmla="*/ 5253 w 21663"/>
                <a:gd name="connsiteY10" fmla="*/ 11080 h 24973"/>
                <a:gd name="connsiteX11" fmla="*/ 8518 w 21663"/>
                <a:gd name="connsiteY11" fmla="*/ 10263 h 24973"/>
                <a:gd name="connsiteX12" fmla="*/ 11900 w 21663"/>
                <a:gd name="connsiteY12" fmla="*/ 10263 h 24973"/>
                <a:gd name="connsiteX13" fmla="*/ 16564 w 21663"/>
                <a:gd name="connsiteY13" fmla="*/ 10263 h 24973"/>
                <a:gd name="connsiteX14" fmla="*/ 16564 w 21663"/>
                <a:gd name="connsiteY14" fmla="*/ 9564 h 24973"/>
                <a:gd name="connsiteX15" fmla="*/ 15048 w 21663"/>
                <a:gd name="connsiteY15" fmla="*/ 6182 h 24973"/>
                <a:gd name="connsiteX16" fmla="*/ 11083 w 21663"/>
                <a:gd name="connsiteY16" fmla="*/ 5132 h 24973"/>
                <a:gd name="connsiteX17" fmla="*/ 7468 w 21663"/>
                <a:gd name="connsiteY17" fmla="*/ 5132 h 24973"/>
                <a:gd name="connsiteX18" fmla="*/ 4670 w 21663"/>
                <a:gd name="connsiteY18" fmla="*/ 6998 h 24973"/>
                <a:gd name="connsiteX19" fmla="*/ 1521 w 21663"/>
                <a:gd name="connsiteY19" fmla="*/ 3850 h 24973"/>
                <a:gd name="connsiteX20" fmla="*/ 6186 w 21663"/>
                <a:gd name="connsiteY20" fmla="*/ 934 h 24973"/>
                <a:gd name="connsiteX21" fmla="*/ 11666 w 21663"/>
                <a:gd name="connsiteY21" fmla="*/ 1 h 24973"/>
                <a:gd name="connsiteX22" fmla="*/ 15981 w 21663"/>
                <a:gd name="connsiteY22" fmla="*/ 584 h 24973"/>
                <a:gd name="connsiteX23" fmla="*/ 18896 w 21663"/>
                <a:gd name="connsiteY23" fmla="*/ 2100 h 24973"/>
                <a:gd name="connsiteX24" fmla="*/ 20762 w 21663"/>
                <a:gd name="connsiteY24" fmla="*/ 4199 h 24973"/>
                <a:gd name="connsiteX25" fmla="*/ 21579 w 21663"/>
                <a:gd name="connsiteY25" fmla="*/ 6532 h 24973"/>
                <a:gd name="connsiteX26" fmla="*/ 21579 w 21663"/>
                <a:gd name="connsiteY26" fmla="*/ 8864 h 24973"/>
                <a:gd name="connsiteX27" fmla="*/ 21579 w 21663"/>
                <a:gd name="connsiteY27" fmla="*/ 24374 h 24973"/>
                <a:gd name="connsiteX28" fmla="*/ 16448 w 21663"/>
                <a:gd name="connsiteY28" fmla="*/ 24374 h 24973"/>
                <a:gd name="connsiteX29" fmla="*/ 16448 w 21663"/>
                <a:gd name="connsiteY29" fmla="*/ 13529 h 24973"/>
                <a:gd name="connsiteX30" fmla="*/ 12366 w 21663"/>
                <a:gd name="connsiteY30" fmla="*/ 13529 h 24973"/>
                <a:gd name="connsiteX31" fmla="*/ 9451 w 21663"/>
                <a:gd name="connsiteY31" fmla="*/ 13529 h 24973"/>
                <a:gd name="connsiteX32" fmla="*/ 7118 w 21663"/>
                <a:gd name="connsiteY32" fmla="*/ 14578 h 24973"/>
                <a:gd name="connsiteX33" fmla="*/ 6186 w 21663"/>
                <a:gd name="connsiteY33" fmla="*/ 16677 h 24973"/>
                <a:gd name="connsiteX34" fmla="*/ 6186 w 21663"/>
                <a:gd name="connsiteY34" fmla="*/ 18076 h 24973"/>
                <a:gd name="connsiteX35" fmla="*/ 7235 w 21663"/>
                <a:gd name="connsiteY35" fmla="*/ 19009 h 24973"/>
                <a:gd name="connsiteX36" fmla="*/ 8518 w 21663"/>
                <a:gd name="connsiteY36" fmla="*/ 19009 h 24973"/>
                <a:gd name="connsiteX37" fmla="*/ 10034 w 21663"/>
                <a:gd name="connsiteY37" fmla="*/ 19009 h 24973"/>
                <a:gd name="connsiteX38" fmla="*/ 14582 w 21663"/>
                <a:gd name="connsiteY38" fmla="*/ 17493 h 24973"/>
                <a:gd name="connsiteX39" fmla="*/ 16098 w 21663"/>
                <a:gd name="connsiteY39" fmla="*/ 13529 h 24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1663" h="24973">
                  <a:moveTo>
                    <a:pt x="16448" y="20992"/>
                  </a:moveTo>
                  <a:lnTo>
                    <a:pt x="16448" y="20992"/>
                  </a:lnTo>
                  <a:cubicBezTo>
                    <a:pt x="15650" y="22291"/>
                    <a:pt x="14468" y="23310"/>
                    <a:pt x="13066" y="23907"/>
                  </a:cubicBezTo>
                  <a:cubicBezTo>
                    <a:pt x="11728" y="24572"/>
                    <a:pt x="10244" y="24893"/>
                    <a:pt x="8751" y="24840"/>
                  </a:cubicBezTo>
                  <a:cubicBezTo>
                    <a:pt x="7670" y="25018"/>
                    <a:pt x="6567" y="25018"/>
                    <a:pt x="5486" y="24840"/>
                  </a:cubicBezTo>
                  <a:cubicBezTo>
                    <a:pt x="4476" y="24605"/>
                    <a:pt x="3524" y="24169"/>
                    <a:pt x="2687" y="23557"/>
                  </a:cubicBezTo>
                  <a:cubicBezTo>
                    <a:pt x="1878" y="22967"/>
                    <a:pt x="1202" y="22212"/>
                    <a:pt x="705" y="21342"/>
                  </a:cubicBezTo>
                  <a:cubicBezTo>
                    <a:pt x="229" y="20361"/>
                    <a:pt x="-10" y="19283"/>
                    <a:pt x="5" y="18193"/>
                  </a:cubicBezTo>
                  <a:cubicBezTo>
                    <a:pt x="-38" y="17026"/>
                    <a:pt x="202" y="15865"/>
                    <a:pt x="705" y="14811"/>
                  </a:cubicBezTo>
                  <a:cubicBezTo>
                    <a:pt x="1158" y="13912"/>
                    <a:pt x="1793" y="13118"/>
                    <a:pt x="2571" y="12479"/>
                  </a:cubicBezTo>
                  <a:cubicBezTo>
                    <a:pt x="3371" y="11852"/>
                    <a:pt x="4280" y="11377"/>
                    <a:pt x="5253" y="11080"/>
                  </a:cubicBezTo>
                  <a:cubicBezTo>
                    <a:pt x="6289" y="10632"/>
                    <a:pt x="7392" y="10356"/>
                    <a:pt x="8518" y="10263"/>
                  </a:cubicBezTo>
                  <a:cubicBezTo>
                    <a:pt x="9642" y="10143"/>
                    <a:pt x="10776" y="10143"/>
                    <a:pt x="11900" y="10263"/>
                  </a:cubicBezTo>
                  <a:lnTo>
                    <a:pt x="16564" y="10263"/>
                  </a:lnTo>
                  <a:lnTo>
                    <a:pt x="16564" y="9564"/>
                  </a:lnTo>
                  <a:cubicBezTo>
                    <a:pt x="16649" y="8255"/>
                    <a:pt x="16082" y="6989"/>
                    <a:pt x="15048" y="6182"/>
                  </a:cubicBezTo>
                  <a:cubicBezTo>
                    <a:pt x="13864" y="5437"/>
                    <a:pt x="12481" y="5071"/>
                    <a:pt x="11083" y="5132"/>
                  </a:cubicBezTo>
                  <a:cubicBezTo>
                    <a:pt x="9885" y="4955"/>
                    <a:pt x="8667" y="4955"/>
                    <a:pt x="7468" y="5132"/>
                  </a:cubicBezTo>
                  <a:cubicBezTo>
                    <a:pt x="6450" y="5616"/>
                    <a:pt x="5507" y="6244"/>
                    <a:pt x="4670" y="6998"/>
                  </a:cubicBezTo>
                  <a:lnTo>
                    <a:pt x="1521" y="3850"/>
                  </a:lnTo>
                  <a:cubicBezTo>
                    <a:pt x="2803" y="2497"/>
                    <a:pt x="4408" y="1494"/>
                    <a:pt x="6186" y="934"/>
                  </a:cubicBezTo>
                  <a:cubicBezTo>
                    <a:pt x="7951" y="333"/>
                    <a:pt x="9801" y="18"/>
                    <a:pt x="11666" y="1"/>
                  </a:cubicBezTo>
                  <a:cubicBezTo>
                    <a:pt x="13125" y="-18"/>
                    <a:pt x="14579" y="179"/>
                    <a:pt x="15981" y="584"/>
                  </a:cubicBezTo>
                  <a:cubicBezTo>
                    <a:pt x="17042" y="896"/>
                    <a:pt x="18032" y="1410"/>
                    <a:pt x="18896" y="2100"/>
                  </a:cubicBezTo>
                  <a:cubicBezTo>
                    <a:pt x="19666" y="2654"/>
                    <a:pt x="20303" y="3370"/>
                    <a:pt x="20762" y="4199"/>
                  </a:cubicBezTo>
                  <a:cubicBezTo>
                    <a:pt x="21155" y="4929"/>
                    <a:pt x="21430" y="5716"/>
                    <a:pt x="21579" y="6532"/>
                  </a:cubicBezTo>
                  <a:cubicBezTo>
                    <a:pt x="21692" y="7305"/>
                    <a:pt x="21692" y="8091"/>
                    <a:pt x="21579" y="8864"/>
                  </a:cubicBezTo>
                  <a:lnTo>
                    <a:pt x="21579" y="24374"/>
                  </a:lnTo>
                  <a:lnTo>
                    <a:pt x="16448" y="24374"/>
                  </a:lnTo>
                  <a:close/>
                  <a:moveTo>
                    <a:pt x="16448" y="13529"/>
                  </a:moveTo>
                  <a:lnTo>
                    <a:pt x="12366" y="13529"/>
                  </a:lnTo>
                  <a:cubicBezTo>
                    <a:pt x="11398" y="13407"/>
                    <a:pt x="10419" y="13407"/>
                    <a:pt x="9451" y="13529"/>
                  </a:cubicBezTo>
                  <a:cubicBezTo>
                    <a:pt x="8616" y="13735"/>
                    <a:pt x="7826" y="14090"/>
                    <a:pt x="7118" y="14578"/>
                  </a:cubicBezTo>
                  <a:cubicBezTo>
                    <a:pt x="6494" y="15092"/>
                    <a:pt x="6148" y="15869"/>
                    <a:pt x="6186" y="16677"/>
                  </a:cubicBezTo>
                  <a:cubicBezTo>
                    <a:pt x="6049" y="17134"/>
                    <a:pt x="6049" y="17620"/>
                    <a:pt x="6186" y="18076"/>
                  </a:cubicBezTo>
                  <a:cubicBezTo>
                    <a:pt x="6477" y="18447"/>
                    <a:pt x="6832" y="18763"/>
                    <a:pt x="7235" y="19009"/>
                  </a:cubicBezTo>
                  <a:cubicBezTo>
                    <a:pt x="7656" y="19118"/>
                    <a:pt x="8097" y="19118"/>
                    <a:pt x="8518" y="19009"/>
                  </a:cubicBezTo>
                  <a:lnTo>
                    <a:pt x="10034" y="19009"/>
                  </a:lnTo>
                  <a:cubicBezTo>
                    <a:pt x="11690" y="19123"/>
                    <a:pt x="13325" y="18579"/>
                    <a:pt x="14582" y="17493"/>
                  </a:cubicBezTo>
                  <a:cubicBezTo>
                    <a:pt x="15636" y="16453"/>
                    <a:pt x="16188" y="15007"/>
                    <a:pt x="16098" y="13529"/>
                  </a:cubicBez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A7C53AA0-0584-874F-888C-4BB169BADAF9}"/>
                </a:ext>
              </a:extLst>
            </p:cNvPr>
            <p:cNvSpPr/>
            <p:nvPr/>
          </p:nvSpPr>
          <p:spPr>
            <a:xfrm>
              <a:off x="9745607" y="1996548"/>
              <a:ext cx="5947" cy="37899"/>
            </a:xfrm>
            <a:custGeom>
              <a:avLst/>
              <a:gdLst>
                <a:gd name="connsiteX0" fmla="*/ 0 w 5947"/>
                <a:gd name="connsiteY0" fmla="*/ 0 h 37899"/>
                <a:gd name="connsiteX1" fmla="*/ 5947 w 5947"/>
                <a:gd name="connsiteY1" fmla="*/ 0 h 37899"/>
                <a:gd name="connsiteX2" fmla="*/ 5947 w 5947"/>
                <a:gd name="connsiteY2" fmla="*/ 37899 h 37899"/>
                <a:gd name="connsiteX3" fmla="*/ 0 w 5947"/>
                <a:gd name="connsiteY3" fmla="*/ 37899 h 37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47" h="37899">
                  <a:moveTo>
                    <a:pt x="0" y="0"/>
                  </a:moveTo>
                  <a:lnTo>
                    <a:pt x="5947" y="0"/>
                  </a:lnTo>
                  <a:lnTo>
                    <a:pt x="5947" y="37899"/>
                  </a:lnTo>
                  <a:lnTo>
                    <a:pt x="0" y="37899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D4BF24B1-056E-FA4D-B34F-4D646C1EA475}"/>
                </a:ext>
              </a:extLst>
            </p:cNvPr>
            <p:cNvSpPr/>
            <p:nvPr/>
          </p:nvSpPr>
          <p:spPr>
            <a:xfrm>
              <a:off x="9769863" y="1999463"/>
              <a:ext cx="36150" cy="34984"/>
            </a:xfrm>
            <a:custGeom>
              <a:avLst/>
              <a:gdLst>
                <a:gd name="connsiteX0" fmla="*/ 15393 w 36150"/>
                <a:gd name="connsiteY0" fmla="*/ 0 h 34984"/>
                <a:gd name="connsiteX1" fmla="*/ 20874 w 36150"/>
                <a:gd name="connsiteY1" fmla="*/ 0 h 34984"/>
                <a:gd name="connsiteX2" fmla="*/ 36150 w 36150"/>
                <a:gd name="connsiteY2" fmla="*/ 34984 h 34984"/>
                <a:gd name="connsiteX3" fmla="*/ 28920 w 36150"/>
                <a:gd name="connsiteY3" fmla="*/ 34984 h 34984"/>
                <a:gd name="connsiteX4" fmla="*/ 25655 w 36150"/>
                <a:gd name="connsiteY4" fmla="*/ 26938 h 34984"/>
                <a:gd name="connsiteX5" fmla="*/ 10262 w 36150"/>
                <a:gd name="connsiteY5" fmla="*/ 26938 h 34984"/>
                <a:gd name="connsiteX6" fmla="*/ 7113 w 36150"/>
                <a:gd name="connsiteY6" fmla="*/ 34984 h 34984"/>
                <a:gd name="connsiteX7" fmla="*/ 0 w 36150"/>
                <a:gd name="connsiteY7" fmla="*/ 34984 h 34984"/>
                <a:gd name="connsiteX8" fmla="*/ 23439 w 36150"/>
                <a:gd name="connsiteY8" fmla="*/ 21923 h 34984"/>
                <a:gd name="connsiteX9" fmla="*/ 17959 w 36150"/>
                <a:gd name="connsiteY9" fmla="*/ 7580 h 34984"/>
                <a:gd name="connsiteX10" fmla="*/ 12478 w 36150"/>
                <a:gd name="connsiteY10" fmla="*/ 21923 h 34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150" h="34984">
                  <a:moveTo>
                    <a:pt x="15393" y="0"/>
                  </a:moveTo>
                  <a:lnTo>
                    <a:pt x="20874" y="0"/>
                  </a:lnTo>
                  <a:lnTo>
                    <a:pt x="36150" y="34984"/>
                  </a:lnTo>
                  <a:lnTo>
                    <a:pt x="28920" y="34984"/>
                  </a:lnTo>
                  <a:lnTo>
                    <a:pt x="25655" y="26938"/>
                  </a:lnTo>
                  <a:lnTo>
                    <a:pt x="10262" y="26938"/>
                  </a:lnTo>
                  <a:lnTo>
                    <a:pt x="7113" y="34984"/>
                  </a:lnTo>
                  <a:lnTo>
                    <a:pt x="0" y="34984"/>
                  </a:lnTo>
                  <a:close/>
                  <a:moveTo>
                    <a:pt x="23439" y="21923"/>
                  </a:moveTo>
                  <a:lnTo>
                    <a:pt x="17959" y="7580"/>
                  </a:lnTo>
                  <a:lnTo>
                    <a:pt x="12478" y="21923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4189FF78-FA0F-894D-846A-D56D17BC3065}"/>
                </a:ext>
              </a:extLst>
            </p:cNvPr>
            <p:cNvSpPr/>
            <p:nvPr/>
          </p:nvSpPr>
          <p:spPr>
            <a:xfrm>
              <a:off x="9806596" y="1995871"/>
              <a:ext cx="17375" cy="38576"/>
            </a:xfrm>
            <a:custGeom>
              <a:avLst/>
              <a:gdLst>
                <a:gd name="connsiteX0" fmla="*/ 5014 w 17375"/>
                <a:gd name="connsiteY0" fmla="*/ 19569 h 38576"/>
                <a:gd name="connsiteX1" fmla="*/ 0 w 17375"/>
                <a:gd name="connsiteY1" fmla="*/ 19569 h 38576"/>
                <a:gd name="connsiteX2" fmla="*/ 0 w 17375"/>
                <a:gd name="connsiteY2" fmla="*/ 14438 h 38576"/>
                <a:gd name="connsiteX3" fmla="*/ 5014 w 17375"/>
                <a:gd name="connsiteY3" fmla="*/ 14438 h 38576"/>
                <a:gd name="connsiteX4" fmla="*/ 5014 w 17375"/>
                <a:gd name="connsiteY4" fmla="*/ 11056 h 38576"/>
                <a:gd name="connsiteX5" fmla="*/ 5014 w 17375"/>
                <a:gd name="connsiteY5" fmla="*/ 6508 h 38576"/>
                <a:gd name="connsiteX6" fmla="*/ 6297 w 17375"/>
                <a:gd name="connsiteY6" fmla="*/ 3009 h 38576"/>
                <a:gd name="connsiteX7" fmla="*/ 8979 w 17375"/>
                <a:gd name="connsiteY7" fmla="*/ 794 h 38576"/>
                <a:gd name="connsiteX8" fmla="*/ 13527 w 17375"/>
                <a:gd name="connsiteY8" fmla="*/ 94 h 38576"/>
                <a:gd name="connsiteX9" fmla="*/ 17375 w 17375"/>
                <a:gd name="connsiteY9" fmla="*/ 94 h 38576"/>
                <a:gd name="connsiteX10" fmla="*/ 17375 w 17375"/>
                <a:gd name="connsiteY10" fmla="*/ 5109 h 38576"/>
                <a:gd name="connsiteX11" fmla="*/ 16093 w 17375"/>
                <a:gd name="connsiteY11" fmla="*/ 5109 h 38576"/>
                <a:gd name="connsiteX12" fmla="*/ 14810 w 17375"/>
                <a:gd name="connsiteY12" fmla="*/ 5109 h 38576"/>
                <a:gd name="connsiteX13" fmla="*/ 12828 w 17375"/>
                <a:gd name="connsiteY13" fmla="*/ 5109 h 38576"/>
                <a:gd name="connsiteX14" fmla="*/ 11661 w 17375"/>
                <a:gd name="connsiteY14" fmla="*/ 6158 h 38576"/>
                <a:gd name="connsiteX15" fmla="*/ 11661 w 17375"/>
                <a:gd name="connsiteY15" fmla="*/ 7791 h 38576"/>
                <a:gd name="connsiteX16" fmla="*/ 11661 w 17375"/>
                <a:gd name="connsiteY16" fmla="*/ 9656 h 38576"/>
                <a:gd name="connsiteX17" fmla="*/ 11661 w 17375"/>
                <a:gd name="connsiteY17" fmla="*/ 13971 h 38576"/>
                <a:gd name="connsiteX18" fmla="*/ 17259 w 17375"/>
                <a:gd name="connsiteY18" fmla="*/ 13971 h 38576"/>
                <a:gd name="connsiteX19" fmla="*/ 17259 w 17375"/>
                <a:gd name="connsiteY19" fmla="*/ 19102 h 38576"/>
                <a:gd name="connsiteX20" fmla="*/ 10962 w 17375"/>
                <a:gd name="connsiteY20" fmla="*/ 19102 h 38576"/>
                <a:gd name="connsiteX21" fmla="*/ 10962 w 17375"/>
                <a:gd name="connsiteY21" fmla="*/ 38577 h 38576"/>
                <a:gd name="connsiteX22" fmla="*/ 5014 w 17375"/>
                <a:gd name="connsiteY22" fmla="*/ 38577 h 3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375" h="38576">
                  <a:moveTo>
                    <a:pt x="5014" y="19569"/>
                  </a:moveTo>
                  <a:lnTo>
                    <a:pt x="0" y="19569"/>
                  </a:lnTo>
                  <a:lnTo>
                    <a:pt x="0" y="14438"/>
                  </a:lnTo>
                  <a:lnTo>
                    <a:pt x="5014" y="14438"/>
                  </a:lnTo>
                  <a:lnTo>
                    <a:pt x="5014" y="11056"/>
                  </a:lnTo>
                  <a:cubicBezTo>
                    <a:pt x="4890" y="9542"/>
                    <a:pt x="4890" y="8021"/>
                    <a:pt x="5014" y="6508"/>
                  </a:cubicBezTo>
                  <a:cubicBezTo>
                    <a:pt x="5193" y="5265"/>
                    <a:pt x="5630" y="4073"/>
                    <a:pt x="6297" y="3009"/>
                  </a:cubicBezTo>
                  <a:cubicBezTo>
                    <a:pt x="6998" y="2064"/>
                    <a:pt x="7918" y="1303"/>
                    <a:pt x="8979" y="794"/>
                  </a:cubicBezTo>
                  <a:cubicBezTo>
                    <a:pt x="10439" y="281"/>
                    <a:pt x="11981" y="43"/>
                    <a:pt x="13527" y="94"/>
                  </a:cubicBezTo>
                  <a:cubicBezTo>
                    <a:pt x="14807" y="-31"/>
                    <a:pt x="16096" y="-31"/>
                    <a:pt x="17375" y="94"/>
                  </a:cubicBezTo>
                  <a:lnTo>
                    <a:pt x="17375" y="5109"/>
                  </a:lnTo>
                  <a:lnTo>
                    <a:pt x="16093" y="5109"/>
                  </a:lnTo>
                  <a:lnTo>
                    <a:pt x="14810" y="5109"/>
                  </a:lnTo>
                  <a:cubicBezTo>
                    <a:pt x="14157" y="4963"/>
                    <a:pt x="13480" y="4963"/>
                    <a:pt x="12828" y="5109"/>
                  </a:cubicBezTo>
                  <a:cubicBezTo>
                    <a:pt x="12339" y="5328"/>
                    <a:pt x="11931" y="5695"/>
                    <a:pt x="11661" y="6158"/>
                  </a:cubicBezTo>
                  <a:cubicBezTo>
                    <a:pt x="11528" y="6694"/>
                    <a:pt x="11528" y="7255"/>
                    <a:pt x="11661" y="7791"/>
                  </a:cubicBezTo>
                  <a:cubicBezTo>
                    <a:pt x="11600" y="8411"/>
                    <a:pt x="11600" y="9036"/>
                    <a:pt x="11661" y="9656"/>
                  </a:cubicBezTo>
                  <a:lnTo>
                    <a:pt x="11661" y="13971"/>
                  </a:lnTo>
                  <a:lnTo>
                    <a:pt x="17259" y="13971"/>
                  </a:lnTo>
                  <a:lnTo>
                    <a:pt x="17259" y="19102"/>
                  </a:lnTo>
                  <a:lnTo>
                    <a:pt x="10962" y="19102"/>
                  </a:lnTo>
                  <a:lnTo>
                    <a:pt x="10962" y="38577"/>
                  </a:lnTo>
                  <a:lnTo>
                    <a:pt x="5014" y="38577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543738C4-EC9C-654F-8F0B-023E97753750}"/>
                </a:ext>
              </a:extLst>
            </p:cNvPr>
            <p:cNvSpPr/>
            <p:nvPr/>
          </p:nvSpPr>
          <p:spPr>
            <a:xfrm>
              <a:off x="9823272" y="1995875"/>
              <a:ext cx="17375" cy="38572"/>
            </a:xfrm>
            <a:custGeom>
              <a:avLst/>
              <a:gdLst>
                <a:gd name="connsiteX0" fmla="*/ 5014 w 17375"/>
                <a:gd name="connsiteY0" fmla="*/ 19565 h 38572"/>
                <a:gd name="connsiteX1" fmla="*/ 0 w 17375"/>
                <a:gd name="connsiteY1" fmla="*/ 19565 h 38572"/>
                <a:gd name="connsiteX2" fmla="*/ 0 w 17375"/>
                <a:gd name="connsiteY2" fmla="*/ 14434 h 38572"/>
                <a:gd name="connsiteX3" fmla="*/ 5014 w 17375"/>
                <a:gd name="connsiteY3" fmla="*/ 14434 h 38572"/>
                <a:gd name="connsiteX4" fmla="*/ 5014 w 17375"/>
                <a:gd name="connsiteY4" fmla="*/ 11052 h 38572"/>
                <a:gd name="connsiteX5" fmla="*/ 5014 w 17375"/>
                <a:gd name="connsiteY5" fmla="*/ 6504 h 38572"/>
                <a:gd name="connsiteX6" fmla="*/ 6297 w 17375"/>
                <a:gd name="connsiteY6" fmla="*/ 3005 h 38572"/>
                <a:gd name="connsiteX7" fmla="*/ 9096 w 17375"/>
                <a:gd name="connsiteY7" fmla="*/ 790 h 38572"/>
                <a:gd name="connsiteX8" fmla="*/ 13644 w 17375"/>
                <a:gd name="connsiteY8" fmla="*/ 90 h 38572"/>
                <a:gd name="connsiteX9" fmla="*/ 17375 w 17375"/>
                <a:gd name="connsiteY9" fmla="*/ 90 h 38572"/>
                <a:gd name="connsiteX10" fmla="*/ 17375 w 17375"/>
                <a:gd name="connsiteY10" fmla="*/ 5105 h 38572"/>
                <a:gd name="connsiteX11" fmla="*/ 16093 w 17375"/>
                <a:gd name="connsiteY11" fmla="*/ 5105 h 38572"/>
                <a:gd name="connsiteX12" fmla="*/ 14810 w 17375"/>
                <a:gd name="connsiteY12" fmla="*/ 5105 h 38572"/>
                <a:gd name="connsiteX13" fmla="*/ 12828 w 17375"/>
                <a:gd name="connsiteY13" fmla="*/ 5105 h 38572"/>
                <a:gd name="connsiteX14" fmla="*/ 11661 w 17375"/>
                <a:gd name="connsiteY14" fmla="*/ 6154 h 38572"/>
                <a:gd name="connsiteX15" fmla="*/ 11661 w 17375"/>
                <a:gd name="connsiteY15" fmla="*/ 7787 h 38572"/>
                <a:gd name="connsiteX16" fmla="*/ 11661 w 17375"/>
                <a:gd name="connsiteY16" fmla="*/ 9652 h 38572"/>
                <a:gd name="connsiteX17" fmla="*/ 11661 w 17375"/>
                <a:gd name="connsiteY17" fmla="*/ 13967 h 38572"/>
                <a:gd name="connsiteX18" fmla="*/ 17259 w 17375"/>
                <a:gd name="connsiteY18" fmla="*/ 13967 h 38572"/>
                <a:gd name="connsiteX19" fmla="*/ 17259 w 17375"/>
                <a:gd name="connsiteY19" fmla="*/ 19098 h 38572"/>
                <a:gd name="connsiteX20" fmla="*/ 11661 w 17375"/>
                <a:gd name="connsiteY20" fmla="*/ 19098 h 38572"/>
                <a:gd name="connsiteX21" fmla="*/ 11661 w 17375"/>
                <a:gd name="connsiteY21" fmla="*/ 38573 h 38572"/>
                <a:gd name="connsiteX22" fmla="*/ 5714 w 17375"/>
                <a:gd name="connsiteY22" fmla="*/ 38573 h 3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375" h="38572">
                  <a:moveTo>
                    <a:pt x="5014" y="19565"/>
                  </a:moveTo>
                  <a:lnTo>
                    <a:pt x="0" y="19565"/>
                  </a:lnTo>
                  <a:lnTo>
                    <a:pt x="0" y="14434"/>
                  </a:lnTo>
                  <a:lnTo>
                    <a:pt x="5014" y="14434"/>
                  </a:lnTo>
                  <a:lnTo>
                    <a:pt x="5014" y="11052"/>
                  </a:lnTo>
                  <a:cubicBezTo>
                    <a:pt x="4890" y="9538"/>
                    <a:pt x="4890" y="8017"/>
                    <a:pt x="5014" y="6504"/>
                  </a:cubicBezTo>
                  <a:cubicBezTo>
                    <a:pt x="5252" y="5277"/>
                    <a:pt x="5685" y="4095"/>
                    <a:pt x="6297" y="3005"/>
                  </a:cubicBezTo>
                  <a:cubicBezTo>
                    <a:pt x="7040" y="2055"/>
                    <a:pt x="8000" y="1295"/>
                    <a:pt x="9096" y="790"/>
                  </a:cubicBezTo>
                  <a:cubicBezTo>
                    <a:pt x="10555" y="277"/>
                    <a:pt x="12098" y="39"/>
                    <a:pt x="13644" y="90"/>
                  </a:cubicBezTo>
                  <a:cubicBezTo>
                    <a:pt x="14885" y="-30"/>
                    <a:pt x="16134" y="-30"/>
                    <a:pt x="17375" y="90"/>
                  </a:cubicBezTo>
                  <a:lnTo>
                    <a:pt x="17375" y="5105"/>
                  </a:lnTo>
                  <a:lnTo>
                    <a:pt x="16093" y="5105"/>
                  </a:lnTo>
                  <a:lnTo>
                    <a:pt x="14810" y="5105"/>
                  </a:lnTo>
                  <a:cubicBezTo>
                    <a:pt x="14156" y="4973"/>
                    <a:pt x="13482" y="4973"/>
                    <a:pt x="12828" y="5105"/>
                  </a:cubicBezTo>
                  <a:cubicBezTo>
                    <a:pt x="12359" y="5354"/>
                    <a:pt x="11959" y="5715"/>
                    <a:pt x="11661" y="6154"/>
                  </a:cubicBezTo>
                  <a:cubicBezTo>
                    <a:pt x="11578" y="6695"/>
                    <a:pt x="11578" y="7246"/>
                    <a:pt x="11661" y="7787"/>
                  </a:cubicBezTo>
                  <a:cubicBezTo>
                    <a:pt x="11661" y="7787"/>
                    <a:pt x="11661" y="8953"/>
                    <a:pt x="11661" y="9652"/>
                  </a:cubicBezTo>
                  <a:lnTo>
                    <a:pt x="11661" y="13967"/>
                  </a:lnTo>
                  <a:lnTo>
                    <a:pt x="17259" y="13967"/>
                  </a:lnTo>
                  <a:lnTo>
                    <a:pt x="17259" y="19098"/>
                  </a:lnTo>
                  <a:lnTo>
                    <a:pt x="11661" y="19098"/>
                  </a:lnTo>
                  <a:lnTo>
                    <a:pt x="11661" y="38573"/>
                  </a:lnTo>
                  <a:lnTo>
                    <a:pt x="5714" y="38573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56F4AD75-8819-2843-8903-95CBF704DB8E}"/>
                </a:ext>
              </a:extLst>
            </p:cNvPr>
            <p:cNvSpPr/>
            <p:nvPr/>
          </p:nvSpPr>
          <p:spPr>
            <a:xfrm>
              <a:off x="9842275" y="2010075"/>
              <a:ext cx="21663" cy="24973"/>
            </a:xfrm>
            <a:custGeom>
              <a:avLst/>
              <a:gdLst>
                <a:gd name="connsiteX0" fmla="*/ 16448 w 21663"/>
                <a:gd name="connsiteY0" fmla="*/ 20991 h 24973"/>
                <a:gd name="connsiteX1" fmla="*/ 16448 w 21663"/>
                <a:gd name="connsiteY1" fmla="*/ 20991 h 24973"/>
                <a:gd name="connsiteX2" fmla="*/ 13182 w 21663"/>
                <a:gd name="connsiteY2" fmla="*/ 23906 h 24973"/>
                <a:gd name="connsiteX3" fmla="*/ 8751 w 21663"/>
                <a:gd name="connsiteY3" fmla="*/ 24839 h 24973"/>
                <a:gd name="connsiteX4" fmla="*/ 5486 w 21663"/>
                <a:gd name="connsiteY4" fmla="*/ 24839 h 24973"/>
                <a:gd name="connsiteX5" fmla="*/ 2687 w 21663"/>
                <a:gd name="connsiteY5" fmla="*/ 23556 h 24973"/>
                <a:gd name="connsiteX6" fmla="*/ 705 w 21663"/>
                <a:gd name="connsiteY6" fmla="*/ 21341 h 24973"/>
                <a:gd name="connsiteX7" fmla="*/ 5 w 21663"/>
                <a:gd name="connsiteY7" fmla="*/ 18192 h 24973"/>
                <a:gd name="connsiteX8" fmla="*/ 705 w 21663"/>
                <a:gd name="connsiteY8" fmla="*/ 14810 h 24973"/>
                <a:gd name="connsiteX9" fmla="*/ 2571 w 21663"/>
                <a:gd name="connsiteY9" fmla="*/ 12478 h 24973"/>
                <a:gd name="connsiteX10" fmla="*/ 5253 w 21663"/>
                <a:gd name="connsiteY10" fmla="*/ 11079 h 24973"/>
                <a:gd name="connsiteX11" fmla="*/ 8518 w 21663"/>
                <a:gd name="connsiteY11" fmla="*/ 10263 h 24973"/>
                <a:gd name="connsiteX12" fmla="*/ 11900 w 21663"/>
                <a:gd name="connsiteY12" fmla="*/ 10263 h 24973"/>
                <a:gd name="connsiteX13" fmla="*/ 16564 w 21663"/>
                <a:gd name="connsiteY13" fmla="*/ 10263 h 24973"/>
                <a:gd name="connsiteX14" fmla="*/ 16564 w 21663"/>
                <a:gd name="connsiteY14" fmla="*/ 9563 h 24973"/>
                <a:gd name="connsiteX15" fmla="*/ 15048 w 21663"/>
                <a:gd name="connsiteY15" fmla="*/ 6181 h 24973"/>
                <a:gd name="connsiteX16" fmla="*/ 11083 w 21663"/>
                <a:gd name="connsiteY16" fmla="*/ 5132 h 24973"/>
                <a:gd name="connsiteX17" fmla="*/ 7585 w 21663"/>
                <a:gd name="connsiteY17" fmla="*/ 5132 h 24973"/>
                <a:gd name="connsiteX18" fmla="*/ 4670 w 21663"/>
                <a:gd name="connsiteY18" fmla="*/ 6997 h 24973"/>
                <a:gd name="connsiteX19" fmla="*/ 1521 w 21663"/>
                <a:gd name="connsiteY19" fmla="*/ 3849 h 24973"/>
                <a:gd name="connsiteX20" fmla="*/ 6186 w 21663"/>
                <a:gd name="connsiteY20" fmla="*/ 933 h 24973"/>
                <a:gd name="connsiteX21" fmla="*/ 11783 w 21663"/>
                <a:gd name="connsiteY21" fmla="*/ 0 h 24973"/>
                <a:gd name="connsiteX22" fmla="*/ 15981 w 21663"/>
                <a:gd name="connsiteY22" fmla="*/ 584 h 24973"/>
                <a:gd name="connsiteX23" fmla="*/ 18896 w 21663"/>
                <a:gd name="connsiteY23" fmla="*/ 2100 h 24973"/>
                <a:gd name="connsiteX24" fmla="*/ 20762 w 21663"/>
                <a:gd name="connsiteY24" fmla="*/ 4199 h 24973"/>
                <a:gd name="connsiteX25" fmla="*/ 21579 w 21663"/>
                <a:gd name="connsiteY25" fmla="*/ 6531 h 24973"/>
                <a:gd name="connsiteX26" fmla="*/ 21579 w 21663"/>
                <a:gd name="connsiteY26" fmla="*/ 8863 h 24973"/>
                <a:gd name="connsiteX27" fmla="*/ 21579 w 21663"/>
                <a:gd name="connsiteY27" fmla="*/ 10846 h 24973"/>
                <a:gd name="connsiteX28" fmla="*/ 21579 w 21663"/>
                <a:gd name="connsiteY28" fmla="*/ 24373 h 24973"/>
                <a:gd name="connsiteX29" fmla="*/ 16098 w 21663"/>
                <a:gd name="connsiteY29" fmla="*/ 24373 h 24973"/>
                <a:gd name="connsiteX30" fmla="*/ 16448 w 21663"/>
                <a:gd name="connsiteY30" fmla="*/ 13528 h 24973"/>
                <a:gd name="connsiteX31" fmla="*/ 12366 w 21663"/>
                <a:gd name="connsiteY31" fmla="*/ 13528 h 24973"/>
                <a:gd name="connsiteX32" fmla="*/ 9451 w 21663"/>
                <a:gd name="connsiteY32" fmla="*/ 13528 h 24973"/>
                <a:gd name="connsiteX33" fmla="*/ 7118 w 21663"/>
                <a:gd name="connsiteY33" fmla="*/ 14577 h 24973"/>
                <a:gd name="connsiteX34" fmla="*/ 6185 w 21663"/>
                <a:gd name="connsiteY34" fmla="*/ 16676 h 24973"/>
                <a:gd name="connsiteX35" fmla="*/ 6185 w 21663"/>
                <a:gd name="connsiteY35" fmla="*/ 18076 h 24973"/>
                <a:gd name="connsiteX36" fmla="*/ 7235 w 21663"/>
                <a:gd name="connsiteY36" fmla="*/ 19009 h 24973"/>
                <a:gd name="connsiteX37" fmla="*/ 8518 w 21663"/>
                <a:gd name="connsiteY37" fmla="*/ 19009 h 24973"/>
                <a:gd name="connsiteX38" fmla="*/ 10034 w 21663"/>
                <a:gd name="connsiteY38" fmla="*/ 19009 h 24973"/>
                <a:gd name="connsiteX39" fmla="*/ 14698 w 21663"/>
                <a:gd name="connsiteY39" fmla="*/ 17493 h 24973"/>
                <a:gd name="connsiteX40" fmla="*/ 16098 w 21663"/>
                <a:gd name="connsiteY40" fmla="*/ 13528 h 24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1663" h="24973">
                  <a:moveTo>
                    <a:pt x="16448" y="20991"/>
                  </a:moveTo>
                  <a:lnTo>
                    <a:pt x="16448" y="20991"/>
                  </a:lnTo>
                  <a:cubicBezTo>
                    <a:pt x="15664" y="22258"/>
                    <a:pt x="14530" y="23271"/>
                    <a:pt x="13182" y="23906"/>
                  </a:cubicBezTo>
                  <a:cubicBezTo>
                    <a:pt x="11803" y="24572"/>
                    <a:pt x="10282" y="24892"/>
                    <a:pt x="8751" y="24839"/>
                  </a:cubicBezTo>
                  <a:cubicBezTo>
                    <a:pt x="7670" y="25018"/>
                    <a:pt x="6567" y="25018"/>
                    <a:pt x="5486" y="24839"/>
                  </a:cubicBezTo>
                  <a:cubicBezTo>
                    <a:pt x="4476" y="24605"/>
                    <a:pt x="3524" y="24168"/>
                    <a:pt x="2687" y="23556"/>
                  </a:cubicBezTo>
                  <a:cubicBezTo>
                    <a:pt x="1878" y="22966"/>
                    <a:pt x="1202" y="22211"/>
                    <a:pt x="705" y="21341"/>
                  </a:cubicBezTo>
                  <a:cubicBezTo>
                    <a:pt x="229" y="20360"/>
                    <a:pt x="-10" y="19282"/>
                    <a:pt x="5" y="18192"/>
                  </a:cubicBezTo>
                  <a:cubicBezTo>
                    <a:pt x="-38" y="17025"/>
                    <a:pt x="202" y="15865"/>
                    <a:pt x="705" y="14810"/>
                  </a:cubicBezTo>
                  <a:cubicBezTo>
                    <a:pt x="1158" y="13912"/>
                    <a:pt x="1793" y="13117"/>
                    <a:pt x="2571" y="12478"/>
                  </a:cubicBezTo>
                  <a:cubicBezTo>
                    <a:pt x="3387" y="11876"/>
                    <a:pt x="4292" y="11404"/>
                    <a:pt x="5253" y="11079"/>
                  </a:cubicBezTo>
                  <a:cubicBezTo>
                    <a:pt x="6289" y="10631"/>
                    <a:pt x="7392" y="10355"/>
                    <a:pt x="8518" y="10263"/>
                  </a:cubicBezTo>
                  <a:cubicBezTo>
                    <a:pt x="9642" y="10148"/>
                    <a:pt x="10775" y="10148"/>
                    <a:pt x="11900" y="10263"/>
                  </a:cubicBezTo>
                  <a:lnTo>
                    <a:pt x="16564" y="10263"/>
                  </a:lnTo>
                  <a:lnTo>
                    <a:pt x="16564" y="9563"/>
                  </a:lnTo>
                  <a:cubicBezTo>
                    <a:pt x="16649" y="8254"/>
                    <a:pt x="16082" y="6988"/>
                    <a:pt x="15048" y="6181"/>
                  </a:cubicBezTo>
                  <a:cubicBezTo>
                    <a:pt x="13864" y="5436"/>
                    <a:pt x="12481" y="5070"/>
                    <a:pt x="11083" y="5132"/>
                  </a:cubicBezTo>
                  <a:cubicBezTo>
                    <a:pt x="9925" y="4944"/>
                    <a:pt x="8743" y="4944"/>
                    <a:pt x="7585" y="5132"/>
                  </a:cubicBezTo>
                  <a:cubicBezTo>
                    <a:pt x="6515" y="5586"/>
                    <a:pt x="5530" y="6217"/>
                    <a:pt x="4670" y="6997"/>
                  </a:cubicBezTo>
                  <a:lnTo>
                    <a:pt x="1521" y="3849"/>
                  </a:lnTo>
                  <a:cubicBezTo>
                    <a:pt x="2803" y="2496"/>
                    <a:pt x="4408" y="1493"/>
                    <a:pt x="6186" y="933"/>
                  </a:cubicBezTo>
                  <a:cubicBezTo>
                    <a:pt x="7989" y="322"/>
                    <a:pt x="9879" y="7"/>
                    <a:pt x="11783" y="0"/>
                  </a:cubicBezTo>
                  <a:cubicBezTo>
                    <a:pt x="13203" y="-11"/>
                    <a:pt x="14618" y="186"/>
                    <a:pt x="15981" y="584"/>
                  </a:cubicBezTo>
                  <a:cubicBezTo>
                    <a:pt x="17042" y="895"/>
                    <a:pt x="18032" y="1410"/>
                    <a:pt x="18896" y="2100"/>
                  </a:cubicBezTo>
                  <a:cubicBezTo>
                    <a:pt x="19666" y="2653"/>
                    <a:pt x="20303" y="3370"/>
                    <a:pt x="20762" y="4199"/>
                  </a:cubicBezTo>
                  <a:cubicBezTo>
                    <a:pt x="21155" y="4929"/>
                    <a:pt x="21430" y="5716"/>
                    <a:pt x="21579" y="6531"/>
                  </a:cubicBezTo>
                  <a:cubicBezTo>
                    <a:pt x="21692" y="7304"/>
                    <a:pt x="21692" y="8090"/>
                    <a:pt x="21579" y="8863"/>
                  </a:cubicBezTo>
                  <a:cubicBezTo>
                    <a:pt x="21579" y="9563"/>
                    <a:pt x="21579" y="10263"/>
                    <a:pt x="21579" y="10846"/>
                  </a:cubicBezTo>
                  <a:lnTo>
                    <a:pt x="21579" y="24373"/>
                  </a:lnTo>
                  <a:lnTo>
                    <a:pt x="16098" y="24373"/>
                  </a:lnTo>
                  <a:close/>
                  <a:moveTo>
                    <a:pt x="16448" y="13528"/>
                  </a:moveTo>
                  <a:lnTo>
                    <a:pt x="12366" y="13528"/>
                  </a:lnTo>
                  <a:cubicBezTo>
                    <a:pt x="11397" y="13416"/>
                    <a:pt x="10419" y="13416"/>
                    <a:pt x="9451" y="13528"/>
                  </a:cubicBezTo>
                  <a:cubicBezTo>
                    <a:pt x="8616" y="13734"/>
                    <a:pt x="7826" y="14089"/>
                    <a:pt x="7118" y="14577"/>
                  </a:cubicBezTo>
                  <a:cubicBezTo>
                    <a:pt x="6494" y="15091"/>
                    <a:pt x="6148" y="15869"/>
                    <a:pt x="6185" y="16676"/>
                  </a:cubicBezTo>
                  <a:cubicBezTo>
                    <a:pt x="6049" y="17133"/>
                    <a:pt x="6049" y="17619"/>
                    <a:pt x="6185" y="18076"/>
                  </a:cubicBezTo>
                  <a:cubicBezTo>
                    <a:pt x="6477" y="18447"/>
                    <a:pt x="6832" y="18762"/>
                    <a:pt x="7235" y="19009"/>
                  </a:cubicBezTo>
                  <a:cubicBezTo>
                    <a:pt x="7656" y="19117"/>
                    <a:pt x="8097" y="19117"/>
                    <a:pt x="8518" y="19009"/>
                  </a:cubicBezTo>
                  <a:lnTo>
                    <a:pt x="10034" y="19009"/>
                  </a:lnTo>
                  <a:cubicBezTo>
                    <a:pt x="11723" y="19105"/>
                    <a:pt x="13388" y="18564"/>
                    <a:pt x="14698" y="17493"/>
                  </a:cubicBezTo>
                  <a:cubicBezTo>
                    <a:pt x="15673" y="16410"/>
                    <a:pt x="16177" y="14983"/>
                    <a:pt x="16098" y="13528"/>
                  </a:cubicBez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4445A942-9BA2-1F4A-A04D-829042696BA5}"/>
                </a:ext>
              </a:extLst>
            </p:cNvPr>
            <p:cNvSpPr/>
            <p:nvPr/>
          </p:nvSpPr>
          <p:spPr>
            <a:xfrm>
              <a:off x="9869801" y="1998528"/>
              <a:ext cx="7813" cy="35919"/>
            </a:xfrm>
            <a:custGeom>
              <a:avLst/>
              <a:gdLst>
                <a:gd name="connsiteX0" fmla="*/ 0 w 7813"/>
                <a:gd name="connsiteY0" fmla="*/ 3617 h 35919"/>
                <a:gd name="connsiteX1" fmla="*/ 1166 w 7813"/>
                <a:gd name="connsiteY1" fmla="*/ 1168 h 35919"/>
                <a:gd name="connsiteX2" fmla="*/ 3848 w 7813"/>
                <a:gd name="connsiteY2" fmla="*/ 2 h 35919"/>
                <a:gd name="connsiteX3" fmla="*/ 6647 w 7813"/>
                <a:gd name="connsiteY3" fmla="*/ 1052 h 35919"/>
                <a:gd name="connsiteX4" fmla="*/ 7813 w 7813"/>
                <a:gd name="connsiteY4" fmla="*/ 3617 h 35919"/>
                <a:gd name="connsiteX5" fmla="*/ 6647 w 7813"/>
                <a:gd name="connsiteY5" fmla="*/ 6183 h 35919"/>
                <a:gd name="connsiteX6" fmla="*/ 3848 w 7813"/>
                <a:gd name="connsiteY6" fmla="*/ 7232 h 35919"/>
                <a:gd name="connsiteX7" fmla="*/ 1166 w 7813"/>
                <a:gd name="connsiteY7" fmla="*/ 6183 h 35919"/>
                <a:gd name="connsiteX8" fmla="*/ 0 w 7813"/>
                <a:gd name="connsiteY8" fmla="*/ 3617 h 35919"/>
                <a:gd name="connsiteX9" fmla="*/ 933 w 7813"/>
                <a:gd name="connsiteY9" fmla="*/ 11780 h 35919"/>
                <a:gd name="connsiteX10" fmla="*/ 6880 w 7813"/>
                <a:gd name="connsiteY10" fmla="*/ 11780 h 35919"/>
                <a:gd name="connsiteX11" fmla="*/ 6880 w 7813"/>
                <a:gd name="connsiteY11" fmla="*/ 35919 h 35919"/>
                <a:gd name="connsiteX12" fmla="*/ 933 w 7813"/>
                <a:gd name="connsiteY12" fmla="*/ 35919 h 35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13" h="35919">
                  <a:moveTo>
                    <a:pt x="0" y="3617"/>
                  </a:moveTo>
                  <a:cubicBezTo>
                    <a:pt x="44" y="2677"/>
                    <a:pt x="464" y="1795"/>
                    <a:pt x="1166" y="1168"/>
                  </a:cubicBezTo>
                  <a:cubicBezTo>
                    <a:pt x="1837" y="393"/>
                    <a:pt x="2824" y="-36"/>
                    <a:pt x="3848" y="2"/>
                  </a:cubicBezTo>
                  <a:cubicBezTo>
                    <a:pt x="4882" y="-26"/>
                    <a:pt x="5887" y="350"/>
                    <a:pt x="6647" y="1052"/>
                  </a:cubicBezTo>
                  <a:cubicBezTo>
                    <a:pt x="7378" y="1706"/>
                    <a:pt x="7801" y="2636"/>
                    <a:pt x="7813" y="3617"/>
                  </a:cubicBezTo>
                  <a:cubicBezTo>
                    <a:pt x="7816" y="4601"/>
                    <a:pt x="7390" y="5538"/>
                    <a:pt x="6647" y="6183"/>
                  </a:cubicBezTo>
                  <a:cubicBezTo>
                    <a:pt x="5887" y="6884"/>
                    <a:pt x="4882" y="7261"/>
                    <a:pt x="3848" y="7232"/>
                  </a:cubicBezTo>
                  <a:cubicBezTo>
                    <a:pt x="2850" y="7255"/>
                    <a:pt x="1884" y="6877"/>
                    <a:pt x="1166" y="6183"/>
                  </a:cubicBezTo>
                  <a:cubicBezTo>
                    <a:pt x="435" y="5529"/>
                    <a:pt x="12" y="4598"/>
                    <a:pt x="0" y="3617"/>
                  </a:cubicBezTo>
                  <a:close/>
                  <a:moveTo>
                    <a:pt x="933" y="11780"/>
                  </a:moveTo>
                  <a:lnTo>
                    <a:pt x="6880" y="11780"/>
                  </a:lnTo>
                  <a:lnTo>
                    <a:pt x="6880" y="35919"/>
                  </a:lnTo>
                  <a:lnTo>
                    <a:pt x="933" y="35919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CB8A38BB-5275-CB4F-9A3F-B5C3FC497C00}"/>
                </a:ext>
              </a:extLst>
            </p:cNvPr>
            <p:cNvSpPr/>
            <p:nvPr/>
          </p:nvSpPr>
          <p:spPr>
            <a:xfrm>
              <a:off x="9884028" y="2009722"/>
              <a:ext cx="15276" cy="24725"/>
            </a:xfrm>
            <a:custGeom>
              <a:avLst/>
              <a:gdLst>
                <a:gd name="connsiteX0" fmla="*/ 0 w 15276"/>
                <a:gd name="connsiteY0" fmla="*/ 587 h 24725"/>
                <a:gd name="connsiteX1" fmla="*/ 6064 w 15276"/>
                <a:gd name="connsiteY1" fmla="*/ 587 h 24725"/>
                <a:gd name="connsiteX2" fmla="*/ 6064 w 15276"/>
                <a:gd name="connsiteY2" fmla="*/ 4435 h 24725"/>
                <a:gd name="connsiteX3" fmla="*/ 6064 w 15276"/>
                <a:gd name="connsiteY3" fmla="*/ 4435 h 24725"/>
                <a:gd name="connsiteX4" fmla="*/ 8863 w 15276"/>
                <a:gd name="connsiteY4" fmla="*/ 1170 h 24725"/>
                <a:gd name="connsiteX5" fmla="*/ 13177 w 15276"/>
                <a:gd name="connsiteY5" fmla="*/ 4 h 24725"/>
                <a:gd name="connsiteX6" fmla="*/ 14227 w 15276"/>
                <a:gd name="connsiteY6" fmla="*/ 4 h 24725"/>
                <a:gd name="connsiteX7" fmla="*/ 15276 w 15276"/>
                <a:gd name="connsiteY7" fmla="*/ 4 h 24725"/>
                <a:gd name="connsiteX8" fmla="*/ 15276 w 15276"/>
                <a:gd name="connsiteY8" fmla="*/ 5834 h 24725"/>
                <a:gd name="connsiteX9" fmla="*/ 13877 w 15276"/>
                <a:gd name="connsiteY9" fmla="*/ 5834 h 24725"/>
                <a:gd name="connsiteX10" fmla="*/ 11661 w 15276"/>
                <a:gd name="connsiteY10" fmla="*/ 5834 h 24725"/>
                <a:gd name="connsiteX11" fmla="*/ 8280 w 15276"/>
                <a:gd name="connsiteY11" fmla="*/ 6651 h 24725"/>
                <a:gd name="connsiteX12" fmla="*/ 6414 w 15276"/>
                <a:gd name="connsiteY12" fmla="*/ 8400 h 24725"/>
                <a:gd name="connsiteX13" fmla="*/ 5481 w 15276"/>
                <a:gd name="connsiteY13" fmla="*/ 10382 h 24725"/>
                <a:gd name="connsiteX14" fmla="*/ 5481 w 15276"/>
                <a:gd name="connsiteY14" fmla="*/ 11898 h 24725"/>
                <a:gd name="connsiteX15" fmla="*/ 5481 w 15276"/>
                <a:gd name="connsiteY15" fmla="*/ 24726 h 24725"/>
                <a:gd name="connsiteX16" fmla="*/ 0 w 15276"/>
                <a:gd name="connsiteY16" fmla="*/ 24726 h 24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276" h="24725">
                  <a:moveTo>
                    <a:pt x="0" y="587"/>
                  </a:moveTo>
                  <a:lnTo>
                    <a:pt x="6064" y="587"/>
                  </a:lnTo>
                  <a:lnTo>
                    <a:pt x="6064" y="4435"/>
                  </a:lnTo>
                  <a:lnTo>
                    <a:pt x="6064" y="4435"/>
                  </a:lnTo>
                  <a:cubicBezTo>
                    <a:pt x="6702" y="3125"/>
                    <a:pt x="7666" y="2001"/>
                    <a:pt x="8863" y="1170"/>
                  </a:cubicBezTo>
                  <a:cubicBezTo>
                    <a:pt x="10154" y="363"/>
                    <a:pt x="11655" y="-43"/>
                    <a:pt x="13177" y="4"/>
                  </a:cubicBezTo>
                  <a:lnTo>
                    <a:pt x="14227" y="4"/>
                  </a:lnTo>
                  <a:lnTo>
                    <a:pt x="15276" y="4"/>
                  </a:lnTo>
                  <a:lnTo>
                    <a:pt x="15276" y="5834"/>
                  </a:lnTo>
                  <a:lnTo>
                    <a:pt x="13877" y="5834"/>
                  </a:lnTo>
                  <a:lnTo>
                    <a:pt x="11661" y="5834"/>
                  </a:lnTo>
                  <a:cubicBezTo>
                    <a:pt x="10479" y="5770"/>
                    <a:pt x="9303" y="6054"/>
                    <a:pt x="8280" y="6651"/>
                  </a:cubicBezTo>
                  <a:cubicBezTo>
                    <a:pt x="7503" y="7043"/>
                    <a:pt x="6856" y="7650"/>
                    <a:pt x="6414" y="8400"/>
                  </a:cubicBezTo>
                  <a:cubicBezTo>
                    <a:pt x="5964" y="8986"/>
                    <a:pt x="5645" y="9662"/>
                    <a:pt x="5481" y="10382"/>
                  </a:cubicBezTo>
                  <a:cubicBezTo>
                    <a:pt x="5449" y="10887"/>
                    <a:pt x="5449" y="11393"/>
                    <a:pt x="5481" y="11898"/>
                  </a:cubicBezTo>
                  <a:lnTo>
                    <a:pt x="5481" y="24726"/>
                  </a:lnTo>
                  <a:lnTo>
                    <a:pt x="0" y="24726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D1A3EB32-63C2-F14C-B4ED-D56198EFA211}"/>
                </a:ext>
              </a:extLst>
            </p:cNvPr>
            <p:cNvSpPr/>
            <p:nvPr/>
          </p:nvSpPr>
          <p:spPr>
            <a:xfrm>
              <a:off x="9900937" y="2009827"/>
              <a:ext cx="19715" cy="24240"/>
            </a:xfrm>
            <a:custGeom>
              <a:avLst/>
              <a:gdLst>
                <a:gd name="connsiteX0" fmla="*/ 14927 w 19715"/>
                <a:gd name="connsiteY0" fmla="*/ 7129 h 24240"/>
                <a:gd name="connsiteX1" fmla="*/ 10262 w 19715"/>
                <a:gd name="connsiteY1" fmla="*/ 4680 h 24240"/>
                <a:gd name="connsiteX2" fmla="*/ 7930 w 19715"/>
                <a:gd name="connsiteY2" fmla="*/ 4680 h 24240"/>
                <a:gd name="connsiteX3" fmla="*/ 6764 w 19715"/>
                <a:gd name="connsiteY3" fmla="*/ 6662 h 24240"/>
                <a:gd name="connsiteX4" fmla="*/ 7697 w 19715"/>
                <a:gd name="connsiteY4" fmla="*/ 8295 h 24240"/>
                <a:gd name="connsiteX5" fmla="*/ 10146 w 19715"/>
                <a:gd name="connsiteY5" fmla="*/ 9111 h 24240"/>
                <a:gd name="connsiteX6" fmla="*/ 13177 w 19715"/>
                <a:gd name="connsiteY6" fmla="*/ 9811 h 24240"/>
                <a:gd name="connsiteX7" fmla="*/ 16326 w 19715"/>
                <a:gd name="connsiteY7" fmla="*/ 10977 h 24240"/>
                <a:gd name="connsiteX8" fmla="*/ 18775 w 19715"/>
                <a:gd name="connsiteY8" fmla="*/ 13193 h 24240"/>
                <a:gd name="connsiteX9" fmla="*/ 19708 w 19715"/>
                <a:gd name="connsiteY9" fmla="*/ 16808 h 24240"/>
                <a:gd name="connsiteX10" fmla="*/ 18775 w 19715"/>
                <a:gd name="connsiteY10" fmla="*/ 20423 h 24240"/>
                <a:gd name="connsiteX11" fmla="*/ 16326 w 19715"/>
                <a:gd name="connsiteY11" fmla="*/ 22872 h 24240"/>
                <a:gd name="connsiteX12" fmla="*/ 13061 w 19715"/>
                <a:gd name="connsiteY12" fmla="*/ 24154 h 24240"/>
                <a:gd name="connsiteX13" fmla="*/ 9329 w 19715"/>
                <a:gd name="connsiteY13" fmla="*/ 24154 h 24240"/>
                <a:gd name="connsiteX14" fmla="*/ 4198 w 19715"/>
                <a:gd name="connsiteY14" fmla="*/ 23338 h 24240"/>
                <a:gd name="connsiteX15" fmla="*/ 0 w 19715"/>
                <a:gd name="connsiteY15" fmla="*/ 20539 h 24240"/>
                <a:gd name="connsiteX16" fmla="*/ 3965 w 19715"/>
                <a:gd name="connsiteY16" fmla="*/ 16691 h 24240"/>
                <a:gd name="connsiteX17" fmla="*/ 6530 w 19715"/>
                <a:gd name="connsiteY17" fmla="*/ 18907 h 24240"/>
                <a:gd name="connsiteX18" fmla="*/ 9679 w 19715"/>
                <a:gd name="connsiteY18" fmla="*/ 19723 h 24240"/>
                <a:gd name="connsiteX19" fmla="*/ 11078 w 19715"/>
                <a:gd name="connsiteY19" fmla="*/ 19723 h 24240"/>
                <a:gd name="connsiteX20" fmla="*/ 12361 w 19715"/>
                <a:gd name="connsiteY20" fmla="*/ 19723 h 24240"/>
                <a:gd name="connsiteX21" fmla="*/ 13294 w 19715"/>
                <a:gd name="connsiteY21" fmla="*/ 18907 h 24240"/>
                <a:gd name="connsiteX22" fmla="*/ 13294 w 19715"/>
                <a:gd name="connsiteY22" fmla="*/ 17624 h 24240"/>
                <a:gd name="connsiteX23" fmla="*/ 12361 w 19715"/>
                <a:gd name="connsiteY23" fmla="*/ 15758 h 24240"/>
                <a:gd name="connsiteX24" fmla="*/ 10029 w 19715"/>
                <a:gd name="connsiteY24" fmla="*/ 14825 h 24240"/>
                <a:gd name="connsiteX25" fmla="*/ 6880 w 19715"/>
                <a:gd name="connsiteY25" fmla="*/ 14126 h 24240"/>
                <a:gd name="connsiteX26" fmla="*/ 3732 w 19715"/>
                <a:gd name="connsiteY26" fmla="*/ 13076 h 24240"/>
                <a:gd name="connsiteX27" fmla="*/ 1283 w 19715"/>
                <a:gd name="connsiteY27" fmla="*/ 11094 h 24240"/>
                <a:gd name="connsiteX28" fmla="*/ 350 w 19715"/>
                <a:gd name="connsiteY28" fmla="*/ 7479 h 24240"/>
                <a:gd name="connsiteX29" fmla="*/ 1166 w 19715"/>
                <a:gd name="connsiteY29" fmla="*/ 3980 h 24240"/>
                <a:gd name="connsiteX30" fmla="*/ 3382 w 19715"/>
                <a:gd name="connsiteY30" fmla="*/ 1531 h 24240"/>
                <a:gd name="connsiteX31" fmla="*/ 6530 w 19715"/>
                <a:gd name="connsiteY31" fmla="*/ 132 h 24240"/>
                <a:gd name="connsiteX32" fmla="*/ 10029 w 19715"/>
                <a:gd name="connsiteY32" fmla="*/ 132 h 24240"/>
                <a:gd name="connsiteX33" fmla="*/ 14810 w 19715"/>
                <a:gd name="connsiteY33" fmla="*/ 948 h 24240"/>
                <a:gd name="connsiteX34" fmla="*/ 18658 w 19715"/>
                <a:gd name="connsiteY34" fmla="*/ 3747 h 24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715" h="24240">
                  <a:moveTo>
                    <a:pt x="14927" y="7129"/>
                  </a:moveTo>
                  <a:cubicBezTo>
                    <a:pt x="13907" y="5553"/>
                    <a:pt x="12138" y="4624"/>
                    <a:pt x="10262" y="4680"/>
                  </a:cubicBezTo>
                  <a:cubicBezTo>
                    <a:pt x="9494" y="4509"/>
                    <a:pt x="8698" y="4509"/>
                    <a:pt x="7930" y="4680"/>
                  </a:cubicBezTo>
                  <a:cubicBezTo>
                    <a:pt x="7181" y="5050"/>
                    <a:pt x="6724" y="5828"/>
                    <a:pt x="6764" y="6662"/>
                  </a:cubicBezTo>
                  <a:cubicBezTo>
                    <a:pt x="6758" y="7335"/>
                    <a:pt x="7114" y="7959"/>
                    <a:pt x="7697" y="8295"/>
                  </a:cubicBezTo>
                  <a:cubicBezTo>
                    <a:pt x="8467" y="8690"/>
                    <a:pt x="9292" y="8965"/>
                    <a:pt x="10146" y="9111"/>
                  </a:cubicBezTo>
                  <a:lnTo>
                    <a:pt x="13177" y="9811"/>
                  </a:lnTo>
                  <a:cubicBezTo>
                    <a:pt x="14258" y="10109"/>
                    <a:pt x="15312" y="10499"/>
                    <a:pt x="16326" y="10977"/>
                  </a:cubicBezTo>
                  <a:cubicBezTo>
                    <a:pt x="17297" y="11523"/>
                    <a:pt x="18134" y="12280"/>
                    <a:pt x="18775" y="13193"/>
                  </a:cubicBezTo>
                  <a:cubicBezTo>
                    <a:pt x="19444" y="14276"/>
                    <a:pt x="19769" y="15536"/>
                    <a:pt x="19708" y="16808"/>
                  </a:cubicBezTo>
                  <a:cubicBezTo>
                    <a:pt x="19748" y="18077"/>
                    <a:pt x="19425" y="19332"/>
                    <a:pt x="18775" y="20423"/>
                  </a:cubicBezTo>
                  <a:cubicBezTo>
                    <a:pt x="18209" y="21456"/>
                    <a:pt x="17359" y="22305"/>
                    <a:pt x="16326" y="22872"/>
                  </a:cubicBezTo>
                  <a:cubicBezTo>
                    <a:pt x="15321" y="23488"/>
                    <a:pt x="14216" y="23922"/>
                    <a:pt x="13061" y="24154"/>
                  </a:cubicBezTo>
                  <a:cubicBezTo>
                    <a:pt x="11820" y="24270"/>
                    <a:pt x="10570" y="24270"/>
                    <a:pt x="9329" y="24154"/>
                  </a:cubicBezTo>
                  <a:cubicBezTo>
                    <a:pt x="7583" y="24197"/>
                    <a:pt x="5844" y="23920"/>
                    <a:pt x="4198" y="23338"/>
                  </a:cubicBezTo>
                  <a:cubicBezTo>
                    <a:pt x="2545" y="22858"/>
                    <a:pt x="1079" y="21881"/>
                    <a:pt x="0" y="20539"/>
                  </a:cubicBezTo>
                  <a:lnTo>
                    <a:pt x="3965" y="16691"/>
                  </a:lnTo>
                  <a:cubicBezTo>
                    <a:pt x="4708" y="17551"/>
                    <a:pt x="5572" y="18297"/>
                    <a:pt x="6530" y="18907"/>
                  </a:cubicBezTo>
                  <a:cubicBezTo>
                    <a:pt x="7490" y="19450"/>
                    <a:pt x="8576" y="19731"/>
                    <a:pt x="9679" y="19723"/>
                  </a:cubicBezTo>
                  <a:lnTo>
                    <a:pt x="11078" y="19723"/>
                  </a:lnTo>
                  <a:cubicBezTo>
                    <a:pt x="11501" y="19818"/>
                    <a:pt x="11939" y="19818"/>
                    <a:pt x="12361" y="19723"/>
                  </a:cubicBezTo>
                  <a:cubicBezTo>
                    <a:pt x="12723" y="19515"/>
                    <a:pt x="13040" y="19238"/>
                    <a:pt x="13294" y="18907"/>
                  </a:cubicBezTo>
                  <a:cubicBezTo>
                    <a:pt x="13414" y="18488"/>
                    <a:pt x="13414" y="18043"/>
                    <a:pt x="13294" y="17624"/>
                  </a:cubicBezTo>
                  <a:cubicBezTo>
                    <a:pt x="13362" y="16875"/>
                    <a:pt x="13001" y="16153"/>
                    <a:pt x="12361" y="15758"/>
                  </a:cubicBezTo>
                  <a:cubicBezTo>
                    <a:pt x="11632" y="15338"/>
                    <a:pt x="10847" y="15024"/>
                    <a:pt x="10029" y="14825"/>
                  </a:cubicBezTo>
                  <a:lnTo>
                    <a:pt x="6880" y="14126"/>
                  </a:lnTo>
                  <a:cubicBezTo>
                    <a:pt x="5789" y="13917"/>
                    <a:pt x="4730" y="13564"/>
                    <a:pt x="3732" y="13076"/>
                  </a:cubicBezTo>
                  <a:cubicBezTo>
                    <a:pt x="2791" y="12586"/>
                    <a:pt x="1958" y="11912"/>
                    <a:pt x="1283" y="11094"/>
                  </a:cubicBezTo>
                  <a:cubicBezTo>
                    <a:pt x="633" y="10003"/>
                    <a:pt x="309" y="8748"/>
                    <a:pt x="350" y="7479"/>
                  </a:cubicBezTo>
                  <a:cubicBezTo>
                    <a:pt x="342" y="6264"/>
                    <a:pt x="622" y="5066"/>
                    <a:pt x="1166" y="3980"/>
                  </a:cubicBezTo>
                  <a:cubicBezTo>
                    <a:pt x="1678" y="2984"/>
                    <a:pt x="2442" y="2140"/>
                    <a:pt x="3382" y="1531"/>
                  </a:cubicBezTo>
                  <a:cubicBezTo>
                    <a:pt x="4364" y="927"/>
                    <a:pt x="5423" y="456"/>
                    <a:pt x="6530" y="132"/>
                  </a:cubicBezTo>
                  <a:cubicBezTo>
                    <a:pt x="7690" y="-44"/>
                    <a:pt x="8869" y="-44"/>
                    <a:pt x="10029" y="132"/>
                  </a:cubicBezTo>
                  <a:cubicBezTo>
                    <a:pt x="11658" y="119"/>
                    <a:pt x="13277" y="395"/>
                    <a:pt x="14810" y="948"/>
                  </a:cubicBezTo>
                  <a:cubicBezTo>
                    <a:pt x="16318" y="1523"/>
                    <a:pt x="17647" y="2489"/>
                    <a:pt x="18658" y="3747"/>
                  </a:cubicBez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896B8B52-A5C1-C447-873E-BBD24609E6DB}"/>
                </a:ext>
              </a:extLst>
            </p:cNvPr>
            <p:cNvSpPr/>
            <p:nvPr/>
          </p:nvSpPr>
          <p:spPr>
            <a:xfrm>
              <a:off x="9938715" y="2010074"/>
              <a:ext cx="21738" cy="24967"/>
            </a:xfrm>
            <a:custGeom>
              <a:avLst/>
              <a:gdLst>
                <a:gd name="connsiteX0" fmla="*/ 16447 w 21738"/>
                <a:gd name="connsiteY0" fmla="*/ 20992 h 24967"/>
                <a:gd name="connsiteX1" fmla="*/ 16447 w 21738"/>
                <a:gd name="connsiteY1" fmla="*/ 20992 h 24967"/>
                <a:gd name="connsiteX2" fmla="*/ 13182 w 21738"/>
                <a:gd name="connsiteY2" fmla="*/ 23907 h 24967"/>
                <a:gd name="connsiteX3" fmla="*/ 8751 w 21738"/>
                <a:gd name="connsiteY3" fmla="*/ 24840 h 24967"/>
                <a:gd name="connsiteX4" fmla="*/ 5602 w 21738"/>
                <a:gd name="connsiteY4" fmla="*/ 24840 h 24967"/>
                <a:gd name="connsiteX5" fmla="*/ 2687 w 21738"/>
                <a:gd name="connsiteY5" fmla="*/ 23557 h 24967"/>
                <a:gd name="connsiteX6" fmla="*/ 821 w 21738"/>
                <a:gd name="connsiteY6" fmla="*/ 21342 h 24967"/>
                <a:gd name="connsiteX7" fmla="*/ 5 w 21738"/>
                <a:gd name="connsiteY7" fmla="*/ 18193 h 24967"/>
                <a:gd name="connsiteX8" fmla="*/ 705 w 21738"/>
                <a:gd name="connsiteY8" fmla="*/ 14811 h 24967"/>
                <a:gd name="connsiteX9" fmla="*/ 2570 w 21738"/>
                <a:gd name="connsiteY9" fmla="*/ 12479 h 24967"/>
                <a:gd name="connsiteX10" fmla="*/ 5369 w 21738"/>
                <a:gd name="connsiteY10" fmla="*/ 11080 h 24967"/>
                <a:gd name="connsiteX11" fmla="*/ 8518 w 21738"/>
                <a:gd name="connsiteY11" fmla="*/ 10263 h 24967"/>
                <a:gd name="connsiteX12" fmla="*/ 11900 w 21738"/>
                <a:gd name="connsiteY12" fmla="*/ 10263 h 24967"/>
                <a:gd name="connsiteX13" fmla="*/ 16681 w 21738"/>
                <a:gd name="connsiteY13" fmla="*/ 10263 h 24967"/>
                <a:gd name="connsiteX14" fmla="*/ 16681 w 21738"/>
                <a:gd name="connsiteY14" fmla="*/ 9564 h 24967"/>
                <a:gd name="connsiteX15" fmla="*/ 15048 w 21738"/>
                <a:gd name="connsiteY15" fmla="*/ 6182 h 24967"/>
                <a:gd name="connsiteX16" fmla="*/ 11083 w 21738"/>
                <a:gd name="connsiteY16" fmla="*/ 5132 h 24967"/>
                <a:gd name="connsiteX17" fmla="*/ 7585 w 21738"/>
                <a:gd name="connsiteY17" fmla="*/ 5132 h 24967"/>
                <a:gd name="connsiteX18" fmla="*/ 4670 w 21738"/>
                <a:gd name="connsiteY18" fmla="*/ 6998 h 24967"/>
                <a:gd name="connsiteX19" fmla="*/ 1521 w 21738"/>
                <a:gd name="connsiteY19" fmla="*/ 3850 h 24967"/>
                <a:gd name="connsiteX20" fmla="*/ 6302 w 21738"/>
                <a:gd name="connsiteY20" fmla="*/ 934 h 24967"/>
                <a:gd name="connsiteX21" fmla="*/ 11783 w 21738"/>
                <a:gd name="connsiteY21" fmla="*/ 1 h 24967"/>
                <a:gd name="connsiteX22" fmla="*/ 16098 w 21738"/>
                <a:gd name="connsiteY22" fmla="*/ 584 h 24967"/>
                <a:gd name="connsiteX23" fmla="*/ 19013 w 21738"/>
                <a:gd name="connsiteY23" fmla="*/ 2100 h 24967"/>
                <a:gd name="connsiteX24" fmla="*/ 20762 w 21738"/>
                <a:gd name="connsiteY24" fmla="*/ 4199 h 24967"/>
                <a:gd name="connsiteX25" fmla="*/ 21695 w 21738"/>
                <a:gd name="connsiteY25" fmla="*/ 6532 h 24967"/>
                <a:gd name="connsiteX26" fmla="*/ 21695 w 21738"/>
                <a:gd name="connsiteY26" fmla="*/ 8864 h 24967"/>
                <a:gd name="connsiteX27" fmla="*/ 21695 w 21738"/>
                <a:gd name="connsiteY27" fmla="*/ 10846 h 24967"/>
                <a:gd name="connsiteX28" fmla="*/ 21695 w 21738"/>
                <a:gd name="connsiteY28" fmla="*/ 24374 h 24967"/>
                <a:gd name="connsiteX29" fmla="*/ 16447 w 21738"/>
                <a:gd name="connsiteY29" fmla="*/ 24374 h 24967"/>
                <a:gd name="connsiteX30" fmla="*/ 16447 w 21738"/>
                <a:gd name="connsiteY30" fmla="*/ 13529 h 24967"/>
                <a:gd name="connsiteX31" fmla="*/ 12366 w 21738"/>
                <a:gd name="connsiteY31" fmla="*/ 13529 h 24967"/>
                <a:gd name="connsiteX32" fmla="*/ 9451 w 21738"/>
                <a:gd name="connsiteY32" fmla="*/ 13529 h 24967"/>
                <a:gd name="connsiteX33" fmla="*/ 7118 w 21738"/>
                <a:gd name="connsiteY33" fmla="*/ 14578 h 24967"/>
                <a:gd name="connsiteX34" fmla="*/ 6185 w 21738"/>
                <a:gd name="connsiteY34" fmla="*/ 16677 h 24967"/>
                <a:gd name="connsiteX35" fmla="*/ 6185 w 21738"/>
                <a:gd name="connsiteY35" fmla="*/ 18076 h 24967"/>
                <a:gd name="connsiteX36" fmla="*/ 7118 w 21738"/>
                <a:gd name="connsiteY36" fmla="*/ 19009 h 24967"/>
                <a:gd name="connsiteX37" fmla="*/ 8518 w 21738"/>
                <a:gd name="connsiteY37" fmla="*/ 19009 h 24967"/>
                <a:gd name="connsiteX38" fmla="*/ 10034 w 21738"/>
                <a:gd name="connsiteY38" fmla="*/ 19009 h 24967"/>
                <a:gd name="connsiteX39" fmla="*/ 14582 w 21738"/>
                <a:gd name="connsiteY39" fmla="*/ 17493 h 24967"/>
                <a:gd name="connsiteX40" fmla="*/ 16098 w 21738"/>
                <a:gd name="connsiteY40" fmla="*/ 13529 h 24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1738" h="24967">
                  <a:moveTo>
                    <a:pt x="16447" y="20992"/>
                  </a:moveTo>
                  <a:lnTo>
                    <a:pt x="16447" y="20992"/>
                  </a:lnTo>
                  <a:cubicBezTo>
                    <a:pt x="15693" y="22283"/>
                    <a:pt x="14550" y="23303"/>
                    <a:pt x="13182" y="23907"/>
                  </a:cubicBezTo>
                  <a:cubicBezTo>
                    <a:pt x="11806" y="24582"/>
                    <a:pt x="10283" y="24903"/>
                    <a:pt x="8751" y="24840"/>
                  </a:cubicBezTo>
                  <a:cubicBezTo>
                    <a:pt x="7708" y="25010"/>
                    <a:pt x="6645" y="25010"/>
                    <a:pt x="5602" y="24840"/>
                  </a:cubicBezTo>
                  <a:cubicBezTo>
                    <a:pt x="4564" y="24583"/>
                    <a:pt x="3578" y="24149"/>
                    <a:pt x="2687" y="23557"/>
                  </a:cubicBezTo>
                  <a:cubicBezTo>
                    <a:pt x="1945" y="22929"/>
                    <a:pt x="1314" y="22180"/>
                    <a:pt x="821" y="21342"/>
                  </a:cubicBezTo>
                  <a:cubicBezTo>
                    <a:pt x="256" y="20391"/>
                    <a:pt x="-27" y="19299"/>
                    <a:pt x="5" y="18193"/>
                  </a:cubicBezTo>
                  <a:cubicBezTo>
                    <a:pt x="-38" y="17026"/>
                    <a:pt x="202" y="15865"/>
                    <a:pt x="705" y="14811"/>
                  </a:cubicBezTo>
                  <a:cubicBezTo>
                    <a:pt x="1157" y="13912"/>
                    <a:pt x="1793" y="13118"/>
                    <a:pt x="2570" y="12479"/>
                  </a:cubicBezTo>
                  <a:cubicBezTo>
                    <a:pt x="3428" y="11875"/>
                    <a:pt x="4372" y="11404"/>
                    <a:pt x="5369" y="11080"/>
                  </a:cubicBezTo>
                  <a:cubicBezTo>
                    <a:pt x="6365" y="10632"/>
                    <a:pt x="7430" y="10356"/>
                    <a:pt x="8518" y="10263"/>
                  </a:cubicBezTo>
                  <a:lnTo>
                    <a:pt x="11900" y="10263"/>
                  </a:lnTo>
                  <a:lnTo>
                    <a:pt x="16681" y="10263"/>
                  </a:lnTo>
                  <a:lnTo>
                    <a:pt x="16681" y="9564"/>
                  </a:lnTo>
                  <a:cubicBezTo>
                    <a:pt x="16739" y="8234"/>
                    <a:pt x="16125" y="6964"/>
                    <a:pt x="15048" y="6182"/>
                  </a:cubicBezTo>
                  <a:cubicBezTo>
                    <a:pt x="13864" y="5437"/>
                    <a:pt x="12481" y="5071"/>
                    <a:pt x="11083" y="5132"/>
                  </a:cubicBezTo>
                  <a:cubicBezTo>
                    <a:pt x="9925" y="4945"/>
                    <a:pt x="8744" y="4945"/>
                    <a:pt x="7585" y="5132"/>
                  </a:cubicBezTo>
                  <a:cubicBezTo>
                    <a:pt x="6515" y="5587"/>
                    <a:pt x="5530" y="6217"/>
                    <a:pt x="4670" y="6998"/>
                  </a:cubicBezTo>
                  <a:lnTo>
                    <a:pt x="1521" y="3850"/>
                  </a:lnTo>
                  <a:cubicBezTo>
                    <a:pt x="2854" y="2504"/>
                    <a:pt x="4495" y="1503"/>
                    <a:pt x="6302" y="934"/>
                  </a:cubicBezTo>
                  <a:cubicBezTo>
                    <a:pt x="8068" y="333"/>
                    <a:pt x="9918" y="18"/>
                    <a:pt x="11783" y="1"/>
                  </a:cubicBezTo>
                  <a:cubicBezTo>
                    <a:pt x="13242" y="-18"/>
                    <a:pt x="14696" y="179"/>
                    <a:pt x="16098" y="584"/>
                  </a:cubicBezTo>
                  <a:cubicBezTo>
                    <a:pt x="17148" y="922"/>
                    <a:pt x="18134" y="1435"/>
                    <a:pt x="19013" y="2100"/>
                  </a:cubicBezTo>
                  <a:cubicBezTo>
                    <a:pt x="19719" y="2688"/>
                    <a:pt x="20311" y="3400"/>
                    <a:pt x="20762" y="4199"/>
                  </a:cubicBezTo>
                  <a:cubicBezTo>
                    <a:pt x="21192" y="4924"/>
                    <a:pt x="21506" y="5711"/>
                    <a:pt x="21695" y="6532"/>
                  </a:cubicBezTo>
                  <a:cubicBezTo>
                    <a:pt x="21752" y="7308"/>
                    <a:pt x="21752" y="8088"/>
                    <a:pt x="21695" y="8864"/>
                  </a:cubicBezTo>
                  <a:cubicBezTo>
                    <a:pt x="21751" y="9523"/>
                    <a:pt x="21751" y="10187"/>
                    <a:pt x="21695" y="10846"/>
                  </a:cubicBezTo>
                  <a:lnTo>
                    <a:pt x="21695" y="24374"/>
                  </a:lnTo>
                  <a:lnTo>
                    <a:pt x="16447" y="24374"/>
                  </a:lnTo>
                  <a:close/>
                  <a:moveTo>
                    <a:pt x="16447" y="13529"/>
                  </a:moveTo>
                  <a:lnTo>
                    <a:pt x="12366" y="13529"/>
                  </a:lnTo>
                  <a:cubicBezTo>
                    <a:pt x="11398" y="13407"/>
                    <a:pt x="10419" y="13407"/>
                    <a:pt x="9451" y="13529"/>
                  </a:cubicBezTo>
                  <a:cubicBezTo>
                    <a:pt x="8609" y="13712"/>
                    <a:pt x="7814" y="14069"/>
                    <a:pt x="7118" y="14578"/>
                  </a:cubicBezTo>
                  <a:cubicBezTo>
                    <a:pt x="6441" y="15049"/>
                    <a:pt x="6081" y="15858"/>
                    <a:pt x="6185" y="16677"/>
                  </a:cubicBezTo>
                  <a:cubicBezTo>
                    <a:pt x="6049" y="17134"/>
                    <a:pt x="6049" y="17620"/>
                    <a:pt x="6185" y="18076"/>
                  </a:cubicBezTo>
                  <a:cubicBezTo>
                    <a:pt x="6435" y="18444"/>
                    <a:pt x="6751" y="18760"/>
                    <a:pt x="7118" y="19009"/>
                  </a:cubicBezTo>
                  <a:cubicBezTo>
                    <a:pt x="7578" y="19118"/>
                    <a:pt x="8058" y="19118"/>
                    <a:pt x="8518" y="19009"/>
                  </a:cubicBezTo>
                  <a:lnTo>
                    <a:pt x="10034" y="19009"/>
                  </a:lnTo>
                  <a:cubicBezTo>
                    <a:pt x="11686" y="19087"/>
                    <a:pt x="13307" y="18547"/>
                    <a:pt x="14582" y="17493"/>
                  </a:cubicBezTo>
                  <a:cubicBezTo>
                    <a:pt x="15588" y="16422"/>
                    <a:pt x="16133" y="14998"/>
                    <a:pt x="16098" y="13529"/>
                  </a:cubicBez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10646ED2-E3CB-3043-9564-B14FB96F5026}"/>
                </a:ext>
              </a:extLst>
            </p:cNvPr>
            <p:cNvSpPr/>
            <p:nvPr/>
          </p:nvSpPr>
          <p:spPr>
            <a:xfrm>
              <a:off x="9966940" y="2009717"/>
              <a:ext cx="21472" cy="24730"/>
            </a:xfrm>
            <a:custGeom>
              <a:avLst/>
              <a:gdLst>
                <a:gd name="connsiteX0" fmla="*/ 0 w 21472"/>
                <a:gd name="connsiteY0" fmla="*/ 591 h 24730"/>
                <a:gd name="connsiteX1" fmla="*/ 5714 w 21472"/>
                <a:gd name="connsiteY1" fmla="*/ 591 h 24730"/>
                <a:gd name="connsiteX2" fmla="*/ 5714 w 21472"/>
                <a:gd name="connsiteY2" fmla="*/ 4439 h 24730"/>
                <a:gd name="connsiteX3" fmla="*/ 5714 w 21472"/>
                <a:gd name="connsiteY3" fmla="*/ 4439 h 24730"/>
                <a:gd name="connsiteX4" fmla="*/ 8280 w 21472"/>
                <a:gd name="connsiteY4" fmla="*/ 1291 h 24730"/>
                <a:gd name="connsiteX5" fmla="*/ 13061 w 21472"/>
                <a:gd name="connsiteY5" fmla="*/ 8 h 24730"/>
                <a:gd name="connsiteX6" fmla="*/ 17142 w 21472"/>
                <a:gd name="connsiteY6" fmla="*/ 824 h 24730"/>
                <a:gd name="connsiteX7" fmla="*/ 19824 w 21472"/>
                <a:gd name="connsiteY7" fmla="*/ 2923 h 24730"/>
                <a:gd name="connsiteX8" fmla="*/ 21340 w 21472"/>
                <a:gd name="connsiteY8" fmla="*/ 5955 h 24730"/>
                <a:gd name="connsiteX9" fmla="*/ 21340 w 21472"/>
                <a:gd name="connsiteY9" fmla="*/ 9454 h 24730"/>
                <a:gd name="connsiteX10" fmla="*/ 21340 w 21472"/>
                <a:gd name="connsiteY10" fmla="*/ 24730 h 24730"/>
                <a:gd name="connsiteX11" fmla="*/ 15393 w 21472"/>
                <a:gd name="connsiteY11" fmla="*/ 24730 h 24730"/>
                <a:gd name="connsiteX12" fmla="*/ 15393 w 21472"/>
                <a:gd name="connsiteY12" fmla="*/ 13069 h 24730"/>
                <a:gd name="connsiteX13" fmla="*/ 15393 w 21472"/>
                <a:gd name="connsiteY13" fmla="*/ 10853 h 24730"/>
                <a:gd name="connsiteX14" fmla="*/ 15393 w 21472"/>
                <a:gd name="connsiteY14" fmla="*/ 8521 h 24730"/>
                <a:gd name="connsiteX15" fmla="*/ 14110 w 21472"/>
                <a:gd name="connsiteY15" fmla="*/ 6772 h 24730"/>
                <a:gd name="connsiteX16" fmla="*/ 11661 w 21472"/>
                <a:gd name="connsiteY16" fmla="*/ 5955 h 24730"/>
                <a:gd name="connsiteX17" fmla="*/ 9096 w 21472"/>
                <a:gd name="connsiteY17" fmla="*/ 5955 h 24730"/>
                <a:gd name="connsiteX18" fmla="*/ 7463 w 21472"/>
                <a:gd name="connsiteY18" fmla="*/ 7238 h 24730"/>
                <a:gd name="connsiteX19" fmla="*/ 6414 w 21472"/>
                <a:gd name="connsiteY19" fmla="*/ 9220 h 24730"/>
                <a:gd name="connsiteX20" fmla="*/ 6414 w 21472"/>
                <a:gd name="connsiteY20" fmla="*/ 11553 h 24730"/>
                <a:gd name="connsiteX21" fmla="*/ 6414 w 21472"/>
                <a:gd name="connsiteY21" fmla="*/ 24730 h 24730"/>
                <a:gd name="connsiteX22" fmla="*/ 350 w 21472"/>
                <a:gd name="connsiteY22" fmla="*/ 24730 h 24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472" h="24730">
                  <a:moveTo>
                    <a:pt x="0" y="591"/>
                  </a:moveTo>
                  <a:lnTo>
                    <a:pt x="5714" y="591"/>
                  </a:lnTo>
                  <a:lnTo>
                    <a:pt x="5714" y="4439"/>
                  </a:lnTo>
                  <a:lnTo>
                    <a:pt x="5714" y="4439"/>
                  </a:lnTo>
                  <a:cubicBezTo>
                    <a:pt x="6328" y="3214"/>
                    <a:pt x="7204" y="2139"/>
                    <a:pt x="8280" y="1291"/>
                  </a:cubicBezTo>
                  <a:cubicBezTo>
                    <a:pt x="9705" y="386"/>
                    <a:pt x="11373" y="-62"/>
                    <a:pt x="13061" y="8"/>
                  </a:cubicBezTo>
                  <a:cubicBezTo>
                    <a:pt x="14467" y="-52"/>
                    <a:pt x="15867" y="228"/>
                    <a:pt x="17142" y="824"/>
                  </a:cubicBezTo>
                  <a:cubicBezTo>
                    <a:pt x="18196" y="1292"/>
                    <a:pt x="19117" y="2013"/>
                    <a:pt x="19824" y="2923"/>
                  </a:cubicBezTo>
                  <a:cubicBezTo>
                    <a:pt x="20579" y="3789"/>
                    <a:pt x="21101" y="4832"/>
                    <a:pt x="21340" y="5955"/>
                  </a:cubicBezTo>
                  <a:cubicBezTo>
                    <a:pt x="21516" y="7115"/>
                    <a:pt x="21516" y="8294"/>
                    <a:pt x="21340" y="9454"/>
                  </a:cubicBezTo>
                  <a:lnTo>
                    <a:pt x="21340" y="24730"/>
                  </a:lnTo>
                  <a:lnTo>
                    <a:pt x="15393" y="24730"/>
                  </a:lnTo>
                  <a:lnTo>
                    <a:pt x="15393" y="13069"/>
                  </a:lnTo>
                  <a:cubicBezTo>
                    <a:pt x="15393" y="12369"/>
                    <a:pt x="15393" y="11669"/>
                    <a:pt x="15393" y="10853"/>
                  </a:cubicBezTo>
                  <a:cubicBezTo>
                    <a:pt x="15513" y="10080"/>
                    <a:pt x="15513" y="9293"/>
                    <a:pt x="15393" y="8521"/>
                  </a:cubicBezTo>
                  <a:cubicBezTo>
                    <a:pt x="15142" y="7827"/>
                    <a:pt x="14697" y="7220"/>
                    <a:pt x="14110" y="6772"/>
                  </a:cubicBezTo>
                  <a:cubicBezTo>
                    <a:pt x="13441" y="6175"/>
                    <a:pt x="12555" y="5879"/>
                    <a:pt x="11661" y="5955"/>
                  </a:cubicBezTo>
                  <a:cubicBezTo>
                    <a:pt x="10818" y="5757"/>
                    <a:pt x="9939" y="5757"/>
                    <a:pt x="9096" y="5955"/>
                  </a:cubicBezTo>
                  <a:cubicBezTo>
                    <a:pt x="8458" y="6248"/>
                    <a:pt x="7898" y="6687"/>
                    <a:pt x="7463" y="7238"/>
                  </a:cubicBezTo>
                  <a:cubicBezTo>
                    <a:pt x="7002" y="7833"/>
                    <a:pt x="6647" y="8504"/>
                    <a:pt x="6414" y="9220"/>
                  </a:cubicBezTo>
                  <a:cubicBezTo>
                    <a:pt x="6350" y="9997"/>
                    <a:pt x="6350" y="10777"/>
                    <a:pt x="6414" y="11553"/>
                  </a:cubicBezTo>
                  <a:lnTo>
                    <a:pt x="6414" y="24730"/>
                  </a:lnTo>
                  <a:lnTo>
                    <a:pt x="350" y="24730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A8B666A-8184-A645-B4F7-19EA7399E9DD}"/>
                </a:ext>
              </a:extLst>
            </p:cNvPr>
            <p:cNvSpPr/>
            <p:nvPr/>
          </p:nvSpPr>
          <p:spPr>
            <a:xfrm>
              <a:off x="9994577" y="1996198"/>
              <a:ext cx="25888" cy="38723"/>
            </a:xfrm>
            <a:custGeom>
              <a:avLst/>
              <a:gdLst>
                <a:gd name="connsiteX0" fmla="*/ 20174 w 25888"/>
                <a:gd name="connsiteY0" fmla="*/ 34518 h 38723"/>
                <a:gd name="connsiteX1" fmla="*/ 20174 w 25888"/>
                <a:gd name="connsiteY1" fmla="*/ 34518 h 38723"/>
                <a:gd name="connsiteX2" fmla="*/ 16676 w 25888"/>
                <a:gd name="connsiteY2" fmla="*/ 37783 h 38723"/>
                <a:gd name="connsiteX3" fmla="*/ 11895 w 25888"/>
                <a:gd name="connsiteY3" fmla="*/ 38716 h 38723"/>
                <a:gd name="connsiteX4" fmla="*/ 6880 w 25888"/>
                <a:gd name="connsiteY4" fmla="*/ 37783 h 38723"/>
                <a:gd name="connsiteX5" fmla="*/ 816 w 25888"/>
                <a:gd name="connsiteY5" fmla="*/ 31136 h 38723"/>
                <a:gd name="connsiteX6" fmla="*/ 0 w 25888"/>
                <a:gd name="connsiteY6" fmla="*/ 26121 h 38723"/>
                <a:gd name="connsiteX7" fmla="*/ 933 w 25888"/>
                <a:gd name="connsiteY7" fmla="*/ 21224 h 38723"/>
                <a:gd name="connsiteX8" fmla="*/ 3265 w 25888"/>
                <a:gd name="connsiteY8" fmla="*/ 17142 h 38723"/>
                <a:gd name="connsiteX9" fmla="*/ 6880 w 25888"/>
                <a:gd name="connsiteY9" fmla="*/ 14460 h 38723"/>
                <a:gd name="connsiteX10" fmla="*/ 11661 w 25888"/>
                <a:gd name="connsiteY10" fmla="*/ 13527 h 38723"/>
                <a:gd name="connsiteX11" fmla="*/ 14693 w 25888"/>
                <a:gd name="connsiteY11" fmla="*/ 13527 h 38723"/>
                <a:gd name="connsiteX12" fmla="*/ 16909 w 25888"/>
                <a:gd name="connsiteY12" fmla="*/ 14460 h 38723"/>
                <a:gd name="connsiteX13" fmla="*/ 18658 w 25888"/>
                <a:gd name="connsiteY13" fmla="*/ 15626 h 38723"/>
                <a:gd name="connsiteX14" fmla="*/ 19824 w 25888"/>
                <a:gd name="connsiteY14" fmla="*/ 16792 h 38723"/>
                <a:gd name="connsiteX15" fmla="*/ 19824 w 25888"/>
                <a:gd name="connsiteY15" fmla="*/ 16792 h 38723"/>
                <a:gd name="connsiteX16" fmla="*/ 19824 w 25888"/>
                <a:gd name="connsiteY16" fmla="*/ 0 h 38723"/>
                <a:gd name="connsiteX17" fmla="*/ 25888 w 25888"/>
                <a:gd name="connsiteY17" fmla="*/ 0 h 38723"/>
                <a:gd name="connsiteX18" fmla="*/ 25888 w 25888"/>
                <a:gd name="connsiteY18" fmla="*/ 38249 h 38723"/>
                <a:gd name="connsiteX19" fmla="*/ 20174 w 25888"/>
                <a:gd name="connsiteY19" fmla="*/ 38249 h 38723"/>
                <a:gd name="connsiteX20" fmla="*/ 6064 w 25888"/>
                <a:gd name="connsiteY20" fmla="*/ 26588 h 38723"/>
                <a:gd name="connsiteX21" fmla="*/ 6064 w 25888"/>
                <a:gd name="connsiteY21" fmla="*/ 29270 h 38723"/>
                <a:gd name="connsiteX22" fmla="*/ 7463 w 25888"/>
                <a:gd name="connsiteY22" fmla="*/ 31602 h 38723"/>
                <a:gd name="connsiteX23" fmla="*/ 9679 w 25888"/>
                <a:gd name="connsiteY23" fmla="*/ 33235 h 38723"/>
                <a:gd name="connsiteX24" fmla="*/ 12594 w 25888"/>
                <a:gd name="connsiteY24" fmla="*/ 33235 h 38723"/>
                <a:gd name="connsiteX25" fmla="*/ 15626 w 25888"/>
                <a:gd name="connsiteY25" fmla="*/ 33235 h 38723"/>
                <a:gd name="connsiteX26" fmla="*/ 17842 w 25888"/>
                <a:gd name="connsiteY26" fmla="*/ 31602 h 38723"/>
                <a:gd name="connsiteX27" fmla="*/ 19241 w 25888"/>
                <a:gd name="connsiteY27" fmla="*/ 29270 h 38723"/>
                <a:gd name="connsiteX28" fmla="*/ 19241 w 25888"/>
                <a:gd name="connsiteY28" fmla="*/ 23906 h 38723"/>
                <a:gd name="connsiteX29" fmla="*/ 17842 w 25888"/>
                <a:gd name="connsiteY29" fmla="*/ 21574 h 38723"/>
                <a:gd name="connsiteX30" fmla="*/ 15626 w 25888"/>
                <a:gd name="connsiteY30" fmla="*/ 20058 h 38723"/>
                <a:gd name="connsiteX31" fmla="*/ 12594 w 25888"/>
                <a:gd name="connsiteY31" fmla="*/ 19358 h 38723"/>
                <a:gd name="connsiteX32" fmla="*/ 9679 w 25888"/>
                <a:gd name="connsiteY32" fmla="*/ 20058 h 38723"/>
                <a:gd name="connsiteX33" fmla="*/ 7463 w 25888"/>
                <a:gd name="connsiteY33" fmla="*/ 21574 h 38723"/>
                <a:gd name="connsiteX34" fmla="*/ 6064 w 25888"/>
                <a:gd name="connsiteY34" fmla="*/ 23906 h 38723"/>
                <a:gd name="connsiteX35" fmla="*/ 6064 w 25888"/>
                <a:gd name="connsiteY35" fmla="*/ 26588 h 38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5888" h="38723">
                  <a:moveTo>
                    <a:pt x="20174" y="34518"/>
                  </a:moveTo>
                  <a:lnTo>
                    <a:pt x="20174" y="34518"/>
                  </a:lnTo>
                  <a:cubicBezTo>
                    <a:pt x="19344" y="35918"/>
                    <a:pt x="18130" y="37051"/>
                    <a:pt x="16676" y="37783"/>
                  </a:cubicBezTo>
                  <a:cubicBezTo>
                    <a:pt x="15155" y="38394"/>
                    <a:pt x="13533" y="38710"/>
                    <a:pt x="11895" y="38716"/>
                  </a:cubicBezTo>
                  <a:cubicBezTo>
                    <a:pt x="10175" y="38779"/>
                    <a:pt x="8462" y="38460"/>
                    <a:pt x="6880" y="37783"/>
                  </a:cubicBezTo>
                  <a:cubicBezTo>
                    <a:pt x="4051" y="36468"/>
                    <a:pt x="1867" y="34073"/>
                    <a:pt x="816" y="31136"/>
                  </a:cubicBezTo>
                  <a:cubicBezTo>
                    <a:pt x="300" y="29513"/>
                    <a:pt x="25" y="27824"/>
                    <a:pt x="0" y="26121"/>
                  </a:cubicBezTo>
                  <a:cubicBezTo>
                    <a:pt x="5" y="24445"/>
                    <a:pt x="321" y="22784"/>
                    <a:pt x="933" y="21224"/>
                  </a:cubicBezTo>
                  <a:cubicBezTo>
                    <a:pt x="1406" y="19711"/>
                    <a:pt x="2202" y="18318"/>
                    <a:pt x="3265" y="17142"/>
                  </a:cubicBezTo>
                  <a:cubicBezTo>
                    <a:pt x="4316" y="16057"/>
                    <a:pt x="5537" y="15151"/>
                    <a:pt x="6880" y="14460"/>
                  </a:cubicBezTo>
                  <a:cubicBezTo>
                    <a:pt x="8400" y="13849"/>
                    <a:pt x="10023" y="13533"/>
                    <a:pt x="11661" y="13527"/>
                  </a:cubicBezTo>
                  <a:cubicBezTo>
                    <a:pt x="12668" y="13395"/>
                    <a:pt x="13687" y="13395"/>
                    <a:pt x="14693" y="13527"/>
                  </a:cubicBezTo>
                  <a:lnTo>
                    <a:pt x="16909" y="14460"/>
                  </a:lnTo>
                  <a:cubicBezTo>
                    <a:pt x="17551" y="14752"/>
                    <a:pt x="18142" y="15146"/>
                    <a:pt x="18658" y="15626"/>
                  </a:cubicBezTo>
                  <a:cubicBezTo>
                    <a:pt x="19076" y="15985"/>
                    <a:pt x="19465" y="16375"/>
                    <a:pt x="19824" y="16792"/>
                  </a:cubicBezTo>
                  <a:lnTo>
                    <a:pt x="19824" y="16792"/>
                  </a:lnTo>
                  <a:lnTo>
                    <a:pt x="19824" y="0"/>
                  </a:lnTo>
                  <a:lnTo>
                    <a:pt x="25888" y="0"/>
                  </a:lnTo>
                  <a:lnTo>
                    <a:pt x="25888" y="38249"/>
                  </a:lnTo>
                  <a:lnTo>
                    <a:pt x="20174" y="38249"/>
                  </a:lnTo>
                  <a:close/>
                  <a:moveTo>
                    <a:pt x="6064" y="26588"/>
                  </a:moveTo>
                  <a:cubicBezTo>
                    <a:pt x="5888" y="27473"/>
                    <a:pt x="5888" y="28385"/>
                    <a:pt x="6064" y="29270"/>
                  </a:cubicBezTo>
                  <a:cubicBezTo>
                    <a:pt x="6390" y="30123"/>
                    <a:pt x="6864" y="30913"/>
                    <a:pt x="7463" y="31602"/>
                  </a:cubicBezTo>
                  <a:cubicBezTo>
                    <a:pt x="8075" y="32300"/>
                    <a:pt x="8831" y="32857"/>
                    <a:pt x="9679" y="33235"/>
                  </a:cubicBezTo>
                  <a:cubicBezTo>
                    <a:pt x="10642" y="33421"/>
                    <a:pt x="11631" y="33421"/>
                    <a:pt x="12594" y="33235"/>
                  </a:cubicBezTo>
                  <a:cubicBezTo>
                    <a:pt x="13596" y="33422"/>
                    <a:pt x="14624" y="33422"/>
                    <a:pt x="15626" y="33235"/>
                  </a:cubicBezTo>
                  <a:cubicBezTo>
                    <a:pt x="16437" y="32796"/>
                    <a:pt x="17183" y="32247"/>
                    <a:pt x="17842" y="31602"/>
                  </a:cubicBezTo>
                  <a:cubicBezTo>
                    <a:pt x="18441" y="30913"/>
                    <a:pt x="18915" y="30123"/>
                    <a:pt x="19241" y="29270"/>
                  </a:cubicBezTo>
                  <a:cubicBezTo>
                    <a:pt x="19865" y="27536"/>
                    <a:pt x="19865" y="25640"/>
                    <a:pt x="19241" y="23906"/>
                  </a:cubicBezTo>
                  <a:cubicBezTo>
                    <a:pt x="18889" y="23066"/>
                    <a:pt x="18417" y="22280"/>
                    <a:pt x="17842" y="21574"/>
                  </a:cubicBezTo>
                  <a:cubicBezTo>
                    <a:pt x="17180" y="20964"/>
                    <a:pt x="16434" y="20453"/>
                    <a:pt x="15626" y="20058"/>
                  </a:cubicBezTo>
                  <a:cubicBezTo>
                    <a:pt x="14688" y="19579"/>
                    <a:pt x="13647" y="19339"/>
                    <a:pt x="12594" y="19358"/>
                  </a:cubicBezTo>
                  <a:cubicBezTo>
                    <a:pt x="11579" y="19338"/>
                    <a:pt x="10575" y="19579"/>
                    <a:pt x="9679" y="20058"/>
                  </a:cubicBezTo>
                  <a:cubicBezTo>
                    <a:pt x="8838" y="20395"/>
                    <a:pt x="8082" y="20912"/>
                    <a:pt x="7463" y="21574"/>
                  </a:cubicBezTo>
                  <a:cubicBezTo>
                    <a:pt x="6888" y="22280"/>
                    <a:pt x="6417" y="23066"/>
                    <a:pt x="6064" y="23906"/>
                  </a:cubicBezTo>
                  <a:cubicBezTo>
                    <a:pt x="5888" y="24791"/>
                    <a:pt x="5888" y="25703"/>
                    <a:pt x="6064" y="26588"/>
                  </a:cubicBez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2ECA52BB-669A-9241-A76E-9724D2783F89}"/>
                </a:ext>
              </a:extLst>
            </p:cNvPr>
            <p:cNvSpPr/>
            <p:nvPr/>
          </p:nvSpPr>
          <p:spPr>
            <a:xfrm>
              <a:off x="10042622" y="1999463"/>
              <a:ext cx="29153" cy="34984"/>
            </a:xfrm>
            <a:custGeom>
              <a:avLst/>
              <a:gdLst>
                <a:gd name="connsiteX0" fmla="*/ 0 w 29153"/>
                <a:gd name="connsiteY0" fmla="*/ 0 h 34984"/>
                <a:gd name="connsiteX1" fmla="*/ 6297 w 29153"/>
                <a:gd name="connsiteY1" fmla="*/ 0 h 34984"/>
                <a:gd name="connsiteX2" fmla="*/ 6297 w 29153"/>
                <a:gd name="connsiteY2" fmla="*/ 14110 h 34984"/>
                <a:gd name="connsiteX3" fmla="*/ 22856 w 29153"/>
                <a:gd name="connsiteY3" fmla="*/ 14110 h 34984"/>
                <a:gd name="connsiteX4" fmla="*/ 22856 w 29153"/>
                <a:gd name="connsiteY4" fmla="*/ 0 h 34984"/>
                <a:gd name="connsiteX5" fmla="*/ 29153 w 29153"/>
                <a:gd name="connsiteY5" fmla="*/ 0 h 34984"/>
                <a:gd name="connsiteX6" fmla="*/ 29153 w 29153"/>
                <a:gd name="connsiteY6" fmla="*/ 34984 h 34984"/>
                <a:gd name="connsiteX7" fmla="*/ 22856 w 29153"/>
                <a:gd name="connsiteY7" fmla="*/ 34984 h 34984"/>
                <a:gd name="connsiteX8" fmla="*/ 22856 w 29153"/>
                <a:gd name="connsiteY8" fmla="*/ 19358 h 34984"/>
                <a:gd name="connsiteX9" fmla="*/ 6297 w 29153"/>
                <a:gd name="connsiteY9" fmla="*/ 19358 h 34984"/>
                <a:gd name="connsiteX10" fmla="*/ 6297 w 29153"/>
                <a:gd name="connsiteY10" fmla="*/ 34984 h 34984"/>
                <a:gd name="connsiteX11" fmla="*/ 0 w 29153"/>
                <a:gd name="connsiteY11" fmla="*/ 34984 h 34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153" h="34984">
                  <a:moveTo>
                    <a:pt x="0" y="0"/>
                  </a:moveTo>
                  <a:lnTo>
                    <a:pt x="6297" y="0"/>
                  </a:lnTo>
                  <a:lnTo>
                    <a:pt x="6297" y="14110"/>
                  </a:lnTo>
                  <a:lnTo>
                    <a:pt x="22856" y="14110"/>
                  </a:lnTo>
                  <a:lnTo>
                    <a:pt x="22856" y="0"/>
                  </a:lnTo>
                  <a:lnTo>
                    <a:pt x="29153" y="0"/>
                  </a:lnTo>
                  <a:lnTo>
                    <a:pt x="29153" y="34984"/>
                  </a:lnTo>
                  <a:lnTo>
                    <a:pt x="22856" y="34984"/>
                  </a:lnTo>
                  <a:lnTo>
                    <a:pt x="22856" y="19358"/>
                  </a:lnTo>
                  <a:lnTo>
                    <a:pt x="6297" y="19358"/>
                  </a:lnTo>
                  <a:lnTo>
                    <a:pt x="6297" y="34984"/>
                  </a:lnTo>
                  <a:lnTo>
                    <a:pt x="0" y="34984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88879460-F09B-C448-9ED6-FD0B6990AE1D}"/>
                </a:ext>
              </a:extLst>
            </p:cNvPr>
            <p:cNvSpPr/>
            <p:nvPr/>
          </p:nvSpPr>
          <p:spPr>
            <a:xfrm>
              <a:off x="10077944" y="2010192"/>
              <a:ext cx="26134" cy="25192"/>
            </a:xfrm>
            <a:custGeom>
              <a:avLst/>
              <a:gdLst>
                <a:gd name="connsiteX0" fmla="*/ 12 w 26134"/>
                <a:gd name="connsiteY0" fmla="*/ 12594 h 25192"/>
                <a:gd name="connsiteX1" fmla="*/ 3744 w 26134"/>
                <a:gd name="connsiteY1" fmla="*/ 3499 h 25192"/>
                <a:gd name="connsiteX2" fmla="*/ 7942 w 26134"/>
                <a:gd name="connsiteY2" fmla="*/ 933 h 25192"/>
                <a:gd name="connsiteX3" fmla="*/ 13073 w 26134"/>
                <a:gd name="connsiteY3" fmla="*/ 0 h 25192"/>
                <a:gd name="connsiteX4" fmla="*/ 18087 w 26134"/>
                <a:gd name="connsiteY4" fmla="*/ 933 h 25192"/>
                <a:gd name="connsiteX5" fmla="*/ 22286 w 26134"/>
                <a:gd name="connsiteY5" fmla="*/ 3499 h 25192"/>
                <a:gd name="connsiteX6" fmla="*/ 26134 w 26134"/>
                <a:gd name="connsiteY6" fmla="*/ 12594 h 25192"/>
                <a:gd name="connsiteX7" fmla="*/ 25084 w 26134"/>
                <a:gd name="connsiteY7" fmla="*/ 17842 h 25192"/>
                <a:gd name="connsiteX8" fmla="*/ 22286 w 26134"/>
                <a:gd name="connsiteY8" fmla="*/ 21807 h 25192"/>
                <a:gd name="connsiteX9" fmla="*/ 18088 w 26134"/>
                <a:gd name="connsiteY9" fmla="*/ 24372 h 25192"/>
                <a:gd name="connsiteX10" fmla="*/ 13073 w 26134"/>
                <a:gd name="connsiteY10" fmla="*/ 25189 h 25192"/>
                <a:gd name="connsiteX11" fmla="*/ 7942 w 26134"/>
                <a:gd name="connsiteY11" fmla="*/ 24372 h 25192"/>
                <a:gd name="connsiteX12" fmla="*/ 3744 w 26134"/>
                <a:gd name="connsiteY12" fmla="*/ 21807 h 25192"/>
                <a:gd name="connsiteX13" fmla="*/ 945 w 26134"/>
                <a:gd name="connsiteY13" fmla="*/ 17842 h 25192"/>
                <a:gd name="connsiteX14" fmla="*/ 12 w 26134"/>
                <a:gd name="connsiteY14" fmla="*/ 12594 h 25192"/>
                <a:gd name="connsiteX15" fmla="*/ 5960 w 26134"/>
                <a:gd name="connsiteY15" fmla="*/ 12594 h 25192"/>
                <a:gd name="connsiteX16" fmla="*/ 5960 w 26134"/>
                <a:gd name="connsiteY16" fmla="*/ 15277 h 25192"/>
                <a:gd name="connsiteX17" fmla="*/ 9575 w 26134"/>
                <a:gd name="connsiteY17" fmla="*/ 19241 h 25192"/>
                <a:gd name="connsiteX18" fmla="*/ 12607 w 26134"/>
                <a:gd name="connsiteY18" fmla="*/ 19241 h 25192"/>
                <a:gd name="connsiteX19" fmla="*/ 15522 w 26134"/>
                <a:gd name="connsiteY19" fmla="*/ 19241 h 25192"/>
                <a:gd name="connsiteX20" fmla="*/ 19137 w 26134"/>
                <a:gd name="connsiteY20" fmla="*/ 15277 h 25192"/>
                <a:gd name="connsiteX21" fmla="*/ 19137 w 26134"/>
                <a:gd name="connsiteY21" fmla="*/ 9912 h 25192"/>
                <a:gd name="connsiteX22" fmla="*/ 17738 w 26134"/>
                <a:gd name="connsiteY22" fmla="*/ 7580 h 25192"/>
                <a:gd name="connsiteX23" fmla="*/ 15522 w 26134"/>
                <a:gd name="connsiteY23" fmla="*/ 6064 h 25192"/>
                <a:gd name="connsiteX24" fmla="*/ 12606 w 26134"/>
                <a:gd name="connsiteY24" fmla="*/ 5364 h 25192"/>
                <a:gd name="connsiteX25" fmla="*/ 9574 w 26134"/>
                <a:gd name="connsiteY25" fmla="*/ 6064 h 25192"/>
                <a:gd name="connsiteX26" fmla="*/ 7359 w 26134"/>
                <a:gd name="connsiteY26" fmla="*/ 7580 h 25192"/>
                <a:gd name="connsiteX27" fmla="*/ 5959 w 26134"/>
                <a:gd name="connsiteY27" fmla="*/ 9912 h 25192"/>
                <a:gd name="connsiteX28" fmla="*/ 5959 w 26134"/>
                <a:gd name="connsiteY28" fmla="*/ 12594 h 25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6134" h="25192">
                  <a:moveTo>
                    <a:pt x="12" y="12594"/>
                  </a:moveTo>
                  <a:cubicBezTo>
                    <a:pt x="-145" y="9161"/>
                    <a:pt x="1220" y="5832"/>
                    <a:pt x="3744" y="3499"/>
                  </a:cubicBezTo>
                  <a:cubicBezTo>
                    <a:pt x="4945" y="2355"/>
                    <a:pt x="6376" y="1480"/>
                    <a:pt x="7942" y="933"/>
                  </a:cubicBezTo>
                  <a:cubicBezTo>
                    <a:pt x="9581" y="311"/>
                    <a:pt x="11320" y="-5"/>
                    <a:pt x="13073" y="0"/>
                  </a:cubicBezTo>
                  <a:cubicBezTo>
                    <a:pt x="14787" y="6"/>
                    <a:pt x="16486" y="322"/>
                    <a:pt x="18087" y="933"/>
                  </a:cubicBezTo>
                  <a:cubicBezTo>
                    <a:pt x="19653" y="1480"/>
                    <a:pt x="21085" y="2355"/>
                    <a:pt x="22286" y="3499"/>
                  </a:cubicBezTo>
                  <a:cubicBezTo>
                    <a:pt x="24776" y="5864"/>
                    <a:pt x="26171" y="9159"/>
                    <a:pt x="26134" y="12594"/>
                  </a:cubicBezTo>
                  <a:cubicBezTo>
                    <a:pt x="26147" y="14397"/>
                    <a:pt x="25789" y="16183"/>
                    <a:pt x="25084" y="17842"/>
                  </a:cubicBezTo>
                  <a:cubicBezTo>
                    <a:pt x="24398" y="19322"/>
                    <a:pt x="23450" y="20665"/>
                    <a:pt x="22286" y="21807"/>
                  </a:cubicBezTo>
                  <a:cubicBezTo>
                    <a:pt x="21038" y="22888"/>
                    <a:pt x="19619" y="23755"/>
                    <a:pt x="18088" y="24372"/>
                  </a:cubicBezTo>
                  <a:cubicBezTo>
                    <a:pt x="16479" y="24946"/>
                    <a:pt x="14780" y="25222"/>
                    <a:pt x="13073" y="25189"/>
                  </a:cubicBezTo>
                  <a:cubicBezTo>
                    <a:pt x="11327" y="25231"/>
                    <a:pt x="9588" y="24954"/>
                    <a:pt x="7942" y="24372"/>
                  </a:cubicBezTo>
                  <a:cubicBezTo>
                    <a:pt x="6410" y="23755"/>
                    <a:pt x="4992" y="22888"/>
                    <a:pt x="3744" y="21807"/>
                  </a:cubicBezTo>
                  <a:cubicBezTo>
                    <a:pt x="2580" y="20665"/>
                    <a:pt x="1632" y="19321"/>
                    <a:pt x="945" y="17842"/>
                  </a:cubicBezTo>
                  <a:cubicBezTo>
                    <a:pt x="277" y="16175"/>
                    <a:pt x="-41" y="14389"/>
                    <a:pt x="12" y="12594"/>
                  </a:cubicBezTo>
                  <a:close/>
                  <a:moveTo>
                    <a:pt x="5960" y="12594"/>
                  </a:moveTo>
                  <a:cubicBezTo>
                    <a:pt x="5784" y="13480"/>
                    <a:pt x="5784" y="14391"/>
                    <a:pt x="5960" y="15277"/>
                  </a:cubicBezTo>
                  <a:cubicBezTo>
                    <a:pt x="6590" y="17026"/>
                    <a:pt x="7891" y="18453"/>
                    <a:pt x="9575" y="19241"/>
                  </a:cubicBezTo>
                  <a:cubicBezTo>
                    <a:pt x="10577" y="19428"/>
                    <a:pt x="11605" y="19428"/>
                    <a:pt x="12607" y="19241"/>
                  </a:cubicBezTo>
                  <a:cubicBezTo>
                    <a:pt x="13570" y="19416"/>
                    <a:pt x="14558" y="19416"/>
                    <a:pt x="15522" y="19241"/>
                  </a:cubicBezTo>
                  <a:cubicBezTo>
                    <a:pt x="17206" y="18453"/>
                    <a:pt x="18507" y="17026"/>
                    <a:pt x="19137" y="15277"/>
                  </a:cubicBezTo>
                  <a:cubicBezTo>
                    <a:pt x="19760" y="13543"/>
                    <a:pt x="19760" y="11646"/>
                    <a:pt x="19137" y="9912"/>
                  </a:cubicBezTo>
                  <a:cubicBezTo>
                    <a:pt x="18784" y="9072"/>
                    <a:pt x="18313" y="8287"/>
                    <a:pt x="17738" y="7580"/>
                  </a:cubicBezTo>
                  <a:cubicBezTo>
                    <a:pt x="17097" y="6945"/>
                    <a:pt x="16346" y="6431"/>
                    <a:pt x="15522" y="6064"/>
                  </a:cubicBezTo>
                  <a:cubicBezTo>
                    <a:pt x="14621" y="5600"/>
                    <a:pt x="13620" y="5360"/>
                    <a:pt x="12606" y="5364"/>
                  </a:cubicBezTo>
                  <a:cubicBezTo>
                    <a:pt x="11554" y="5345"/>
                    <a:pt x="10512" y="5586"/>
                    <a:pt x="9574" y="6064"/>
                  </a:cubicBezTo>
                  <a:cubicBezTo>
                    <a:pt x="8750" y="6431"/>
                    <a:pt x="8000" y="6945"/>
                    <a:pt x="7359" y="7580"/>
                  </a:cubicBezTo>
                  <a:cubicBezTo>
                    <a:pt x="6784" y="8287"/>
                    <a:pt x="6312" y="9072"/>
                    <a:pt x="5959" y="9912"/>
                  </a:cubicBezTo>
                  <a:cubicBezTo>
                    <a:pt x="5783" y="10798"/>
                    <a:pt x="5783" y="11709"/>
                    <a:pt x="5959" y="12594"/>
                  </a:cubicBez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65D2E933-301E-9B48-8F0B-5C8B98DB0926}"/>
                </a:ext>
              </a:extLst>
            </p:cNvPr>
            <p:cNvSpPr/>
            <p:nvPr/>
          </p:nvSpPr>
          <p:spPr>
            <a:xfrm>
              <a:off x="10110051" y="2010308"/>
              <a:ext cx="21430" cy="24744"/>
            </a:xfrm>
            <a:custGeom>
              <a:avLst/>
              <a:gdLst>
                <a:gd name="connsiteX0" fmla="*/ 21431 w 21430"/>
                <a:gd name="connsiteY0" fmla="*/ 24139 h 24744"/>
                <a:gd name="connsiteX1" fmla="*/ 15833 w 21430"/>
                <a:gd name="connsiteY1" fmla="*/ 24139 h 24744"/>
                <a:gd name="connsiteX2" fmla="*/ 15833 w 21430"/>
                <a:gd name="connsiteY2" fmla="*/ 20291 h 24744"/>
                <a:gd name="connsiteX3" fmla="*/ 15833 w 21430"/>
                <a:gd name="connsiteY3" fmla="*/ 20291 h 24744"/>
                <a:gd name="connsiteX4" fmla="*/ 13151 w 21430"/>
                <a:gd name="connsiteY4" fmla="*/ 23439 h 24744"/>
                <a:gd name="connsiteX5" fmla="*/ 8487 w 21430"/>
                <a:gd name="connsiteY5" fmla="*/ 24722 h 24744"/>
                <a:gd name="connsiteX6" fmla="*/ 4405 w 21430"/>
                <a:gd name="connsiteY6" fmla="*/ 24022 h 24744"/>
                <a:gd name="connsiteX7" fmla="*/ 1607 w 21430"/>
                <a:gd name="connsiteY7" fmla="*/ 21923 h 24744"/>
                <a:gd name="connsiteX8" fmla="*/ 91 w 21430"/>
                <a:gd name="connsiteY8" fmla="*/ 18891 h 24744"/>
                <a:gd name="connsiteX9" fmla="*/ 91 w 21430"/>
                <a:gd name="connsiteY9" fmla="*/ 15276 h 24744"/>
                <a:gd name="connsiteX10" fmla="*/ 91 w 21430"/>
                <a:gd name="connsiteY10" fmla="*/ 117 h 24744"/>
                <a:gd name="connsiteX11" fmla="*/ 6038 w 21430"/>
                <a:gd name="connsiteY11" fmla="*/ 117 h 24744"/>
                <a:gd name="connsiteX12" fmla="*/ 6038 w 21430"/>
                <a:gd name="connsiteY12" fmla="*/ 11778 h 24744"/>
                <a:gd name="connsiteX13" fmla="*/ 6038 w 21430"/>
                <a:gd name="connsiteY13" fmla="*/ 13994 h 24744"/>
                <a:gd name="connsiteX14" fmla="*/ 6038 w 21430"/>
                <a:gd name="connsiteY14" fmla="*/ 16209 h 24744"/>
                <a:gd name="connsiteX15" fmla="*/ 7437 w 21430"/>
                <a:gd name="connsiteY15" fmla="*/ 18075 h 24744"/>
                <a:gd name="connsiteX16" fmla="*/ 9886 w 21430"/>
                <a:gd name="connsiteY16" fmla="*/ 18775 h 24744"/>
                <a:gd name="connsiteX17" fmla="*/ 12335 w 21430"/>
                <a:gd name="connsiteY17" fmla="*/ 18775 h 24744"/>
                <a:gd name="connsiteX18" fmla="*/ 14084 w 21430"/>
                <a:gd name="connsiteY18" fmla="*/ 17376 h 24744"/>
                <a:gd name="connsiteX19" fmla="*/ 15017 w 21430"/>
                <a:gd name="connsiteY19" fmla="*/ 15393 h 24744"/>
                <a:gd name="connsiteX20" fmla="*/ 15017 w 21430"/>
                <a:gd name="connsiteY20" fmla="*/ 13177 h 24744"/>
                <a:gd name="connsiteX21" fmla="*/ 15017 w 21430"/>
                <a:gd name="connsiteY21" fmla="*/ 0 h 24744"/>
                <a:gd name="connsiteX22" fmla="*/ 20964 w 21430"/>
                <a:gd name="connsiteY22" fmla="*/ 0 h 24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430" h="24744">
                  <a:moveTo>
                    <a:pt x="21431" y="24139"/>
                  </a:moveTo>
                  <a:lnTo>
                    <a:pt x="15833" y="24139"/>
                  </a:lnTo>
                  <a:lnTo>
                    <a:pt x="15833" y="20291"/>
                  </a:lnTo>
                  <a:lnTo>
                    <a:pt x="15833" y="20291"/>
                  </a:lnTo>
                  <a:cubicBezTo>
                    <a:pt x="15177" y="21521"/>
                    <a:pt x="14262" y="22595"/>
                    <a:pt x="13151" y="23439"/>
                  </a:cubicBezTo>
                  <a:cubicBezTo>
                    <a:pt x="11794" y="24399"/>
                    <a:pt x="10144" y="24853"/>
                    <a:pt x="8487" y="24722"/>
                  </a:cubicBezTo>
                  <a:cubicBezTo>
                    <a:pt x="7093" y="24769"/>
                    <a:pt x="5704" y="24531"/>
                    <a:pt x="4405" y="24022"/>
                  </a:cubicBezTo>
                  <a:cubicBezTo>
                    <a:pt x="3342" y="23516"/>
                    <a:pt x="2391" y="22802"/>
                    <a:pt x="1607" y="21923"/>
                  </a:cubicBezTo>
                  <a:cubicBezTo>
                    <a:pt x="942" y="21000"/>
                    <a:pt x="430" y="19977"/>
                    <a:pt x="91" y="18891"/>
                  </a:cubicBezTo>
                  <a:cubicBezTo>
                    <a:pt x="-30" y="17689"/>
                    <a:pt x="-30" y="16478"/>
                    <a:pt x="91" y="15276"/>
                  </a:cubicBezTo>
                  <a:lnTo>
                    <a:pt x="91" y="117"/>
                  </a:lnTo>
                  <a:lnTo>
                    <a:pt x="6038" y="117"/>
                  </a:lnTo>
                  <a:lnTo>
                    <a:pt x="6038" y="11778"/>
                  </a:lnTo>
                  <a:cubicBezTo>
                    <a:pt x="5986" y="12516"/>
                    <a:pt x="5986" y="13256"/>
                    <a:pt x="6038" y="13994"/>
                  </a:cubicBezTo>
                  <a:cubicBezTo>
                    <a:pt x="5916" y="14727"/>
                    <a:pt x="5916" y="15476"/>
                    <a:pt x="6038" y="16209"/>
                  </a:cubicBezTo>
                  <a:cubicBezTo>
                    <a:pt x="6368" y="16923"/>
                    <a:pt x="6845" y="17558"/>
                    <a:pt x="7437" y="18075"/>
                  </a:cubicBezTo>
                  <a:cubicBezTo>
                    <a:pt x="8151" y="18580"/>
                    <a:pt x="9014" y="18826"/>
                    <a:pt x="9886" y="18775"/>
                  </a:cubicBezTo>
                  <a:cubicBezTo>
                    <a:pt x="10691" y="18973"/>
                    <a:pt x="11531" y="18973"/>
                    <a:pt x="12335" y="18775"/>
                  </a:cubicBezTo>
                  <a:cubicBezTo>
                    <a:pt x="13014" y="18443"/>
                    <a:pt x="13611" y="17965"/>
                    <a:pt x="14084" y="17376"/>
                  </a:cubicBezTo>
                  <a:cubicBezTo>
                    <a:pt x="14575" y="16815"/>
                    <a:pt x="14899" y="16128"/>
                    <a:pt x="15017" y="15393"/>
                  </a:cubicBezTo>
                  <a:cubicBezTo>
                    <a:pt x="15129" y="14659"/>
                    <a:pt x="15129" y="13912"/>
                    <a:pt x="15017" y="13177"/>
                  </a:cubicBezTo>
                  <a:lnTo>
                    <a:pt x="15017" y="0"/>
                  </a:lnTo>
                  <a:lnTo>
                    <a:pt x="20964" y="0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31F68017-53B8-AA4F-95C0-17768ACC6E52}"/>
                </a:ext>
              </a:extLst>
            </p:cNvPr>
            <p:cNvSpPr/>
            <p:nvPr/>
          </p:nvSpPr>
          <p:spPr>
            <a:xfrm>
              <a:off x="10136380" y="2009592"/>
              <a:ext cx="19495" cy="24893"/>
            </a:xfrm>
            <a:custGeom>
              <a:avLst/>
              <a:gdLst>
                <a:gd name="connsiteX0" fmla="*/ 14810 w 19495"/>
                <a:gd name="connsiteY0" fmla="*/ 7363 h 24893"/>
                <a:gd name="connsiteX1" fmla="*/ 10029 w 19495"/>
                <a:gd name="connsiteY1" fmla="*/ 4914 h 24893"/>
                <a:gd name="connsiteX2" fmla="*/ 7697 w 19495"/>
                <a:gd name="connsiteY2" fmla="*/ 4914 h 24893"/>
                <a:gd name="connsiteX3" fmla="*/ 6530 w 19495"/>
                <a:gd name="connsiteY3" fmla="*/ 6896 h 24893"/>
                <a:gd name="connsiteX4" fmla="*/ 7463 w 19495"/>
                <a:gd name="connsiteY4" fmla="*/ 8529 h 24893"/>
                <a:gd name="connsiteX5" fmla="*/ 9912 w 19495"/>
                <a:gd name="connsiteY5" fmla="*/ 9345 h 24893"/>
                <a:gd name="connsiteX6" fmla="*/ 13061 w 19495"/>
                <a:gd name="connsiteY6" fmla="*/ 10045 h 24893"/>
                <a:gd name="connsiteX7" fmla="*/ 16209 w 19495"/>
                <a:gd name="connsiteY7" fmla="*/ 11211 h 24893"/>
                <a:gd name="connsiteX8" fmla="*/ 18542 w 19495"/>
                <a:gd name="connsiteY8" fmla="*/ 13427 h 24893"/>
                <a:gd name="connsiteX9" fmla="*/ 19474 w 19495"/>
                <a:gd name="connsiteY9" fmla="*/ 17042 h 24893"/>
                <a:gd name="connsiteX10" fmla="*/ 18658 w 19495"/>
                <a:gd name="connsiteY10" fmla="*/ 20657 h 24893"/>
                <a:gd name="connsiteX11" fmla="*/ 16209 w 19495"/>
                <a:gd name="connsiteY11" fmla="*/ 23106 h 24893"/>
                <a:gd name="connsiteX12" fmla="*/ 12827 w 19495"/>
                <a:gd name="connsiteY12" fmla="*/ 24388 h 24893"/>
                <a:gd name="connsiteX13" fmla="*/ 9212 w 19495"/>
                <a:gd name="connsiteY13" fmla="*/ 24388 h 24893"/>
                <a:gd name="connsiteX14" fmla="*/ 4198 w 19495"/>
                <a:gd name="connsiteY14" fmla="*/ 24855 h 24893"/>
                <a:gd name="connsiteX15" fmla="*/ 0 w 19495"/>
                <a:gd name="connsiteY15" fmla="*/ 22056 h 24893"/>
                <a:gd name="connsiteX16" fmla="*/ 4081 w 19495"/>
                <a:gd name="connsiteY16" fmla="*/ 18208 h 24893"/>
                <a:gd name="connsiteX17" fmla="*/ 6530 w 19495"/>
                <a:gd name="connsiteY17" fmla="*/ 20424 h 24893"/>
                <a:gd name="connsiteX18" fmla="*/ 9796 w 19495"/>
                <a:gd name="connsiteY18" fmla="*/ 21240 h 24893"/>
                <a:gd name="connsiteX19" fmla="*/ 11078 w 19495"/>
                <a:gd name="connsiteY19" fmla="*/ 21240 h 24893"/>
                <a:gd name="connsiteX20" fmla="*/ 12361 w 19495"/>
                <a:gd name="connsiteY20" fmla="*/ 21240 h 24893"/>
                <a:gd name="connsiteX21" fmla="*/ 13411 w 19495"/>
                <a:gd name="connsiteY21" fmla="*/ 20424 h 24893"/>
                <a:gd name="connsiteX22" fmla="*/ 13411 w 19495"/>
                <a:gd name="connsiteY22" fmla="*/ 19141 h 24893"/>
                <a:gd name="connsiteX23" fmla="*/ 12478 w 19495"/>
                <a:gd name="connsiteY23" fmla="*/ 17275 h 24893"/>
                <a:gd name="connsiteX24" fmla="*/ 10029 w 19495"/>
                <a:gd name="connsiteY24" fmla="*/ 16342 h 24893"/>
                <a:gd name="connsiteX25" fmla="*/ 6880 w 19495"/>
                <a:gd name="connsiteY25" fmla="*/ 15642 h 24893"/>
                <a:gd name="connsiteX26" fmla="*/ 4198 w 19495"/>
                <a:gd name="connsiteY26" fmla="*/ 13194 h 24893"/>
                <a:gd name="connsiteX27" fmla="*/ 1749 w 19495"/>
                <a:gd name="connsiteY27" fmla="*/ 11211 h 24893"/>
                <a:gd name="connsiteX28" fmla="*/ 816 w 19495"/>
                <a:gd name="connsiteY28" fmla="*/ 7596 h 24893"/>
                <a:gd name="connsiteX29" fmla="*/ 4198 w 19495"/>
                <a:gd name="connsiteY29" fmla="*/ 1532 h 24893"/>
                <a:gd name="connsiteX30" fmla="*/ 7230 w 19495"/>
                <a:gd name="connsiteY30" fmla="*/ 133 h 24893"/>
                <a:gd name="connsiteX31" fmla="*/ 10845 w 19495"/>
                <a:gd name="connsiteY31" fmla="*/ 133 h 24893"/>
                <a:gd name="connsiteX32" fmla="*/ 15510 w 19495"/>
                <a:gd name="connsiteY32" fmla="*/ 949 h 24893"/>
                <a:gd name="connsiteX33" fmla="*/ 19358 w 19495"/>
                <a:gd name="connsiteY33" fmla="*/ 3748 h 24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495" h="24893">
                  <a:moveTo>
                    <a:pt x="14810" y="7363"/>
                  </a:moveTo>
                  <a:cubicBezTo>
                    <a:pt x="13738" y="5785"/>
                    <a:pt x="11936" y="4862"/>
                    <a:pt x="10029" y="4914"/>
                  </a:cubicBezTo>
                  <a:cubicBezTo>
                    <a:pt x="9258" y="4766"/>
                    <a:pt x="8467" y="4766"/>
                    <a:pt x="7697" y="4914"/>
                  </a:cubicBezTo>
                  <a:cubicBezTo>
                    <a:pt x="6968" y="5306"/>
                    <a:pt x="6519" y="6070"/>
                    <a:pt x="6530" y="6896"/>
                  </a:cubicBezTo>
                  <a:cubicBezTo>
                    <a:pt x="6524" y="7569"/>
                    <a:pt x="6881" y="8193"/>
                    <a:pt x="7463" y="8529"/>
                  </a:cubicBezTo>
                  <a:cubicBezTo>
                    <a:pt x="8247" y="8891"/>
                    <a:pt x="9068" y="9165"/>
                    <a:pt x="9912" y="9345"/>
                  </a:cubicBezTo>
                  <a:lnTo>
                    <a:pt x="13061" y="10045"/>
                  </a:lnTo>
                  <a:lnTo>
                    <a:pt x="16209" y="11211"/>
                  </a:lnTo>
                  <a:cubicBezTo>
                    <a:pt x="17146" y="11762"/>
                    <a:pt x="17944" y="12520"/>
                    <a:pt x="18542" y="13427"/>
                  </a:cubicBezTo>
                  <a:cubicBezTo>
                    <a:pt x="19257" y="14490"/>
                    <a:pt x="19586" y="15766"/>
                    <a:pt x="19474" y="17042"/>
                  </a:cubicBezTo>
                  <a:cubicBezTo>
                    <a:pt x="19551" y="18300"/>
                    <a:pt x="19268" y="19554"/>
                    <a:pt x="18658" y="20657"/>
                  </a:cubicBezTo>
                  <a:cubicBezTo>
                    <a:pt x="18026" y="21639"/>
                    <a:pt x="17191" y="22474"/>
                    <a:pt x="16209" y="23106"/>
                  </a:cubicBezTo>
                  <a:cubicBezTo>
                    <a:pt x="15163" y="23722"/>
                    <a:pt x="14019" y="24155"/>
                    <a:pt x="12827" y="24388"/>
                  </a:cubicBezTo>
                  <a:cubicBezTo>
                    <a:pt x="11625" y="24503"/>
                    <a:pt x="10415" y="24503"/>
                    <a:pt x="9212" y="24388"/>
                  </a:cubicBezTo>
                  <a:cubicBezTo>
                    <a:pt x="7578" y="24816"/>
                    <a:pt x="5884" y="24974"/>
                    <a:pt x="4198" y="24855"/>
                  </a:cubicBezTo>
                  <a:cubicBezTo>
                    <a:pt x="2573" y="24315"/>
                    <a:pt x="1124" y="23348"/>
                    <a:pt x="0" y="22056"/>
                  </a:cubicBezTo>
                  <a:lnTo>
                    <a:pt x="4081" y="18208"/>
                  </a:lnTo>
                  <a:cubicBezTo>
                    <a:pt x="4752" y="19093"/>
                    <a:pt x="5582" y="19845"/>
                    <a:pt x="6530" y="20424"/>
                  </a:cubicBezTo>
                  <a:cubicBezTo>
                    <a:pt x="7538" y="20953"/>
                    <a:pt x="8658" y="21233"/>
                    <a:pt x="9796" y="21240"/>
                  </a:cubicBezTo>
                  <a:lnTo>
                    <a:pt x="11078" y="21240"/>
                  </a:lnTo>
                  <a:cubicBezTo>
                    <a:pt x="11498" y="21354"/>
                    <a:pt x="11941" y="21354"/>
                    <a:pt x="12361" y="21240"/>
                  </a:cubicBezTo>
                  <a:cubicBezTo>
                    <a:pt x="12777" y="21065"/>
                    <a:pt x="13139" y="20783"/>
                    <a:pt x="13411" y="20424"/>
                  </a:cubicBezTo>
                  <a:cubicBezTo>
                    <a:pt x="13530" y="20004"/>
                    <a:pt x="13530" y="19560"/>
                    <a:pt x="13411" y="19141"/>
                  </a:cubicBezTo>
                  <a:cubicBezTo>
                    <a:pt x="13430" y="18402"/>
                    <a:pt x="13080" y="17702"/>
                    <a:pt x="12478" y="17275"/>
                  </a:cubicBezTo>
                  <a:cubicBezTo>
                    <a:pt x="11707" y="16856"/>
                    <a:pt x="10883" y="16542"/>
                    <a:pt x="10029" y="16342"/>
                  </a:cubicBezTo>
                  <a:lnTo>
                    <a:pt x="6880" y="15642"/>
                  </a:lnTo>
                  <a:cubicBezTo>
                    <a:pt x="5878" y="14953"/>
                    <a:pt x="4976" y="14129"/>
                    <a:pt x="4198" y="13194"/>
                  </a:cubicBezTo>
                  <a:cubicBezTo>
                    <a:pt x="3218" y="12765"/>
                    <a:pt x="2372" y="12080"/>
                    <a:pt x="1749" y="11211"/>
                  </a:cubicBezTo>
                  <a:cubicBezTo>
                    <a:pt x="1099" y="10120"/>
                    <a:pt x="776" y="8865"/>
                    <a:pt x="816" y="7596"/>
                  </a:cubicBezTo>
                  <a:cubicBezTo>
                    <a:pt x="766" y="5113"/>
                    <a:pt x="2059" y="2795"/>
                    <a:pt x="4198" y="1532"/>
                  </a:cubicBezTo>
                  <a:cubicBezTo>
                    <a:pt x="5127" y="905"/>
                    <a:pt x="6151" y="433"/>
                    <a:pt x="7230" y="133"/>
                  </a:cubicBezTo>
                  <a:cubicBezTo>
                    <a:pt x="8429" y="-44"/>
                    <a:pt x="9647" y="-44"/>
                    <a:pt x="10845" y="133"/>
                  </a:cubicBezTo>
                  <a:cubicBezTo>
                    <a:pt x="12437" y="118"/>
                    <a:pt x="14018" y="395"/>
                    <a:pt x="15510" y="949"/>
                  </a:cubicBezTo>
                  <a:cubicBezTo>
                    <a:pt x="17049" y="1466"/>
                    <a:pt x="18392" y="2443"/>
                    <a:pt x="19358" y="3748"/>
                  </a:cubicBez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8DFF7A9E-6122-5549-95DC-23ED198B5011}"/>
                </a:ext>
              </a:extLst>
            </p:cNvPr>
            <p:cNvSpPr/>
            <p:nvPr/>
          </p:nvSpPr>
          <p:spPr>
            <a:xfrm>
              <a:off x="10159817" y="1998525"/>
              <a:ext cx="7703" cy="35921"/>
            </a:xfrm>
            <a:custGeom>
              <a:avLst/>
              <a:gdLst>
                <a:gd name="connsiteX0" fmla="*/ 2 w 7703"/>
                <a:gd name="connsiteY0" fmla="*/ 3620 h 35921"/>
                <a:gd name="connsiteX1" fmla="*/ 1051 w 7703"/>
                <a:gd name="connsiteY1" fmla="*/ 1171 h 35921"/>
                <a:gd name="connsiteX2" fmla="*/ 3850 w 7703"/>
                <a:gd name="connsiteY2" fmla="*/ 5 h 35921"/>
                <a:gd name="connsiteX3" fmla="*/ 6532 w 7703"/>
                <a:gd name="connsiteY3" fmla="*/ 1054 h 35921"/>
                <a:gd name="connsiteX4" fmla="*/ 7698 w 7703"/>
                <a:gd name="connsiteY4" fmla="*/ 3620 h 35921"/>
                <a:gd name="connsiteX5" fmla="*/ 6532 w 7703"/>
                <a:gd name="connsiteY5" fmla="*/ 6186 h 35921"/>
                <a:gd name="connsiteX6" fmla="*/ 3850 w 7703"/>
                <a:gd name="connsiteY6" fmla="*/ 7235 h 35921"/>
                <a:gd name="connsiteX7" fmla="*/ 1051 w 7703"/>
                <a:gd name="connsiteY7" fmla="*/ 6186 h 35921"/>
                <a:gd name="connsiteX8" fmla="*/ 2 w 7703"/>
                <a:gd name="connsiteY8" fmla="*/ 3620 h 35921"/>
                <a:gd name="connsiteX9" fmla="*/ 818 w 7703"/>
                <a:gd name="connsiteY9" fmla="*/ 11783 h 35921"/>
                <a:gd name="connsiteX10" fmla="*/ 6882 w 7703"/>
                <a:gd name="connsiteY10" fmla="*/ 11783 h 35921"/>
                <a:gd name="connsiteX11" fmla="*/ 6882 w 7703"/>
                <a:gd name="connsiteY11" fmla="*/ 35922 h 35921"/>
                <a:gd name="connsiteX12" fmla="*/ 818 w 7703"/>
                <a:gd name="connsiteY12" fmla="*/ 35922 h 3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703" h="35921">
                  <a:moveTo>
                    <a:pt x="2" y="3620"/>
                  </a:moveTo>
                  <a:cubicBezTo>
                    <a:pt x="2" y="2694"/>
                    <a:pt x="381" y="1809"/>
                    <a:pt x="1051" y="1171"/>
                  </a:cubicBezTo>
                  <a:cubicBezTo>
                    <a:pt x="1759" y="377"/>
                    <a:pt x="2789" y="-52"/>
                    <a:pt x="3850" y="5"/>
                  </a:cubicBezTo>
                  <a:cubicBezTo>
                    <a:pt x="4849" y="-18"/>
                    <a:pt x="5815" y="360"/>
                    <a:pt x="6532" y="1054"/>
                  </a:cubicBezTo>
                  <a:cubicBezTo>
                    <a:pt x="7303" y="1678"/>
                    <a:pt x="7736" y="2629"/>
                    <a:pt x="7698" y="3620"/>
                  </a:cubicBezTo>
                  <a:cubicBezTo>
                    <a:pt x="7755" y="4615"/>
                    <a:pt x="7319" y="5574"/>
                    <a:pt x="6532" y="6186"/>
                  </a:cubicBezTo>
                  <a:cubicBezTo>
                    <a:pt x="5815" y="6880"/>
                    <a:pt x="4849" y="7258"/>
                    <a:pt x="3850" y="7235"/>
                  </a:cubicBezTo>
                  <a:cubicBezTo>
                    <a:pt x="2812" y="7290"/>
                    <a:pt x="1797" y="6910"/>
                    <a:pt x="1051" y="6186"/>
                  </a:cubicBezTo>
                  <a:cubicBezTo>
                    <a:pt x="351" y="5520"/>
                    <a:pt x="-31" y="4586"/>
                    <a:pt x="2" y="3620"/>
                  </a:cubicBezTo>
                  <a:close/>
                  <a:moveTo>
                    <a:pt x="818" y="11783"/>
                  </a:moveTo>
                  <a:lnTo>
                    <a:pt x="6882" y="11783"/>
                  </a:lnTo>
                  <a:lnTo>
                    <a:pt x="6882" y="35922"/>
                  </a:lnTo>
                  <a:lnTo>
                    <a:pt x="818" y="35922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587D0F90-2467-B244-976A-0391DA92DCC9}"/>
                </a:ext>
              </a:extLst>
            </p:cNvPr>
            <p:cNvSpPr/>
            <p:nvPr/>
          </p:nvSpPr>
          <p:spPr>
            <a:xfrm>
              <a:off x="10173580" y="2009718"/>
              <a:ext cx="21472" cy="24729"/>
            </a:xfrm>
            <a:custGeom>
              <a:avLst/>
              <a:gdLst>
                <a:gd name="connsiteX0" fmla="*/ 0 w 21472"/>
                <a:gd name="connsiteY0" fmla="*/ 590 h 24729"/>
                <a:gd name="connsiteX1" fmla="*/ 5714 w 21472"/>
                <a:gd name="connsiteY1" fmla="*/ 590 h 24729"/>
                <a:gd name="connsiteX2" fmla="*/ 5714 w 21472"/>
                <a:gd name="connsiteY2" fmla="*/ 4438 h 24729"/>
                <a:gd name="connsiteX3" fmla="*/ 5714 w 21472"/>
                <a:gd name="connsiteY3" fmla="*/ 4438 h 24729"/>
                <a:gd name="connsiteX4" fmla="*/ 8280 w 21472"/>
                <a:gd name="connsiteY4" fmla="*/ 1290 h 24729"/>
                <a:gd name="connsiteX5" fmla="*/ 13061 w 21472"/>
                <a:gd name="connsiteY5" fmla="*/ 7 h 24729"/>
                <a:gd name="connsiteX6" fmla="*/ 17142 w 21472"/>
                <a:gd name="connsiteY6" fmla="*/ 823 h 24729"/>
                <a:gd name="connsiteX7" fmla="*/ 19824 w 21472"/>
                <a:gd name="connsiteY7" fmla="*/ 2922 h 24729"/>
                <a:gd name="connsiteX8" fmla="*/ 21340 w 21472"/>
                <a:gd name="connsiteY8" fmla="*/ 5954 h 24729"/>
                <a:gd name="connsiteX9" fmla="*/ 21340 w 21472"/>
                <a:gd name="connsiteY9" fmla="*/ 9453 h 24729"/>
                <a:gd name="connsiteX10" fmla="*/ 21340 w 21472"/>
                <a:gd name="connsiteY10" fmla="*/ 24729 h 24729"/>
                <a:gd name="connsiteX11" fmla="*/ 15276 w 21472"/>
                <a:gd name="connsiteY11" fmla="*/ 24729 h 24729"/>
                <a:gd name="connsiteX12" fmla="*/ 15276 w 21472"/>
                <a:gd name="connsiteY12" fmla="*/ 13068 h 24729"/>
                <a:gd name="connsiteX13" fmla="*/ 15276 w 21472"/>
                <a:gd name="connsiteY13" fmla="*/ 10852 h 24729"/>
                <a:gd name="connsiteX14" fmla="*/ 15276 w 21472"/>
                <a:gd name="connsiteY14" fmla="*/ 8520 h 24729"/>
                <a:gd name="connsiteX15" fmla="*/ 13994 w 21472"/>
                <a:gd name="connsiteY15" fmla="*/ 6771 h 24729"/>
                <a:gd name="connsiteX16" fmla="*/ 11545 w 21472"/>
                <a:gd name="connsiteY16" fmla="*/ 5954 h 24729"/>
                <a:gd name="connsiteX17" fmla="*/ 8979 w 21472"/>
                <a:gd name="connsiteY17" fmla="*/ 5954 h 24729"/>
                <a:gd name="connsiteX18" fmla="*/ 7230 w 21472"/>
                <a:gd name="connsiteY18" fmla="*/ 7237 h 24729"/>
                <a:gd name="connsiteX19" fmla="*/ 6297 w 21472"/>
                <a:gd name="connsiteY19" fmla="*/ 9220 h 24729"/>
                <a:gd name="connsiteX20" fmla="*/ 6297 w 21472"/>
                <a:gd name="connsiteY20" fmla="*/ 11552 h 24729"/>
                <a:gd name="connsiteX21" fmla="*/ 6297 w 21472"/>
                <a:gd name="connsiteY21" fmla="*/ 24729 h 24729"/>
                <a:gd name="connsiteX22" fmla="*/ 350 w 21472"/>
                <a:gd name="connsiteY22" fmla="*/ 24729 h 24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472" h="24729">
                  <a:moveTo>
                    <a:pt x="0" y="590"/>
                  </a:moveTo>
                  <a:lnTo>
                    <a:pt x="5714" y="590"/>
                  </a:lnTo>
                  <a:lnTo>
                    <a:pt x="5714" y="4438"/>
                  </a:lnTo>
                  <a:lnTo>
                    <a:pt x="5714" y="4438"/>
                  </a:lnTo>
                  <a:cubicBezTo>
                    <a:pt x="6328" y="3213"/>
                    <a:pt x="7204" y="2138"/>
                    <a:pt x="8280" y="1290"/>
                  </a:cubicBezTo>
                  <a:cubicBezTo>
                    <a:pt x="9705" y="385"/>
                    <a:pt x="11373" y="-63"/>
                    <a:pt x="13061" y="7"/>
                  </a:cubicBezTo>
                  <a:cubicBezTo>
                    <a:pt x="14466" y="-40"/>
                    <a:pt x="15863" y="240"/>
                    <a:pt x="17142" y="823"/>
                  </a:cubicBezTo>
                  <a:cubicBezTo>
                    <a:pt x="18178" y="1321"/>
                    <a:pt x="19093" y="2037"/>
                    <a:pt x="19824" y="2922"/>
                  </a:cubicBezTo>
                  <a:cubicBezTo>
                    <a:pt x="20533" y="3818"/>
                    <a:pt x="21050" y="4850"/>
                    <a:pt x="21340" y="5954"/>
                  </a:cubicBezTo>
                  <a:cubicBezTo>
                    <a:pt x="21516" y="7114"/>
                    <a:pt x="21516" y="8293"/>
                    <a:pt x="21340" y="9453"/>
                  </a:cubicBezTo>
                  <a:lnTo>
                    <a:pt x="21340" y="24729"/>
                  </a:lnTo>
                  <a:lnTo>
                    <a:pt x="15276" y="24729"/>
                  </a:lnTo>
                  <a:lnTo>
                    <a:pt x="15276" y="13068"/>
                  </a:lnTo>
                  <a:cubicBezTo>
                    <a:pt x="15331" y="12330"/>
                    <a:pt x="15331" y="11590"/>
                    <a:pt x="15276" y="10852"/>
                  </a:cubicBezTo>
                  <a:cubicBezTo>
                    <a:pt x="15397" y="10079"/>
                    <a:pt x="15397" y="9293"/>
                    <a:pt x="15276" y="8520"/>
                  </a:cubicBezTo>
                  <a:cubicBezTo>
                    <a:pt x="15025" y="7826"/>
                    <a:pt x="14580" y="7219"/>
                    <a:pt x="13994" y="6771"/>
                  </a:cubicBezTo>
                  <a:cubicBezTo>
                    <a:pt x="13306" y="6206"/>
                    <a:pt x="12434" y="5916"/>
                    <a:pt x="11545" y="5954"/>
                  </a:cubicBezTo>
                  <a:cubicBezTo>
                    <a:pt x="10701" y="5756"/>
                    <a:pt x="9823" y="5756"/>
                    <a:pt x="8979" y="5954"/>
                  </a:cubicBezTo>
                  <a:cubicBezTo>
                    <a:pt x="8308" y="6246"/>
                    <a:pt x="7710" y="6684"/>
                    <a:pt x="7230" y="7237"/>
                  </a:cubicBezTo>
                  <a:cubicBezTo>
                    <a:pt x="6803" y="7837"/>
                    <a:pt x="6488" y="8508"/>
                    <a:pt x="6297" y="9220"/>
                  </a:cubicBezTo>
                  <a:cubicBezTo>
                    <a:pt x="6175" y="9992"/>
                    <a:pt x="6175" y="10779"/>
                    <a:pt x="6297" y="11552"/>
                  </a:cubicBezTo>
                  <a:lnTo>
                    <a:pt x="6297" y="24729"/>
                  </a:lnTo>
                  <a:lnTo>
                    <a:pt x="350" y="24729"/>
                  </a:ln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5F1455A3-7B0A-8E4E-8217-65AA0D7653E9}"/>
                </a:ext>
              </a:extLst>
            </p:cNvPr>
            <p:cNvSpPr/>
            <p:nvPr/>
          </p:nvSpPr>
          <p:spPr>
            <a:xfrm>
              <a:off x="10200748" y="2010308"/>
              <a:ext cx="26244" cy="36035"/>
            </a:xfrm>
            <a:custGeom>
              <a:avLst/>
              <a:gdLst>
                <a:gd name="connsiteX0" fmla="*/ 26241 w 26244"/>
                <a:gd name="connsiteY0" fmla="*/ 0 h 36035"/>
                <a:gd name="connsiteX1" fmla="*/ 26241 w 26244"/>
                <a:gd name="connsiteY1" fmla="*/ 21923 h 36035"/>
                <a:gd name="connsiteX2" fmla="*/ 25425 w 26244"/>
                <a:gd name="connsiteY2" fmla="*/ 27754 h 36035"/>
                <a:gd name="connsiteX3" fmla="*/ 22976 w 26244"/>
                <a:gd name="connsiteY3" fmla="*/ 32185 h 36035"/>
                <a:gd name="connsiteX4" fmla="*/ 18778 w 26244"/>
                <a:gd name="connsiteY4" fmla="*/ 35101 h 36035"/>
                <a:gd name="connsiteX5" fmla="*/ 12714 w 26244"/>
                <a:gd name="connsiteY5" fmla="*/ 36034 h 36035"/>
                <a:gd name="connsiteX6" fmla="*/ 6300 w 26244"/>
                <a:gd name="connsiteY6" fmla="*/ 35217 h 36035"/>
                <a:gd name="connsiteX7" fmla="*/ 819 w 26244"/>
                <a:gd name="connsiteY7" fmla="*/ 32069 h 36035"/>
                <a:gd name="connsiteX8" fmla="*/ 4434 w 26244"/>
                <a:gd name="connsiteY8" fmla="*/ 27171 h 36035"/>
                <a:gd name="connsiteX9" fmla="*/ 8166 w 26244"/>
                <a:gd name="connsiteY9" fmla="*/ 29737 h 36035"/>
                <a:gd name="connsiteX10" fmla="*/ 12597 w 26244"/>
                <a:gd name="connsiteY10" fmla="*/ 30669 h 36035"/>
                <a:gd name="connsiteX11" fmla="*/ 16329 w 26244"/>
                <a:gd name="connsiteY11" fmla="*/ 30669 h 36035"/>
                <a:gd name="connsiteX12" fmla="*/ 18661 w 26244"/>
                <a:gd name="connsiteY12" fmla="*/ 28920 h 36035"/>
                <a:gd name="connsiteX13" fmla="*/ 19827 w 26244"/>
                <a:gd name="connsiteY13" fmla="*/ 26471 h 36035"/>
                <a:gd name="connsiteX14" fmla="*/ 19827 w 26244"/>
                <a:gd name="connsiteY14" fmla="*/ 23206 h 36035"/>
                <a:gd name="connsiteX15" fmla="*/ 19827 w 26244"/>
                <a:gd name="connsiteY15" fmla="*/ 21457 h 36035"/>
                <a:gd name="connsiteX16" fmla="*/ 19827 w 26244"/>
                <a:gd name="connsiteY16" fmla="*/ 21457 h 36035"/>
                <a:gd name="connsiteX17" fmla="*/ 16329 w 26244"/>
                <a:gd name="connsiteY17" fmla="*/ 24022 h 36035"/>
                <a:gd name="connsiteX18" fmla="*/ 7000 w 26244"/>
                <a:gd name="connsiteY18" fmla="*/ 24022 h 36035"/>
                <a:gd name="connsiteX19" fmla="*/ 3268 w 26244"/>
                <a:gd name="connsiteY19" fmla="*/ 21457 h 36035"/>
                <a:gd name="connsiteX20" fmla="*/ 819 w 26244"/>
                <a:gd name="connsiteY20" fmla="*/ 17492 h 36035"/>
                <a:gd name="connsiteX21" fmla="*/ 3 w 26244"/>
                <a:gd name="connsiteY21" fmla="*/ 12711 h 36035"/>
                <a:gd name="connsiteX22" fmla="*/ 819 w 26244"/>
                <a:gd name="connsiteY22" fmla="*/ 7813 h 36035"/>
                <a:gd name="connsiteX23" fmla="*/ 3151 w 26244"/>
                <a:gd name="connsiteY23" fmla="*/ 3732 h 36035"/>
                <a:gd name="connsiteX24" fmla="*/ 6883 w 26244"/>
                <a:gd name="connsiteY24" fmla="*/ 1049 h 36035"/>
                <a:gd name="connsiteX25" fmla="*/ 11897 w 26244"/>
                <a:gd name="connsiteY25" fmla="*/ 117 h 36035"/>
                <a:gd name="connsiteX26" fmla="*/ 16562 w 26244"/>
                <a:gd name="connsiteY26" fmla="*/ 1166 h 36035"/>
                <a:gd name="connsiteX27" fmla="*/ 20060 w 26244"/>
                <a:gd name="connsiteY27" fmla="*/ 4315 h 36035"/>
                <a:gd name="connsiteX28" fmla="*/ 20060 w 26244"/>
                <a:gd name="connsiteY28" fmla="*/ 4315 h 36035"/>
                <a:gd name="connsiteX29" fmla="*/ 20060 w 26244"/>
                <a:gd name="connsiteY29" fmla="*/ 700 h 36035"/>
                <a:gd name="connsiteX30" fmla="*/ 13413 w 26244"/>
                <a:gd name="connsiteY30" fmla="*/ 4781 h 36035"/>
                <a:gd name="connsiteX31" fmla="*/ 10498 w 26244"/>
                <a:gd name="connsiteY31" fmla="*/ 4781 h 36035"/>
                <a:gd name="connsiteX32" fmla="*/ 8282 w 26244"/>
                <a:gd name="connsiteY32" fmla="*/ 6181 h 36035"/>
                <a:gd name="connsiteX33" fmla="*/ 6883 w 26244"/>
                <a:gd name="connsiteY33" fmla="*/ 8513 h 36035"/>
                <a:gd name="connsiteX34" fmla="*/ 6883 w 26244"/>
                <a:gd name="connsiteY34" fmla="*/ 11428 h 36035"/>
                <a:gd name="connsiteX35" fmla="*/ 6883 w 26244"/>
                <a:gd name="connsiteY35" fmla="*/ 14110 h 36035"/>
                <a:gd name="connsiteX36" fmla="*/ 8399 w 26244"/>
                <a:gd name="connsiteY36" fmla="*/ 16326 h 36035"/>
                <a:gd name="connsiteX37" fmla="*/ 10615 w 26244"/>
                <a:gd name="connsiteY37" fmla="*/ 17842 h 36035"/>
                <a:gd name="connsiteX38" fmla="*/ 13413 w 26244"/>
                <a:gd name="connsiteY38" fmla="*/ 17842 h 36035"/>
                <a:gd name="connsiteX39" fmla="*/ 16329 w 26244"/>
                <a:gd name="connsiteY39" fmla="*/ 17842 h 36035"/>
                <a:gd name="connsiteX40" fmla="*/ 18661 w 26244"/>
                <a:gd name="connsiteY40" fmla="*/ 16326 h 36035"/>
                <a:gd name="connsiteX41" fmla="*/ 20060 w 26244"/>
                <a:gd name="connsiteY41" fmla="*/ 14110 h 36035"/>
                <a:gd name="connsiteX42" fmla="*/ 20060 w 26244"/>
                <a:gd name="connsiteY42" fmla="*/ 11312 h 36035"/>
                <a:gd name="connsiteX43" fmla="*/ 18194 w 26244"/>
                <a:gd name="connsiteY43" fmla="*/ 6181 h 36035"/>
                <a:gd name="connsiteX44" fmla="*/ 13413 w 26244"/>
                <a:gd name="connsiteY44" fmla="*/ 4781 h 36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6244" h="36035">
                  <a:moveTo>
                    <a:pt x="26241" y="0"/>
                  </a:moveTo>
                  <a:lnTo>
                    <a:pt x="26241" y="21923"/>
                  </a:lnTo>
                  <a:cubicBezTo>
                    <a:pt x="26281" y="23898"/>
                    <a:pt x="26006" y="25866"/>
                    <a:pt x="25425" y="27754"/>
                  </a:cubicBezTo>
                  <a:cubicBezTo>
                    <a:pt x="25016" y="29422"/>
                    <a:pt x="24171" y="30952"/>
                    <a:pt x="22976" y="32185"/>
                  </a:cubicBezTo>
                  <a:cubicBezTo>
                    <a:pt x="21809" y="33456"/>
                    <a:pt x="20375" y="34451"/>
                    <a:pt x="18778" y="35101"/>
                  </a:cubicBezTo>
                  <a:cubicBezTo>
                    <a:pt x="16821" y="35740"/>
                    <a:pt x="14772" y="36055"/>
                    <a:pt x="12714" y="36034"/>
                  </a:cubicBezTo>
                  <a:cubicBezTo>
                    <a:pt x="10548" y="36061"/>
                    <a:pt x="8390" y="35786"/>
                    <a:pt x="6300" y="35217"/>
                  </a:cubicBezTo>
                  <a:cubicBezTo>
                    <a:pt x="4254" y="34607"/>
                    <a:pt x="2377" y="33529"/>
                    <a:pt x="819" y="32069"/>
                  </a:cubicBezTo>
                  <a:lnTo>
                    <a:pt x="4434" y="27171"/>
                  </a:lnTo>
                  <a:cubicBezTo>
                    <a:pt x="5513" y="28245"/>
                    <a:pt x="6777" y="29114"/>
                    <a:pt x="8166" y="29737"/>
                  </a:cubicBezTo>
                  <a:cubicBezTo>
                    <a:pt x="9560" y="30359"/>
                    <a:pt x="11071" y="30677"/>
                    <a:pt x="12597" y="30669"/>
                  </a:cubicBezTo>
                  <a:cubicBezTo>
                    <a:pt x="13833" y="30870"/>
                    <a:pt x="15093" y="30870"/>
                    <a:pt x="16329" y="30669"/>
                  </a:cubicBezTo>
                  <a:cubicBezTo>
                    <a:pt x="17242" y="30293"/>
                    <a:pt x="18044" y="29691"/>
                    <a:pt x="18661" y="28920"/>
                  </a:cubicBezTo>
                  <a:cubicBezTo>
                    <a:pt x="19253" y="28217"/>
                    <a:pt x="19655" y="27374"/>
                    <a:pt x="19827" y="26471"/>
                  </a:cubicBezTo>
                  <a:cubicBezTo>
                    <a:pt x="20006" y="25390"/>
                    <a:pt x="20006" y="24287"/>
                    <a:pt x="19827" y="23206"/>
                  </a:cubicBezTo>
                  <a:lnTo>
                    <a:pt x="19827" y="21457"/>
                  </a:lnTo>
                  <a:lnTo>
                    <a:pt x="19827" y="21457"/>
                  </a:lnTo>
                  <a:cubicBezTo>
                    <a:pt x="18902" y="22600"/>
                    <a:pt x="17697" y="23484"/>
                    <a:pt x="16329" y="24022"/>
                  </a:cubicBezTo>
                  <a:cubicBezTo>
                    <a:pt x="13355" y="25320"/>
                    <a:pt x="9974" y="25320"/>
                    <a:pt x="7000" y="24022"/>
                  </a:cubicBezTo>
                  <a:cubicBezTo>
                    <a:pt x="5600" y="23419"/>
                    <a:pt x="4332" y="22548"/>
                    <a:pt x="3268" y="21457"/>
                  </a:cubicBezTo>
                  <a:cubicBezTo>
                    <a:pt x="2212" y="20299"/>
                    <a:pt x="1382" y="18954"/>
                    <a:pt x="819" y="17492"/>
                  </a:cubicBezTo>
                  <a:cubicBezTo>
                    <a:pt x="245" y="15965"/>
                    <a:pt x="-32" y="14342"/>
                    <a:pt x="3" y="12711"/>
                  </a:cubicBezTo>
                  <a:cubicBezTo>
                    <a:pt x="-30" y="11042"/>
                    <a:pt x="247" y="9381"/>
                    <a:pt x="819" y="7813"/>
                  </a:cubicBezTo>
                  <a:cubicBezTo>
                    <a:pt x="1292" y="6300"/>
                    <a:pt x="2088" y="4907"/>
                    <a:pt x="3151" y="3732"/>
                  </a:cubicBezTo>
                  <a:cubicBezTo>
                    <a:pt x="4222" y="2618"/>
                    <a:pt x="5487" y="1709"/>
                    <a:pt x="6883" y="1049"/>
                  </a:cubicBezTo>
                  <a:cubicBezTo>
                    <a:pt x="8479" y="418"/>
                    <a:pt x="10181" y="101"/>
                    <a:pt x="11897" y="117"/>
                  </a:cubicBezTo>
                  <a:cubicBezTo>
                    <a:pt x="13512" y="103"/>
                    <a:pt x="15109" y="462"/>
                    <a:pt x="16562" y="1166"/>
                  </a:cubicBezTo>
                  <a:cubicBezTo>
                    <a:pt x="18079" y="1744"/>
                    <a:pt x="19326" y="2867"/>
                    <a:pt x="20060" y="4315"/>
                  </a:cubicBezTo>
                  <a:lnTo>
                    <a:pt x="20060" y="4315"/>
                  </a:lnTo>
                  <a:lnTo>
                    <a:pt x="20060" y="700"/>
                  </a:lnTo>
                  <a:close/>
                  <a:moveTo>
                    <a:pt x="13413" y="4781"/>
                  </a:moveTo>
                  <a:cubicBezTo>
                    <a:pt x="12450" y="4606"/>
                    <a:pt x="11462" y="4606"/>
                    <a:pt x="10498" y="4781"/>
                  </a:cubicBezTo>
                  <a:cubicBezTo>
                    <a:pt x="9694" y="5135"/>
                    <a:pt x="8948" y="5607"/>
                    <a:pt x="8282" y="6181"/>
                  </a:cubicBezTo>
                  <a:cubicBezTo>
                    <a:pt x="7683" y="6870"/>
                    <a:pt x="7210" y="7660"/>
                    <a:pt x="6883" y="8513"/>
                  </a:cubicBezTo>
                  <a:cubicBezTo>
                    <a:pt x="6697" y="9476"/>
                    <a:pt x="6697" y="10465"/>
                    <a:pt x="6883" y="11428"/>
                  </a:cubicBezTo>
                  <a:cubicBezTo>
                    <a:pt x="6707" y="12314"/>
                    <a:pt x="6707" y="13225"/>
                    <a:pt x="6883" y="14110"/>
                  </a:cubicBezTo>
                  <a:cubicBezTo>
                    <a:pt x="7238" y="14941"/>
                    <a:pt x="7753" y="15694"/>
                    <a:pt x="8399" y="16326"/>
                  </a:cubicBezTo>
                  <a:cubicBezTo>
                    <a:pt x="9017" y="16988"/>
                    <a:pt x="9774" y="17505"/>
                    <a:pt x="10615" y="17842"/>
                  </a:cubicBezTo>
                  <a:cubicBezTo>
                    <a:pt x="11538" y="18027"/>
                    <a:pt x="12490" y="18027"/>
                    <a:pt x="13413" y="17842"/>
                  </a:cubicBezTo>
                  <a:cubicBezTo>
                    <a:pt x="14376" y="18028"/>
                    <a:pt x="15366" y="18028"/>
                    <a:pt x="16329" y="17842"/>
                  </a:cubicBezTo>
                  <a:cubicBezTo>
                    <a:pt x="17188" y="17476"/>
                    <a:pt x="17977" y="16963"/>
                    <a:pt x="18661" y="16326"/>
                  </a:cubicBezTo>
                  <a:cubicBezTo>
                    <a:pt x="19258" y="15679"/>
                    <a:pt x="19733" y="14928"/>
                    <a:pt x="20060" y="14110"/>
                  </a:cubicBezTo>
                  <a:cubicBezTo>
                    <a:pt x="20229" y="13185"/>
                    <a:pt x="20229" y="12237"/>
                    <a:pt x="20060" y="11312"/>
                  </a:cubicBezTo>
                  <a:cubicBezTo>
                    <a:pt x="20159" y="9419"/>
                    <a:pt x="19486" y="7568"/>
                    <a:pt x="18194" y="6181"/>
                  </a:cubicBezTo>
                  <a:cubicBezTo>
                    <a:pt x="16822" y="5153"/>
                    <a:pt x="15124" y="4656"/>
                    <a:pt x="13413" y="4781"/>
                  </a:cubicBezTo>
                  <a:close/>
                </a:path>
              </a:pathLst>
            </a:custGeom>
            <a:solidFill>
              <a:srgbClr val="8DB93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942F3DE0-7E85-B545-9F4E-53B6EBA46DF5}"/>
                </a:ext>
              </a:extLst>
            </p:cNvPr>
            <p:cNvSpPr/>
            <p:nvPr/>
          </p:nvSpPr>
          <p:spPr>
            <a:xfrm>
              <a:off x="10496017" y="2001285"/>
              <a:ext cx="22890" cy="33162"/>
            </a:xfrm>
            <a:custGeom>
              <a:avLst/>
              <a:gdLst>
                <a:gd name="connsiteX0" fmla="*/ 350 w 22890"/>
                <a:gd name="connsiteY0" fmla="*/ 44 h 33162"/>
                <a:gd name="connsiteX1" fmla="*/ 12011 w 22890"/>
                <a:gd name="connsiteY1" fmla="*/ 44 h 33162"/>
                <a:gd name="connsiteX2" fmla="*/ 20174 w 22890"/>
                <a:gd name="connsiteY2" fmla="*/ 2726 h 33162"/>
                <a:gd name="connsiteX3" fmla="*/ 22856 w 22890"/>
                <a:gd name="connsiteY3" fmla="*/ 10889 h 33162"/>
                <a:gd name="connsiteX4" fmla="*/ 20058 w 22890"/>
                <a:gd name="connsiteY4" fmla="*/ 19402 h 33162"/>
                <a:gd name="connsiteX5" fmla="*/ 12011 w 22890"/>
                <a:gd name="connsiteY5" fmla="*/ 22317 h 33162"/>
                <a:gd name="connsiteX6" fmla="*/ 4548 w 22890"/>
                <a:gd name="connsiteY6" fmla="*/ 22317 h 33162"/>
                <a:gd name="connsiteX7" fmla="*/ 4548 w 22890"/>
                <a:gd name="connsiteY7" fmla="*/ 33162 h 33162"/>
                <a:gd name="connsiteX8" fmla="*/ 0 w 22890"/>
                <a:gd name="connsiteY8" fmla="*/ 33162 h 33162"/>
                <a:gd name="connsiteX9" fmla="*/ 12011 w 22890"/>
                <a:gd name="connsiteY9" fmla="*/ 18236 h 33162"/>
                <a:gd name="connsiteX10" fmla="*/ 18308 w 22890"/>
                <a:gd name="connsiteY10" fmla="*/ 10889 h 33162"/>
                <a:gd name="connsiteX11" fmla="*/ 16792 w 22890"/>
                <a:gd name="connsiteY11" fmla="*/ 5641 h 33162"/>
                <a:gd name="connsiteX12" fmla="*/ 12011 w 22890"/>
                <a:gd name="connsiteY12" fmla="*/ 4009 h 33162"/>
                <a:gd name="connsiteX13" fmla="*/ 4664 w 22890"/>
                <a:gd name="connsiteY13" fmla="*/ 4009 h 33162"/>
                <a:gd name="connsiteX14" fmla="*/ 4664 w 22890"/>
                <a:gd name="connsiteY14" fmla="*/ 18236 h 3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890" h="33162">
                  <a:moveTo>
                    <a:pt x="350" y="44"/>
                  </a:moveTo>
                  <a:lnTo>
                    <a:pt x="12011" y="44"/>
                  </a:lnTo>
                  <a:cubicBezTo>
                    <a:pt x="14985" y="-224"/>
                    <a:pt x="17939" y="746"/>
                    <a:pt x="20174" y="2726"/>
                  </a:cubicBezTo>
                  <a:cubicBezTo>
                    <a:pt x="22075" y="5006"/>
                    <a:pt x="23034" y="7926"/>
                    <a:pt x="22856" y="10889"/>
                  </a:cubicBezTo>
                  <a:cubicBezTo>
                    <a:pt x="23094" y="13986"/>
                    <a:pt x="22087" y="17050"/>
                    <a:pt x="20058" y="19402"/>
                  </a:cubicBezTo>
                  <a:cubicBezTo>
                    <a:pt x="17896" y="21447"/>
                    <a:pt x="14982" y="22503"/>
                    <a:pt x="12011" y="22317"/>
                  </a:cubicBezTo>
                  <a:lnTo>
                    <a:pt x="4548" y="22317"/>
                  </a:lnTo>
                  <a:lnTo>
                    <a:pt x="4548" y="33162"/>
                  </a:lnTo>
                  <a:lnTo>
                    <a:pt x="0" y="33162"/>
                  </a:lnTo>
                  <a:close/>
                  <a:moveTo>
                    <a:pt x="12011" y="18236"/>
                  </a:moveTo>
                  <a:cubicBezTo>
                    <a:pt x="16209" y="18236"/>
                    <a:pt x="18308" y="15787"/>
                    <a:pt x="18308" y="10889"/>
                  </a:cubicBezTo>
                  <a:cubicBezTo>
                    <a:pt x="18509" y="9009"/>
                    <a:pt x="17964" y="7125"/>
                    <a:pt x="16792" y="5641"/>
                  </a:cubicBezTo>
                  <a:cubicBezTo>
                    <a:pt x="15529" y="4399"/>
                    <a:pt x="13770" y="3798"/>
                    <a:pt x="12011" y="4009"/>
                  </a:cubicBezTo>
                  <a:lnTo>
                    <a:pt x="4664" y="4009"/>
                  </a:lnTo>
                  <a:lnTo>
                    <a:pt x="4664" y="18236"/>
                  </a:ln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D8F75F37-17CA-0543-B1F3-0B897941AE50}"/>
                </a:ext>
              </a:extLst>
            </p:cNvPr>
            <p:cNvSpPr/>
            <p:nvPr/>
          </p:nvSpPr>
          <p:spPr>
            <a:xfrm>
              <a:off x="10523023" y="2009689"/>
              <a:ext cx="20105" cy="26040"/>
            </a:xfrm>
            <a:custGeom>
              <a:avLst/>
              <a:gdLst>
                <a:gd name="connsiteX0" fmla="*/ 2380 w 20105"/>
                <a:gd name="connsiteY0" fmla="*/ 22192 h 26040"/>
                <a:gd name="connsiteX1" fmla="*/ 48 w 20105"/>
                <a:gd name="connsiteY1" fmla="*/ 13097 h 26040"/>
                <a:gd name="connsiteX2" fmla="*/ 2614 w 20105"/>
                <a:gd name="connsiteY2" fmla="*/ 3301 h 26040"/>
                <a:gd name="connsiteX3" fmla="*/ 10310 w 20105"/>
                <a:gd name="connsiteY3" fmla="*/ 36 h 26040"/>
                <a:gd name="connsiteX4" fmla="*/ 20106 w 20105"/>
                <a:gd name="connsiteY4" fmla="*/ 11697 h 26040"/>
                <a:gd name="connsiteX5" fmla="*/ 20106 w 20105"/>
                <a:gd name="connsiteY5" fmla="*/ 14962 h 26040"/>
                <a:gd name="connsiteX6" fmla="*/ 4946 w 20105"/>
                <a:gd name="connsiteY6" fmla="*/ 14962 h 26040"/>
                <a:gd name="connsiteX7" fmla="*/ 4946 w 20105"/>
                <a:gd name="connsiteY7" fmla="*/ 18927 h 26040"/>
                <a:gd name="connsiteX8" fmla="*/ 7045 w 20105"/>
                <a:gd name="connsiteY8" fmla="*/ 21026 h 26040"/>
                <a:gd name="connsiteX9" fmla="*/ 10893 w 20105"/>
                <a:gd name="connsiteY9" fmla="*/ 21609 h 26040"/>
                <a:gd name="connsiteX10" fmla="*/ 17657 w 20105"/>
                <a:gd name="connsiteY10" fmla="*/ 21609 h 26040"/>
                <a:gd name="connsiteX11" fmla="*/ 18939 w 20105"/>
                <a:gd name="connsiteY11" fmla="*/ 21609 h 26040"/>
                <a:gd name="connsiteX12" fmla="*/ 18939 w 20105"/>
                <a:gd name="connsiteY12" fmla="*/ 25108 h 26040"/>
                <a:gd name="connsiteX13" fmla="*/ 9960 w 20105"/>
                <a:gd name="connsiteY13" fmla="*/ 26041 h 26040"/>
                <a:gd name="connsiteX14" fmla="*/ 2380 w 20105"/>
                <a:gd name="connsiteY14" fmla="*/ 22192 h 26040"/>
                <a:gd name="connsiteX15" fmla="*/ 15674 w 20105"/>
                <a:gd name="connsiteY15" fmla="*/ 10531 h 26040"/>
                <a:gd name="connsiteX16" fmla="*/ 14391 w 20105"/>
                <a:gd name="connsiteY16" fmla="*/ 5050 h 26040"/>
                <a:gd name="connsiteX17" fmla="*/ 10310 w 20105"/>
                <a:gd name="connsiteY17" fmla="*/ 3418 h 26040"/>
                <a:gd name="connsiteX18" fmla="*/ 5995 w 20105"/>
                <a:gd name="connsiteY18" fmla="*/ 5167 h 26040"/>
                <a:gd name="connsiteX19" fmla="*/ 4479 w 20105"/>
                <a:gd name="connsiteY19" fmla="*/ 10531 h 26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105" h="26040">
                  <a:moveTo>
                    <a:pt x="2380" y="22192"/>
                  </a:moveTo>
                  <a:cubicBezTo>
                    <a:pt x="629" y="19497"/>
                    <a:pt x="-190" y="16302"/>
                    <a:pt x="48" y="13097"/>
                  </a:cubicBezTo>
                  <a:cubicBezTo>
                    <a:pt x="-226" y="9636"/>
                    <a:pt x="678" y="6183"/>
                    <a:pt x="2614" y="3301"/>
                  </a:cubicBezTo>
                  <a:cubicBezTo>
                    <a:pt x="4472" y="995"/>
                    <a:pt x="7360" y="-230"/>
                    <a:pt x="10310" y="36"/>
                  </a:cubicBezTo>
                  <a:cubicBezTo>
                    <a:pt x="16840" y="36"/>
                    <a:pt x="20106" y="3767"/>
                    <a:pt x="20106" y="11697"/>
                  </a:cubicBezTo>
                  <a:lnTo>
                    <a:pt x="20106" y="14962"/>
                  </a:lnTo>
                  <a:lnTo>
                    <a:pt x="4946" y="14962"/>
                  </a:lnTo>
                  <a:cubicBezTo>
                    <a:pt x="4719" y="16274"/>
                    <a:pt x="4719" y="17615"/>
                    <a:pt x="4946" y="18927"/>
                  </a:cubicBezTo>
                  <a:cubicBezTo>
                    <a:pt x="5391" y="19842"/>
                    <a:pt x="6130" y="20581"/>
                    <a:pt x="7045" y="21026"/>
                  </a:cubicBezTo>
                  <a:cubicBezTo>
                    <a:pt x="8286" y="21435"/>
                    <a:pt x="9587" y="21632"/>
                    <a:pt x="10893" y="21609"/>
                  </a:cubicBezTo>
                  <a:lnTo>
                    <a:pt x="17657" y="21609"/>
                  </a:lnTo>
                  <a:lnTo>
                    <a:pt x="18939" y="21609"/>
                  </a:lnTo>
                  <a:lnTo>
                    <a:pt x="18939" y="25108"/>
                  </a:lnTo>
                  <a:cubicBezTo>
                    <a:pt x="15972" y="25632"/>
                    <a:pt x="12972" y="25944"/>
                    <a:pt x="9960" y="26041"/>
                  </a:cubicBezTo>
                  <a:cubicBezTo>
                    <a:pt x="6984" y="25962"/>
                    <a:pt x="4201" y="24549"/>
                    <a:pt x="2380" y="22192"/>
                  </a:cubicBezTo>
                  <a:close/>
                  <a:moveTo>
                    <a:pt x="15674" y="10531"/>
                  </a:moveTo>
                  <a:cubicBezTo>
                    <a:pt x="15829" y="8615"/>
                    <a:pt x="15380" y="6699"/>
                    <a:pt x="14391" y="5050"/>
                  </a:cubicBezTo>
                  <a:cubicBezTo>
                    <a:pt x="13377" y="3876"/>
                    <a:pt x="11855" y="3267"/>
                    <a:pt x="10310" y="3418"/>
                  </a:cubicBezTo>
                  <a:cubicBezTo>
                    <a:pt x="8675" y="3277"/>
                    <a:pt x="7071" y="3927"/>
                    <a:pt x="5995" y="5167"/>
                  </a:cubicBezTo>
                  <a:cubicBezTo>
                    <a:pt x="4926" y="6745"/>
                    <a:pt x="4395" y="8627"/>
                    <a:pt x="4479" y="10531"/>
                  </a:cubicBez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1013412B-3299-C246-B26B-B929950E7447}"/>
                </a:ext>
              </a:extLst>
            </p:cNvPr>
            <p:cNvSpPr/>
            <p:nvPr/>
          </p:nvSpPr>
          <p:spPr>
            <a:xfrm>
              <a:off x="10548026" y="2009725"/>
              <a:ext cx="12827" cy="24722"/>
            </a:xfrm>
            <a:custGeom>
              <a:avLst/>
              <a:gdLst>
                <a:gd name="connsiteX0" fmla="*/ 0 w 12827"/>
                <a:gd name="connsiteY0" fmla="*/ 583 h 24722"/>
                <a:gd name="connsiteX1" fmla="*/ 4431 w 12827"/>
                <a:gd name="connsiteY1" fmla="*/ 583 h 24722"/>
                <a:gd name="connsiteX2" fmla="*/ 4431 w 12827"/>
                <a:gd name="connsiteY2" fmla="*/ 3615 h 24722"/>
                <a:gd name="connsiteX3" fmla="*/ 12827 w 12827"/>
                <a:gd name="connsiteY3" fmla="*/ 0 h 24722"/>
                <a:gd name="connsiteX4" fmla="*/ 12827 w 12827"/>
                <a:gd name="connsiteY4" fmla="*/ 4548 h 24722"/>
                <a:gd name="connsiteX5" fmla="*/ 8979 w 12827"/>
                <a:gd name="connsiteY5" fmla="*/ 5597 h 24722"/>
                <a:gd name="connsiteX6" fmla="*/ 5597 w 12827"/>
                <a:gd name="connsiteY6" fmla="*/ 6880 h 24722"/>
                <a:gd name="connsiteX7" fmla="*/ 4548 w 12827"/>
                <a:gd name="connsiteY7" fmla="*/ 6880 h 24722"/>
                <a:gd name="connsiteX8" fmla="*/ 4548 w 12827"/>
                <a:gd name="connsiteY8" fmla="*/ 24722 h 24722"/>
                <a:gd name="connsiteX9" fmla="*/ 0 w 12827"/>
                <a:gd name="connsiteY9" fmla="*/ 24722 h 24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827" h="24722">
                  <a:moveTo>
                    <a:pt x="0" y="583"/>
                  </a:moveTo>
                  <a:lnTo>
                    <a:pt x="4431" y="583"/>
                  </a:lnTo>
                  <a:lnTo>
                    <a:pt x="4431" y="3615"/>
                  </a:lnTo>
                  <a:cubicBezTo>
                    <a:pt x="6964" y="1868"/>
                    <a:pt x="9818" y="639"/>
                    <a:pt x="12827" y="0"/>
                  </a:cubicBezTo>
                  <a:lnTo>
                    <a:pt x="12827" y="4548"/>
                  </a:lnTo>
                  <a:lnTo>
                    <a:pt x="8979" y="5597"/>
                  </a:lnTo>
                  <a:lnTo>
                    <a:pt x="5597" y="6880"/>
                  </a:lnTo>
                  <a:lnTo>
                    <a:pt x="4548" y="6880"/>
                  </a:lnTo>
                  <a:lnTo>
                    <a:pt x="4548" y="24722"/>
                  </a:lnTo>
                  <a:lnTo>
                    <a:pt x="0" y="24722"/>
                  </a:ln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833FFB20-17E0-4843-835D-DA7CBD276229}"/>
                </a:ext>
              </a:extLst>
            </p:cNvPr>
            <p:cNvSpPr/>
            <p:nvPr/>
          </p:nvSpPr>
          <p:spPr>
            <a:xfrm>
              <a:off x="10563186" y="1999578"/>
              <a:ext cx="14460" cy="34869"/>
            </a:xfrm>
            <a:custGeom>
              <a:avLst/>
              <a:gdLst>
                <a:gd name="connsiteX0" fmla="*/ 2799 w 14460"/>
                <a:gd name="connsiteY0" fmla="*/ 14579 h 34869"/>
                <a:gd name="connsiteX1" fmla="*/ 0 w 14460"/>
                <a:gd name="connsiteY1" fmla="*/ 14579 h 34869"/>
                <a:gd name="connsiteX2" fmla="*/ 0 w 14460"/>
                <a:gd name="connsiteY2" fmla="*/ 10731 h 34869"/>
                <a:gd name="connsiteX3" fmla="*/ 2799 w 14460"/>
                <a:gd name="connsiteY3" fmla="*/ 10731 h 34869"/>
                <a:gd name="connsiteX4" fmla="*/ 2799 w 14460"/>
                <a:gd name="connsiteY4" fmla="*/ 8865 h 34869"/>
                <a:gd name="connsiteX5" fmla="*/ 3498 w 14460"/>
                <a:gd name="connsiteY5" fmla="*/ 3501 h 34869"/>
                <a:gd name="connsiteX6" fmla="*/ 5481 w 14460"/>
                <a:gd name="connsiteY6" fmla="*/ 818 h 34869"/>
                <a:gd name="connsiteX7" fmla="*/ 9446 w 14460"/>
                <a:gd name="connsiteY7" fmla="*/ 2 h 34869"/>
                <a:gd name="connsiteX8" fmla="*/ 14460 w 14460"/>
                <a:gd name="connsiteY8" fmla="*/ 2 h 34869"/>
                <a:gd name="connsiteX9" fmla="*/ 14460 w 14460"/>
                <a:gd name="connsiteY9" fmla="*/ 3617 h 34869"/>
                <a:gd name="connsiteX10" fmla="*/ 10029 w 14460"/>
                <a:gd name="connsiteY10" fmla="*/ 3617 h 34869"/>
                <a:gd name="connsiteX11" fmla="*/ 7930 w 14460"/>
                <a:gd name="connsiteY11" fmla="*/ 4900 h 34869"/>
                <a:gd name="connsiteX12" fmla="*/ 7930 w 14460"/>
                <a:gd name="connsiteY12" fmla="*/ 8632 h 34869"/>
                <a:gd name="connsiteX13" fmla="*/ 7930 w 14460"/>
                <a:gd name="connsiteY13" fmla="*/ 10381 h 34869"/>
                <a:gd name="connsiteX14" fmla="*/ 14460 w 14460"/>
                <a:gd name="connsiteY14" fmla="*/ 10381 h 34869"/>
                <a:gd name="connsiteX15" fmla="*/ 14460 w 14460"/>
                <a:gd name="connsiteY15" fmla="*/ 14229 h 34869"/>
                <a:gd name="connsiteX16" fmla="*/ 7930 w 14460"/>
                <a:gd name="connsiteY16" fmla="*/ 14229 h 34869"/>
                <a:gd name="connsiteX17" fmla="*/ 7930 w 14460"/>
                <a:gd name="connsiteY17" fmla="*/ 34870 h 34869"/>
                <a:gd name="connsiteX18" fmla="*/ 3382 w 14460"/>
                <a:gd name="connsiteY18" fmla="*/ 34870 h 34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460" h="34869">
                  <a:moveTo>
                    <a:pt x="2799" y="14579"/>
                  </a:moveTo>
                  <a:lnTo>
                    <a:pt x="0" y="14579"/>
                  </a:lnTo>
                  <a:lnTo>
                    <a:pt x="0" y="10731"/>
                  </a:lnTo>
                  <a:lnTo>
                    <a:pt x="2799" y="10731"/>
                  </a:lnTo>
                  <a:lnTo>
                    <a:pt x="2799" y="8865"/>
                  </a:lnTo>
                  <a:cubicBezTo>
                    <a:pt x="2736" y="7050"/>
                    <a:pt x="2973" y="5238"/>
                    <a:pt x="3498" y="3501"/>
                  </a:cubicBezTo>
                  <a:cubicBezTo>
                    <a:pt x="3806" y="2393"/>
                    <a:pt x="4512" y="1438"/>
                    <a:pt x="5481" y="818"/>
                  </a:cubicBezTo>
                  <a:cubicBezTo>
                    <a:pt x="6724" y="252"/>
                    <a:pt x="8080" y="-27"/>
                    <a:pt x="9446" y="2"/>
                  </a:cubicBezTo>
                  <a:lnTo>
                    <a:pt x="14460" y="2"/>
                  </a:lnTo>
                  <a:lnTo>
                    <a:pt x="14460" y="3617"/>
                  </a:lnTo>
                  <a:lnTo>
                    <a:pt x="10029" y="3617"/>
                  </a:lnTo>
                  <a:cubicBezTo>
                    <a:pt x="9126" y="3547"/>
                    <a:pt x="8279" y="4064"/>
                    <a:pt x="7930" y="4900"/>
                  </a:cubicBezTo>
                  <a:cubicBezTo>
                    <a:pt x="7650" y="6128"/>
                    <a:pt x="7650" y="7403"/>
                    <a:pt x="7930" y="8632"/>
                  </a:cubicBezTo>
                  <a:lnTo>
                    <a:pt x="7930" y="10381"/>
                  </a:lnTo>
                  <a:lnTo>
                    <a:pt x="14460" y="10381"/>
                  </a:lnTo>
                  <a:lnTo>
                    <a:pt x="14460" y="14229"/>
                  </a:lnTo>
                  <a:lnTo>
                    <a:pt x="7930" y="14229"/>
                  </a:lnTo>
                  <a:lnTo>
                    <a:pt x="7930" y="34870"/>
                  </a:lnTo>
                  <a:lnTo>
                    <a:pt x="3382" y="34870"/>
                  </a:ln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8FA7BA4F-948C-3240-8BEE-D6E9314B9CDC}"/>
                </a:ext>
              </a:extLst>
            </p:cNvPr>
            <p:cNvSpPr/>
            <p:nvPr/>
          </p:nvSpPr>
          <p:spPr>
            <a:xfrm>
              <a:off x="10579751" y="2009687"/>
              <a:ext cx="20932" cy="25047"/>
            </a:xfrm>
            <a:custGeom>
              <a:avLst/>
              <a:gdLst>
                <a:gd name="connsiteX0" fmla="*/ 2443 w 20932"/>
                <a:gd name="connsiteY0" fmla="*/ 22078 h 25047"/>
                <a:gd name="connsiteX1" fmla="*/ 2443 w 20932"/>
                <a:gd name="connsiteY1" fmla="*/ 3070 h 25047"/>
                <a:gd name="connsiteX2" fmla="*/ 10489 w 20932"/>
                <a:gd name="connsiteY2" fmla="*/ 38 h 25047"/>
                <a:gd name="connsiteX3" fmla="*/ 18419 w 20932"/>
                <a:gd name="connsiteY3" fmla="*/ 3070 h 25047"/>
                <a:gd name="connsiteX4" fmla="*/ 18419 w 20932"/>
                <a:gd name="connsiteY4" fmla="*/ 21962 h 25047"/>
                <a:gd name="connsiteX5" fmla="*/ 10373 w 20932"/>
                <a:gd name="connsiteY5" fmla="*/ 24994 h 25047"/>
                <a:gd name="connsiteX6" fmla="*/ 2443 w 20932"/>
                <a:gd name="connsiteY6" fmla="*/ 22078 h 25047"/>
                <a:gd name="connsiteX7" fmla="*/ 14104 w 20932"/>
                <a:gd name="connsiteY7" fmla="*/ 20329 h 25047"/>
                <a:gd name="connsiteX8" fmla="*/ 15970 w 20932"/>
                <a:gd name="connsiteY8" fmla="*/ 17647 h 25047"/>
                <a:gd name="connsiteX9" fmla="*/ 15970 w 20932"/>
                <a:gd name="connsiteY9" fmla="*/ 12632 h 25047"/>
                <a:gd name="connsiteX10" fmla="*/ 15970 w 20932"/>
                <a:gd name="connsiteY10" fmla="*/ 7385 h 25047"/>
                <a:gd name="connsiteX11" fmla="*/ 14104 w 20932"/>
                <a:gd name="connsiteY11" fmla="*/ 4703 h 25047"/>
                <a:gd name="connsiteX12" fmla="*/ 7108 w 20932"/>
                <a:gd name="connsiteY12" fmla="*/ 4703 h 25047"/>
                <a:gd name="connsiteX13" fmla="*/ 5242 w 20932"/>
                <a:gd name="connsiteY13" fmla="*/ 7385 h 25047"/>
                <a:gd name="connsiteX14" fmla="*/ 5242 w 20932"/>
                <a:gd name="connsiteY14" fmla="*/ 12632 h 25047"/>
                <a:gd name="connsiteX15" fmla="*/ 5242 w 20932"/>
                <a:gd name="connsiteY15" fmla="*/ 17647 h 25047"/>
                <a:gd name="connsiteX16" fmla="*/ 6991 w 20932"/>
                <a:gd name="connsiteY16" fmla="*/ 20329 h 25047"/>
                <a:gd name="connsiteX17" fmla="*/ 10606 w 20932"/>
                <a:gd name="connsiteY17" fmla="*/ 21145 h 25047"/>
                <a:gd name="connsiteX18" fmla="*/ 13988 w 20932"/>
                <a:gd name="connsiteY18" fmla="*/ 20329 h 25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932" h="25047">
                  <a:moveTo>
                    <a:pt x="2443" y="22078"/>
                  </a:moveTo>
                  <a:cubicBezTo>
                    <a:pt x="-814" y="16161"/>
                    <a:pt x="-814" y="8988"/>
                    <a:pt x="2443" y="3070"/>
                  </a:cubicBezTo>
                  <a:cubicBezTo>
                    <a:pt x="4534" y="903"/>
                    <a:pt x="7488" y="-211"/>
                    <a:pt x="10489" y="38"/>
                  </a:cubicBezTo>
                  <a:cubicBezTo>
                    <a:pt x="13459" y="-226"/>
                    <a:pt x="16384" y="892"/>
                    <a:pt x="18419" y="3070"/>
                  </a:cubicBezTo>
                  <a:cubicBezTo>
                    <a:pt x="21770" y="8922"/>
                    <a:pt x="21770" y="16110"/>
                    <a:pt x="18419" y="21962"/>
                  </a:cubicBezTo>
                  <a:cubicBezTo>
                    <a:pt x="16368" y="24189"/>
                    <a:pt x="13384" y="25314"/>
                    <a:pt x="10373" y="24994"/>
                  </a:cubicBezTo>
                  <a:cubicBezTo>
                    <a:pt x="7425" y="25270"/>
                    <a:pt x="4510" y="24199"/>
                    <a:pt x="2443" y="22078"/>
                  </a:cubicBezTo>
                  <a:close/>
                  <a:moveTo>
                    <a:pt x="14104" y="20329"/>
                  </a:moveTo>
                  <a:cubicBezTo>
                    <a:pt x="15063" y="19724"/>
                    <a:pt x="15736" y="18756"/>
                    <a:pt x="15970" y="17647"/>
                  </a:cubicBezTo>
                  <a:cubicBezTo>
                    <a:pt x="16196" y="15983"/>
                    <a:pt x="16196" y="14296"/>
                    <a:pt x="15970" y="12632"/>
                  </a:cubicBezTo>
                  <a:cubicBezTo>
                    <a:pt x="16187" y="10890"/>
                    <a:pt x="16187" y="9127"/>
                    <a:pt x="15970" y="7385"/>
                  </a:cubicBezTo>
                  <a:cubicBezTo>
                    <a:pt x="15650" y="6315"/>
                    <a:pt x="14996" y="5376"/>
                    <a:pt x="14104" y="4703"/>
                  </a:cubicBezTo>
                  <a:cubicBezTo>
                    <a:pt x="11898" y="3618"/>
                    <a:pt x="9314" y="3618"/>
                    <a:pt x="7108" y="4703"/>
                  </a:cubicBezTo>
                  <a:cubicBezTo>
                    <a:pt x="6149" y="5308"/>
                    <a:pt x="5476" y="6276"/>
                    <a:pt x="5242" y="7385"/>
                  </a:cubicBezTo>
                  <a:cubicBezTo>
                    <a:pt x="5016" y="9127"/>
                    <a:pt x="5016" y="10891"/>
                    <a:pt x="5242" y="12632"/>
                  </a:cubicBezTo>
                  <a:cubicBezTo>
                    <a:pt x="5013" y="14296"/>
                    <a:pt x="5013" y="15983"/>
                    <a:pt x="5242" y="17647"/>
                  </a:cubicBezTo>
                  <a:cubicBezTo>
                    <a:pt x="5480" y="18723"/>
                    <a:pt x="6102" y="19677"/>
                    <a:pt x="6991" y="20329"/>
                  </a:cubicBezTo>
                  <a:cubicBezTo>
                    <a:pt x="8089" y="20951"/>
                    <a:pt x="9347" y="21235"/>
                    <a:pt x="10606" y="21145"/>
                  </a:cubicBezTo>
                  <a:cubicBezTo>
                    <a:pt x="11789" y="21216"/>
                    <a:pt x="12967" y="20932"/>
                    <a:pt x="13988" y="20329"/>
                  </a:cubicBez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933F2AF7-A30F-8343-99F1-4195EEC044A6}"/>
                </a:ext>
              </a:extLst>
            </p:cNvPr>
            <p:cNvSpPr/>
            <p:nvPr/>
          </p:nvSpPr>
          <p:spPr>
            <a:xfrm>
              <a:off x="10606100" y="2009725"/>
              <a:ext cx="12827" cy="24722"/>
            </a:xfrm>
            <a:custGeom>
              <a:avLst/>
              <a:gdLst>
                <a:gd name="connsiteX0" fmla="*/ 0 w 12827"/>
                <a:gd name="connsiteY0" fmla="*/ 583 h 24722"/>
                <a:gd name="connsiteX1" fmla="*/ 4431 w 12827"/>
                <a:gd name="connsiteY1" fmla="*/ 583 h 24722"/>
                <a:gd name="connsiteX2" fmla="*/ 4431 w 12827"/>
                <a:gd name="connsiteY2" fmla="*/ 3615 h 24722"/>
                <a:gd name="connsiteX3" fmla="*/ 12828 w 12827"/>
                <a:gd name="connsiteY3" fmla="*/ 0 h 24722"/>
                <a:gd name="connsiteX4" fmla="*/ 12828 w 12827"/>
                <a:gd name="connsiteY4" fmla="*/ 4548 h 24722"/>
                <a:gd name="connsiteX5" fmla="*/ 8979 w 12827"/>
                <a:gd name="connsiteY5" fmla="*/ 5597 h 24722"/>
                <a:gd name="connsiteX6" fmla="*/ 5597 w 12827"/>
                <a:gd name="connsiteY6" fmla="*/ 6880 h 24722"/>
                <a:gd name="connsiteX7" fmla="*/ 4431 w 12827"/>
                <a:gd name="connsiteY7" fmla="*/ 6880 h 24722"/>
                <a:gd name="connsiteX8" fmla="*/ 4431 w 12827"/>
                <a:gd name="connsiteY8" fmla="*/ 24722 h 24722"/>
                <a:gd name="connsiteX9" fmla="*/ 0 w 12827"/>
                <a:gd name="connsiteY9" fmla="*/ 24722 h 24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827" h="24722">
                  <a:moveTo>
                    <a:pt x="0" y="583"/>
                  </a:moveTo>
                  <a:lnTo>
                    <a:pt x="4431" y="583"/>
                  </a:lnTo>
                  <a:lnTo>
                    <a:pt x="4431" y="3615"/>
                  </a:lnTo>
                  <a:cubicBezTo>
                    <a:pt x="6964" y="1868"/>
                    <a:pt x="9818" y="639"/>
                    <a:pt x="12828" y="0"/>
                  </a:cubicBezTo>
                  <a:lnTo>
                    <a:pt x="12828" y="4548"/>
                  </a:lnTo>
                  <a:cubicBezTo>
                    <a:pt x="11517" y="4787"/>
                    <a:pt x="10230" y="5138"/>
                    <a:pt x="8979" y="5597"/>
                  </a:cubicBezTo>
                  <a:lnTo>
                    <a:pt x="5597" y="6880"/>
                  </a:lnTo>
                  <a:lnTo>
                    <a:pt x="4431" y="6880"/>
                  </a:lnTo>
                  <a:lnTo>
                    <a:pt x="4431" y="24722"/>
                  </a:lnTo>
                  <a:lnTo>
                    <a:pt x="0" y="24722"/>
                  </a:ln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DB74DAD0-F0C4-224A-821C-2D8BF7CBB8CD}"/>
                </a:ext>
              </a:extLst>
            </p:cNvPr>
            <p:cNvSpPr/>
            <p:nvPr/>
          </p:nvSpPr>
          <p:spPr>
            <a:xfrm>
              <a:off x="10623009" y="2009719"/>
              <a:ext cx="33711" cy="24728"/>
            </a:xfrm>
            <a:custGeom>
              <a:avLst/>
              <a:gdLst>
                <a:gd name="connsiteX0" fmla="*/ 0 w 33711"/>
                <a:gd name="connsiteY0" fmla="*/ 589 h 24728"/>
                <a:gd name="connsiteX1" fmla="*/ 4431 w 33711"/>
                <a:gd name="connsiteY1" fmla="*/ 589 h 24728"/>
                <a:gd name="connsiteX2" fmla="*/ 4431 w 33711"/>
                <a:gd name="connsiteY2" fmla="*/ 2105 h 24728"/>
                <a:gd name="connsiteX3" fmla="*/ 7930 w 33711"/>
                <a:gd name="connsiteY3" fmla="*/ 589 h 24728"/>
                <a:gd name="connsiteX4" fmla="*/ 11195 w 33711"/>
                <a:gd name="connsiteY4" fmla="*/ 6 h 24728"/>
                <a:gd name="connsiteX5" fmla="*/ 14693 w 33711"/>
                <a:gd name="connsiteY5" fmla="*/ 589 h 24728"/>
                <a:gd name="connsiteX6" fmla="*/ 17142 w 33711"/>
                <a:gd name="connsiteY6" fmla="*/ 2455 h 24728"/>
                <a:gd name="connsiteX7" fmla="*/ 21341 w 33711"/>
                <a:gd name="connsiteY7" fmla="*/ 706 h 24728"/>
                <a:gd name="connsiteX8" fmla="*/ 25888 w 33711"/>
                <a:gd name="connsiteY8" fmla="*/ 6 h 24728"/>
                <a:gd name="connsiteX9" fmla="*/ 30553 w 33711"/>
                <a:gd name="connsiteY9" fmla="*/ 1172 h 24728"/>
                <a:gd name="connsiteX10" fmla="*/ 33002 w 33711"/>
                <a:gd name="connsiteY10" fmla="*/ 4904 h 24728"/>
                <a:gd name="connsiteX11" fmla="*/ 33702 w 33711"/>
                <a:gd name="connsiteY11" fmla="*/ 11784 h 24728"/>
                <a:gd name="connsiteX12" fmla="*/ 33701 w 33711"/>
                <a:gd name="connsiteY12" fmla="*/ 24728 h 24728"/>
                <a:gd name="connsiteX13" fmla="*/ 29270 w 33711"/>
                <a:gd name="connsiteY13" fmla="*/ 24728 h 24728"/>
                <a:gd name="connsiteX14" fmla="*/ 29270 w 33711"/>
                <a:gd name="connsiteY14" fmla="*/ 12017 h 24728"/>
                <a:gd name="connsiteX15" fmla="*/ 29270 w 33711"/>
                <a:gd name="connsiteY15" fmla="*/ 7353 h 24728"/>
                <a:gd name="connsiteX16" fmla="*/ 27987 w 33711"/>
                <a:gd name="connsiteY16" fmla="*/ 5020 h 24728"/>
                <a:gd name="connsiteX17" fmla="*/ 25189 w 33711"/>
                <a:gd name="connsiteY17" fmla="*/ 4321 h 24728"/>
                <a:gd name="connsiteX18" fmla="*/ 22390 w 33711"/>
                <a:gd name="connsiteY18" fmla="*/ 4321 h 24728"/>
                <a:gd name="connsiteX19" fmla="*/ 19941 w 33711"/>
                <a:gd name="connsiteY19" fmla="*/ 5137 h 24728"/>
                <a:gd name="connsiteX20" fmla="*/ 19008 w 33711"/>
                <a:gd name="connsiteY20" fmla="*/ 5137 h 24728"/>
                <a:gd name="connsiteX21" fmla="*/ 19591 w 33711"/>
                <a:gd name="connsiteY21" fmla="*/ 11667 h 24728"/>
                <a:gd name="connsiteX22" fmla="*/ 19591 w 33711"/>
                <a:gd name="connsiteY22" fmla="*/ 24728 h 24728"/>
                <a:gd name="connsiteX23" fmla="*/ 15043 w 33711"/>
                <a:gd name="connsiteY23" fmla="*/ 24728 h 24728"/>
                <a:gd name="connsiteX24" fmla="*/ 15043 w 33711"/>
                <a:gd name="connsiteY24" fmla="*/ 12367 h 24728"/>
                <a:gd name="connsiteX25" fmla="*/ 15043 w 33711"/>
                <a:gd name="connsiteY25" fmla="*/ 7469 h 24728"/>
                <a:gd name="connsiteX26" fmla="*/ 13761 w 33711"/>
                <a:gd name="connsiteY26" fmla="*/ 5020 h 24728"/>
                <a:gd name="connsiteX27" fmla="*/ 11078 w 33711"/>
                <a:gd name="connsiteY27" fmla="*/ 4321 h 24728"/>
                <a:gd name="connsiteX28" fmla="*/ 8280 w 33711"/>
                <a:gd name="connsiteY28" fmla="*/ 4321 h 24728"/>
                <a:gd name="connsiteX29" fmla="*/ 5947 w 33711"/>
                <a:gd name="connsiteY29" fmla="*/ 5020 h 24728"/>
                <a:gd name="connsiteX30" fmla="*/ 5131 w 33711"/>
                <a:gd name="connsiteY30" fmla="*/ 5020 h 24728"/>
                <a:gd name="connsiteX31" fmla="*/ 5131 w 33711"/>
                <a:gd name="connsiteY31" fmla="*/ 24728 h 24728"/>
                <a:gd name="connsiteX32" fmla="*/ 700 w 33711"/>
                <a:gd name="connsiteY32" fmla="*/ 24728 h 2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3711" h="24728">
                  <a:moveTo>
                    <a:pt x="0" y="589"/>
                  </a:moveTo>
                  <a:lnTo>
                    <a:pt x="4431" y="589"/>
                  </a:lnTo>
                  <a:lnTo>
                    <a:pt x="4431" y="2105"/>
                  </a:lnTo>
                  <a:cubicBezTo>
                    <a:pt x="5529" y="1454"/>
                    <a:pt x="6705" y="945"/>
                    <a:pt x="7930" y="589"/>
                  </a:cubicBezTo>
                  <a:cubicBezTo>
                    <a:pt x="8979" y="217"/>
                    <a:pt x="10082" y="20"/>
                    <a:pt x="11195" y="6"/>
                  </a:cubicBezTo>
                  <a:cubicBezTo>
                    <a:pt x="12385" y="9"/>
                    <a:pt x="13567" y="206"/>
                    <a:pt x="14693" y="589"/>
                  </a:cubicBezTo>
                  <a:cubicBezTo>
                    <a:pt x="15665" y="975"/>
                    <a:pt x="16512" y="1621"/>
                    <a:pt x="17142" y="2455"/>
                  </a:cubicBezTo>
                  <a:cubicBezTo>
                    <a:pt x="18479" y="1732"/>
                    <a:pt x="19886" y="1146"/>
                    <a:pt x="21341" y="706"/>
                  </a:cubicBezTo>
                  <a:cubicBezTo>
                    <a:pt x="22813" y="246"/>
                    <a:pt x="24346" y="10"/>
                    <a:pt x="25888" y="6"/>
                  </a:cubicBezTo>
                  <a:cubicBezTo>
                    <a:pt x="27522" y="-55"/>
                    <a:pt x="29140" y="349"/>
                    <a:pt x="30553" y="1172"/>
                  </a:cubicBezTo>
                  <a:cubicBezTo>
                    <a:pt x="31775" y="2097"/>
                    <a:pt x="32640" y="3415"/>
                    <a:pt x="33002" y="4904"/>
                  </a:cubicBezTo>
                  <a:cubicBezTo>
                    <a:pt x="33528" y="7158"/>
                    <a:pt x="33764" y="9470"/>
                    <a:pt x="33702" y="11784"/>
                  </a:cubicBezTo>
                  <a:lnTo>
                    <a:pt x="33701" y="24728"/>
                  </a:lnTo>
                  <a:lnTo>
                    <a:pt x="29270" y="24728"/>
                  </a:lnTo>
                  <a:lnTo>
                    <a:pt x="29270" y="12017"/>
                  </a:lnTo>
                  <a:cubicBezTo>
                    <a:pt x="29419" y="10466"/>
                    <a:pt x="29419" y="8904"/>
                    <a:pt x="29270" y="7353"/>
                  </a:cubicBezTo>
                  <a:cubicBezTo>
                    <a:pt x="29115" y="6454"/>
                    <a:pt x="28664" y="5633"/>
                    <a:pt x="27987" y="5020"/>
                  </a:cubicBezTo>
                  <a:cubicBezTo>
                    <a:pt x="27143" y="4518"/>
                    <a:pt x="26170" y="4275"/>
                    <a:pt x="25189" y="4321"/>
                  </a:cubicBezTo>
                  <a:lnTo>
                    <a:pt x="22390" y="4321"/>
                  </a:lnTo>
                  <a:lnTo>
                    <a:pt x="19941" y="5137"/>
                  </a:lnTo>
                  <a:lnTo>
                    <a:pt x="19008" y="5137"/>
                  </a:lnTo>
                  <a:cubicBezTo>
                    <a:pt x="19449" y="7285"/>
                    <a:pt x="19645" y="9475"/>
                    <a:pt x="19591" y="11667"/>
                  </a:cubicBezTo>
                  <a:lnTo>
                    <a:pt x="19591" y="24728"/>
                  </a:lnTo>
                  <a:lnTo>
                    <a:pt x="15043" y="24728"/>
                  </a:lnTo>
                  <a:lnTo>
                    <a:pt x="15043" y="12367"/>
                  </a:lnTo>
                  <a:cubicBezTo>
                    <a:pt x="15195" y="10738"/>
                    <a:pt x="15195" y="9098"/>
                    <a:pt x="15043" y="7469"/>
                  </a:cubicBezTo>
                  <a:cubicBezTo>
                    <a:pt x="14970" y="6512"/>
                    <a:pt x="14506" y="5626"/>
                    <a:pt x="13761" y="5020"/>
                  </a:cubicBezTo>
                  <a:cubicBezTo>
                    <a:pt x="12968" y="4499"/>
                    <a:pt x="12025" y="4253"/>
                    <a:pt x="11078" y="4321"/>
                  </a:cubicBezTo>
                  <a:cubicBezTo>
                    <a:pt x="10149" y="4208"/>
                    <a:pt x="9209" y="4208"/>
                    <a:pt x="8280" y="4321"/>
                  </a:cubicBezTo>
                  <a:cubicBezTo>
                    <a:pt x="7475" y="4451"/>
                    <a:pt x="6691" y="4686"/>
                    <a:pt x="5947" y="5020"/>
                  </a:cubicBezTo>
                  <a:lnTo>
                    <a:pt x="5131" y="5020"/>
                  </a:lnTo>
                  <a:lnTo>
                    <a:pt x="5131" y="24728"/>
                  </a:lnTo>
                  <a:lnTo>
                    <a:pt x="700" y="24728"/>
                  </a:ln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74922535-19CF-794A-A33B-04E30A938A83}"/>
                </a:ext>
              </a:extLst>
            </p:cNvPr>
            <p:cNvSpPr/>
            <p:nvPr/>
          </p:nvSpPr>
          <p:spPr>
            <a:xfrm>
              <a:off x="10661460" y="2009935"/>
              <a:ext cx="21372" cy="25001"/>
            </a:xfrm>
            <a:custGeom>
              <a:avLst/>
              <a:gdLst>
                <a:gd name="connsiteX0" fmla="*/ 1781 w 21372"/>
                <a:gd name="connsiteY0" fmla="*/ 22879 h 25001"/>
                <a:gd name="connsiteX1" fmla="*/ 32 w 21372"/>
                <a:gd name="connsiteY1" fmla="*/ 17399 h 25001"/>
                <a:gd name="connsiteX2" fmla="*/ 1898 w 21372"/>
                <a:gd name="connsiteY2" fmla="*/ 12151 h 25001"/>
                <a:gd name="connsiteX3" fmla="*/ 7612 w 21372"/>
                <a:gd name="connsiteY3" fmla="*/ 10169 h 25001"/>
                <a:gd name="connsiteX4" fmla="*/ 14492 w 21372"/>
                <a:gd name="connsiteY4" fmla="*/ 9469 h 25001"/>
                <a:gd name="connsiteX5" fmla="*/ 14492 w 21372"/>
                <a:gd name="connsiteY5" fmla="*/ 7603 h 25001"/>
                <a:gd name="connsiteX6" fmla="*/ 13559 w 21372"/>
                <a:gd name="connsiteY6" fmla="*/ 4571 h 25001"/>
                <a:gd name="connsiteX7" fmla="*/ 10877 w 21372"/>
                <a:gd name="connsiteY7" fmla="*/ 3638 h 25001"/>
                <a:gd name="connsiteX8" fmla="*/ 1548 w 21372"/>
                <a:gd name="connsiteY8" fmla="*/ 4221 h 25001"/>
                <a:gd name="connsiteX9" fmla="*/ 1548 w 21372"/>
                <a:gd name="connsiteY9" fmla="*/ 1189 h 25001"/>
                <a:gd name="connsiteX10" fmla="*/ 10993 w 21372"/>
                <a:gd name="connsiteY10" fmla="*/ 23 h 25001"/>
                <a:gd name="connsiteX11" fmla="*/ 17057 w 21372"/>
                <a:gd name="connsiteY11" fmla="*/ 1889 h 25001"/>
                <a:gd name="connsiteX12" fmla="*/ 19040 w 21372"/>
                <a:gd name="connsiteY12" fmla="*/ 7836 h 25001"/>
                <a:gd name="connsiteX13" fmla="*/ 19040 w 21372"/>
                <a:gd name="connsiteY13" fmla="*/ 19498 h 25001"/>
                <a:gd name="connsiteX14" fmla="*/ 19623 w 21372"/>
                <a:gd name="connsiteY14" fmla="*/ 21014 h 25001"/>
                <a:gd name="connsiteX15" fmla="*/ 21372 w 21372"/>
                <a:gd name="connsiteY15" fmla="*/ 21713 h 25001"/>
                <a:gd name="connsiteX16" fmla="*/ 21372 w 21372"/>
                <a:gd name="connsiteY16" fmla="*/ 24512 h 25001"/>
                <a:gd name="connsiteX17" fmla="*/ 17874 w 21372"/>
                <a:gd name="connsiteY17" fmla="*/ 24512 h 25001"/>
                <a:gd name="connsiteX18" fmla="*/ 15308 w 21372"/>
                <a:gd name="connsiteY18" fmla="*/ 23113 h 25001"/>
                <a:gd name="connsiteX19" fmla="*/ 7262 w 21372"/>
                <a:gd name="connsiteY19" fmla="*/ 24978 h 25001"/>
                <a:gd name="connsiteX20" fmla="*/ 1781 w 21372"/>
                <a:gd name="connsiteY20" fmla="*/ 22879 h 25001"/>
                <a:gd name="connsiteX21" fmla="*/ 13442 w 21372"/>
                <a:gd name="connsiteY21" fmla="*/ 20081 h 25001"/>
                <a:gd name="connsiteX22" fmla="*/ 14492 w 21372"/>
                <a:gd name="connsiteY22" fmla="*/ 20081 h 25001"/>
                <a:gd name="connsiteX23" fmla="*/ 14492 w 21372"/>
                <a:gd name="connsiteY23" fmla="*/ 12851 h 25001"/>
                <a:gd name="connsiteX24" fmla="*/ 8195 w 21372"/>
                <a:gd name="connsiteY24" fmla="*/ 13434 h 25001"/>
                <a:gd name="connsiteX25" fmla="*/ 5513 w 21372"/>
                <a:gd name="connsiteY25" fmla="*/ 14600 h 25001"/>
                <a:gd name="connsiteX26" fmla="*/ 4580 w 21372"/>
                <a:gd name="connsiteY26" fmla="*/ 17282 h 25001"/>
                <a:gd name="connsiteX27" fmla="*/ 7845 w 21372"/>
                <a:gd name="connsiteY27" fmla="*/ 21130 h 25001"/>
                <a:gd name="connsiteX28" fmla="*/ 13442 w 21372"/>
                <a:gd name="connsiteY28" fmla="*/ 20081 h 25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372" h="25001">
                  <a:moveTo>
                    <a:pt x="1781" y="22879"/>
                  </a:moveTo>
                  <a:cubicBezTo>
                    <a:pt x="532" y="21336"/>
                    <a:pt x="-92" y="19380"/>
                    <a:pt x="32" y="17399"/>
                  </a:cubicBezTo>
                  <a:cubicBezTo>
                    <a:pt x="-161" y="15458"/>
                    <a:pt x="524" y="13534"/>
                    <a:pt x="1898" y="12151"/>
                  </a:cubicBezTo>
                  <a:cubicBezTo>
                    <a:pt x="3553" y="10918"/>
                    <a:pt x="5549" y="10226"/>
                    <a:pt x="7612" y="10169"/>
                  </a:cubicBezTo>
                  <a:lnTo>
                    <a:pt x="14492" y="9469"/>
                  </a:lnTo>
                  <a:lnTo>
                    <a:pt x="14492" y="7603"/>
                  </a:lnTo>
                  <a:cubicBezTo>
                    <a:pt x="14566" y="6512"/>
                    <a:pt x="14234" y="5432"/>
                    <a:pt x="13559" y="4571"/>
                  </a:cubicBezTo>
                  <a:cubicBezTo>
                    <a:pt x="12823" y="3919"/>
                    <a:pt x="11859" y="3583"/>
                    <a:pt x="10877" y="3638"/>
                  </a:cubicBezTo>
                  <a:cubicBezTo>
                    <a:pt x="8195" y="3638"/>
                    <a:pt x="5046" y="3638"/>
                    <a:pt x="1548" y="4221"/>
                  </a:cubicBezTo>
                  <a:lnTo>
                    <a:pt x="1548" y="1189"/>
                  </a:lnTo>
                  <a:cubicBezTo>
                    <a:pt x="4649" y="485"/>
                    <a:pt x="7814" y="94"/>
                    <a:pt x="10993" y="23"/>
                  </a:cubicBezTo>
                  <a:cubicBezTo>
                    <a:pt x="13177" y="-136"/>
                    <a:pt x="15341" y="530"/>
                    <a:pt x="17057" y="1889"/>
                  </a:cubicBezTo>
                  <a:cubicBezTo>
                    <a:pt x="18483" y="3528"/>
                    <a:pt x="19197" y="5669"/>
                    <a:pt x="19040" y="7836"/>
                  </a:cubicBezTo>
                  <a:lnTo>
                    <a:pt x="19040" y="19498"/>
                  </a:lnTo>
                  <a:cubicBezTo>
                    <a:pt x="19009" y="20063"/>
                    <a:pt x="19221" y="20615"/>
                    <a:pt x="19623" y="21014"/>
                  </a:cubicBezTo>
                  <a:cubicBezTo>
                    <a:pt x="20117" y="21427"/>
                    <a:pt x="20730" y="21672"/>
                    <a:pt x="21372" y="21713"/>
                  </a:cubicBezTo>
                  <a:lnTo>
                    <a:pt x="21372" y="24512"/>
                  </a:lnTo>
                  <a:cubicBezTo>
                    <a:pt x="20215" y="24715"/>
                    <a:pt x="19031" y="24715"/>
                    <a:pt x="17874" y="24512"/>
                  </a:cubicBezTo>
                  <a:cubicBezTo>
                    <a:pt x="16919" y="24257"/>
                    <a:pt x="16039" y="23777"/>
                    <a:pt x="15308" y="23113"/>
                  </a:cubicBezTo>
                  <a:cubicBezTo>
                    <a:pt x="12802" y="24335"/>
                    <a:pt x="10051" y="24973"/>
                    <a:pt x="7262" y="24978"/>
                  </a:cubicBezTo>
                  <a:cubicBezTo>
                    <a:pt x="5211" y="25149"/>
                    <a:pt x="3193" y="24377"/>
                    <a:pt x="1781" y="22879"/>
                  </a:cubicBezTo>
                  <a:close/>
                  <a:moveTo>
                    <a:pt x="13442" y="20081"/>
                  </a:moveTo>
                  <a:lnTo>
                    <a:pt x="14492" y="20081"/>
                  </a:lnTo>
                  <a:lnTo>
                    <a:pt x="14492" y="12851"/>
                  </a:lnTo>
                  <a:lnTo>
                    <a:pt x="8195" y="13434"/>
                  </a:lnTo>
                  <a:cubicBezTo>
                    <a:pt x="7182" y="13454"/>
                    <a:pt x="6218" y="13873"/>
                    <a:pt x="5513" y="14600"/>
                  </a:cubicBezTo>
                  <a:cubicBezTo>
                    <a:pt x="4860" y="15336"/>
                    <a:pt x="4525" y="16300"/>
                    <a:pt x="4580" y="17282"/>
                  </a:cubicBezTo>
                  <a:cubicBezTo>
                    <a:pt x="4580" y="19847"/>
                    <a:pt x="5629" y="21130"/>
                    <a:pt x="7845" y="21130"/>
                  </a:cubicBezTo>
                  <a:cubicBezTo>
                    <a:pt x="9759" y="21126"/>
                    <a:pt x="11656" y="20770"/>
                    <a:pt x="13442" y="20081"/>
                  </a:cubicBez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1EC2C31B-D7B9-8645-AC40-05B891DD123F}"/>
                </a:ext>
              </a:extLst>
            </p:cNvPr>
            <p:cNvSpPr/>
            <p:nvPr/>
          </p:nvSpPr>
          <p:spPr>
            <a:xfrm>
              <a:off x="10687146" y="2010095"/>
              <a:ext cx="19484" cy="24352"/>
            </a:xfrm>
            <a:custGeom>
              <a:avLst/>
              <a:gdLst>
                <a:gd name="connsiteX0" fmla="*/ 0 w 19484"/>
                <a:gd name="connsiteY0" fmla="*/ 213 h 24352"/>
                <a:gd name="connsiteX1" fmla="*/ 4431 w 19484"/>
                <a:gd name="connsiteY1" fmla="*/ 213 h 24352"/>
                <a:gd name="connsiteX2" fmla="*/ 4431 w 19484"/>
                <a:gd name="connsiteY2" fmla="*/ 1729 h 24352"/>
                <a:gd name="connsiteX3" fmla="*/ 8163 w 19484"/>
                <a:gd name="connsiteY3" fmla="*/ 97 h 24352"/>
                <a:gd name="connsiteX4" fmla="*/ 11662 w 19484"/>
                <a:gd name="connsiteY4" fmla="*/ 97 h 24352"/>
                <a:gd name="connsiteX5" fmla="*/ 16326 w 19484"/>
                <a:gd name="connsiteY5" fmla="*/ 1263 h 24352"/>
                <a:gd name="connsiteX6" fmla="*/ 18775 w 19484"/>
                <a:gd name="connsiteY6" fmla="*/ 4995 h 24352"/>
                <a:gd name="connsiteX7" fmla="*/ 19475 w 19484"/>
                <a:gd name="connsiteY7" fmla="*/ 11875 h 24352"/>
                <a:gd name="connsiteX8" fmla="*/ 19474 w 19484"/>
                <a:gd name="connsiteY8" fmla="*/ 24352 h 24352"/>
                <a:gd name="connsiteX9" fmla="*/ 15043 w 19484"/>
                <a:gd name="connsiteY9" fmla="*/ 24352 h 24352"/>
                <a:gd name="connsiteX10" fmla="*/ 15043 w 19484"/>
                <a:gd name="connsiteY10" fmla="*/ 11642 h 24352"/>
                <a:gd name="connsiteX11" fmla="*/ 15043 w 19484"/>
                <a:gd name="connsiteY11" fmla="*/ 6977 h 24352"/>
                <a:gd name="connsiteX12" fmla="*/ 13761 w 19484"/>
                <a:gd name="connsiteY12" fmla="*/ 4645 h 24352"/>
                <a:gd name="connsiteX13" fmla="*/ 10845 w 19484"/>
                <a:gd name="connsiteY13" fmla="*/ 3945 h 24352"/>
                <a:gd name="connsiteX14" fmla="*/ 5598 w 19484"/>
                <a:gd name="connsiteY14" fmla="*/ 4995 h 24352"/>
                <a:gd name="connsiteX15" fmla="*/ 4781 w 19484"/>
                <a:gd name="connsiteY15" fmla="*/ 4995 h 24352"/>
                <a:gd name="connsiteX16" fmla="*/ 4781 w 19484"/>
                <a:gd name="connsiteY16" fmla="*/ 24352 h 24352"/>
                <a:gd name="connsiteX17" fmla="*/ 350 w 19484"/>
                <a:gd name="connsiteY17" fmla="*/ 24352 h 2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484" h="24352">
                  <a:moveTo>
                    <a:pt x="0" y="213"/>
                  </a:moveTo>
                  <a:lnTo>
                    <a:pt x="4431" y="213"/>
                  </a:lnTo>
                  <a:lnTo>
                    <a:pt x="4431" y="1729"/>
                  </a:lnTo>
                  <a:cubicBezTo>
                    <a:pt x="5617" y="1061"/>
                    <a:pt x="6867" y="514"/>
                    <a:pt x="8163" y="97"/>
                  </a:cubicBezTo>
                  <a:cubicBezTo>
                    <a:pt x="9326" y="-32"/>
                    <a:pt x="10499" y="-32"/>
                    <a:pt x="11662" y="97"/>
                  </a:cubicBezTo>
                  <a:cubicBezTo>
                    <a:pt x="13296" y="36"/>
                    <a:pt x="14913" y="440"/>
                    <a:pt x="16326" y="1263"/>
                  </a:cubicBezTo>
                  <a:cubicBezTo>
                    <a:pt x="17548" y="2187"/>
                    <a:pt x="18413" y="3506"/>
                    <a:pt x="18775" y="4995"/>
                  </a:cubicBezTo>
                  <a:cubicBezTo>
                    <a:pt x="19302" y="7249"/>
                    <a:pt x="19537" y="9561"/>
                    <a:pt x="19475" y="11875"/>
                  </a:cubicBezTo>
                  <a:lnTo>
                    <a:pt x="19474" y="24352"/>
                  </a:lnTo>
                  <a:lnTo>
                    <a:pt x="15043" y="24352"/>
                  </a:lnTo>
                  <a:lnTo>
                    <a:pt x="15043" y="11642"/>
                  </a:lnTo>
                  <a:cubicBezTo>
                    <a:pt x="15192" y="10090"/>
                    <a:pt x="15192" y="8528"/>
                    <a:pt x="15043" y="6977"/>
                  </a:cubicBezTo>
                  <a:cubicBezTo>
                    <a:pt x="14888" y="6078"/>
                    <a:pt x="14437" y="5257"/>
                    <a:pt x="13761" y="4645"/>
                  </a:cubicBezTo>
                  <a:cubicBezTo>
                    <a:pt x="12880" y="4127"/>
                    <a:pt x="11865" y="3883"/>
                    <a:pt x="10845" y="3945"/>
                  </a:cubicBezTo>
                  <a:cubicBezTo>
                    <a:pt x="9047" y="3978"/>
                    <a:pt x="7270" y="4334"/>
                    <a:pt x="5598" y="4995"/>
                  </a:cubicBezTo>
                  <a:lnTo>
                    <a:pt x="4781" y="4995"/>
                  </a:lnTo>
                  <a:lnTo>
                    <a:pt x="4781" y="24352"/>
                  </a:lnTo>
                  <a:lnTo>
                    <a:pt x="350" y="24352"/>
                  </a:ln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788297E2-AB56-3C4E-A6EA-C90FB71674A2}"/>
                </a:ext>
              </a:extLst>
            </p:cNvPr>
            <p:cNvSpPr/>
            <p:nvPr/>
          </p:nvSpPr>
          <p:spPr>
            <a:xfrm>
              <a:off x="10711959" y="2010265"/>
              <a:ext cx="16818" cy="25581"/>
            </a:xfrm>
            <a:custGeom>
              <a:avLst/>
              <a:gdLst>
                <a:gd name="connsiteX0" fmla="*/ 3991 w 16818"/>
                <a:gd name="connsiteY0" fmla="*/ 23133 h 25581"/>
                <a:gd name="connsiteX1" fmla="*/ 959 w 16818"/>
                <a:gd name="connsiteY1" fmla="*/ 19168 h 25581"/>
                <a:gd name="connsiteX2" fmla="*/ 26 w 16818"/>
                <a:gd name="connsiteY2" fmla="*/ 12521 h 25581"/>
                <a:gd name="connsiteX3" fmla="*/ 2125 w 16818"/>
                <a:gd name="connsiteY3" fmla="*/ 3308 h 25581"/>
                <a:gd name="connsiteX4" fmla="*/ 9588 w 16818"/>
                <a:gd name="connsiteY4" fmla="*/ 43 h 25581"/>
                <a:gd name="connsiteX5" fmla="*/ 12620 w 16818"/>
                <a:gd name="connsiteY5" fmla="*/ 43 h 25581"/>
                <a:gd name="connsiteX6" fmla="*/ 16819 w 16818"/>
                <a:gd name="connsiteY6" fmla="*/ 743 h 25581"/>
                <a:gd name="connsiteX7" fmla="*/ 16819 w 16818"/>
                <a:gd name="connsiteY7" fmla="*/ 4241 h 25581"/>
                <a:gd name="connsiteX8" fmla="*/ 11104 w 16818"/>
                <a:gd name="connsiteY8" fmla="*/ 4241 h 25581"/>
                <a:gd name="connsiteX9" fmla="*/ 7140 w 16818"/>
                <a:gd name="connsiteY9" fmla="*/ 4941 h 25581"/>
                <a:gd name="connsiteX10" fmla="*/ 5274 w 16818"/>
                <a:gd name="connsiteY10" fmla="*/ 7506 h 25581"/>
                <a:gd name="connsiteX11" fmla="*/ 4691 w 16818"/>
                <a:gd name="connsiteY11" fmla="*/ 12754 h 25581"/>
                <a:gd name="connsiteX12" fmla="*/ 5274 w 16818"/>
                <a:gd name="connsiteY12" fmla="*/ 17768 h 25581"/>
                <a:gd name="connsiteX13" fmla="*/ 7140 w 16818"/>
                <a:gd name="connsiteY13" fmla="*/ 20334 h 25581"/>
                <a:gd name="connsiteX14" fmla="*/ 11221 w 16818"/>
                <a:gd name="connsiteY14" fmla="*/ 21150 h 25581"/>
                <a:gd name="connsiteX15" fmla="*/ 16819 w 16818"/>
                <a:gd name="connsiteY15" fmla="*/ 21150 h 25581"/>
                <a:gd name="connsiteX16" fmla="*/ 16819 w 16818"/>
                <a:gd name="connsiteY16" fmla="*/ 24765 h 25581"/>
                <a:gd name="connsiteX17" fmla="*/ 9589 w 16818"/>
                <a:gd name="connsiteY17" fmla="*/ 25581 h 25581"/>
                <a:gd name="connsiteX18" fmla="*/ 3991 w 16818"/>
                <a:gd name="connsiteY18" fmla="*/ 23133 h 25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818" h="25581">
                  <a:moveTo>
                    <a:pt x="3991" y="23133"/>
                  </a:moveTo>
                  <a:cubicBezTo>
                    <a:pt x="2527" y="22229"/>
                    <a:pt x="1448" y="20817"/>
                    <a:pt x="959" y="19168"/>
                  </a:cubicBezTo>
                  <a:cubicBezTo>
                    <a:pt x="340" y="17006"/>
                    <a:pt x="26" y="14769"/>
                    <a:pt x="26" y="12521"/>
                  </a:cubicBezTo>
                  <a:cubicBezTo>
                    <a:pt x="-151" y="9314"/>
                    <a:pt x="576" y="6122"/>
                    <a:pt x="2125" y="3308"/>
                  </a:cubicBezTo>
                  <a:cubicBezTo>
                    <a:pt x="3868" y="987"/>
                    <a:pt x="6700" y="-252"/>
                    <a:pt x="9588" y="43"/>
                  </a:cubicBezTo>
                  <a:lnTo>
                    <a:pt x="12620" y="43"/>
                  </a:lnTo>
                  <a:lnTo>
                    <a:pt x="16819" y="743"/>
                  </a:lnTo>
                  <a:lnTo>
                    <a:pt x="16819" y="4241"/>
                  </a:lnTo>
                  <a:lnTo>
                    <a:pt x="11104" y="4241"/>
                  </a:lnTo>
                  <a:cubicBezTo>
                    <a:pt x="9747" y="4171"/>
                    <a:pt x="8391" y="4410"/>
                    <a:pt x="7140" y="4941"/>
                  </a:cubicBezTo>
                  <a:cubicBezTo>
                    <a:pt x="6214" y="5528"/>
                    <a:pt x="5547" y="6445"/>
                    <a:pt x="5274" y="7506"/>
                  </a:cubicBezTo>
                  <a:cubicBezTo>
                    <a:pt x="4788" y="9211"/>
                    <a:pt x="4590" y="10984"/>
                    <a:pt x="4691" y="12754"/>
                  </a:cubicBezTo>
                  <a:cubicBezTo>
                    <a:pt x="4594" y="14446"/>
                    <a:pt x="4791" y="16143"/>
                    <a:pt x="5274" y="17768"/>
                  </a:cubicBezTo>
                  <a:cubicBezTo>
                    <a:pt x="5547" y="18829"/>
                    <a:pt x="6214" y="19747"/>
                    <a:pt x="7140" y="20334"/>
                  </a:cubicBezTo>
                  <a:cubicBezTo>
                    <a:pt x="8421" y="20910"/>
                    <a:pt x="9816" y="21189"/>
                    <a:pt x="11221" y="21150"/>
                  </a:cubicBezTo>
                  <a:lnTo>
                    <a:pt x="16819" y="21150"/>
                  </a:lnTo>
                  <a:lnTo>
                    <a:pt x="16819" y="24765"/>
                  </a:lnTo>
                  <a:cubicBezTo>
                    <a:pt x="14436" y="25240"/>
                    <a:pt x="12017" y="25513"/>
                    <a:pt x="9589" y="25581"/>
                  </a:cubicBezTo>
                  <a:cubicBezTo>
                    <a:pt x="7538" y="25277"/>
                    <a:pt x="5606" y="24432"/>
                    <a:pt x="3991" y="23133"/>
                  </a:cubicBez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72D6A6B3-3BC6-A74D-8882-7F0B6A2CFB6D}"/>
                </a:ext>
              </a:extLst>
            </p:cNvPr>
            <p:cNvSpPr/>
            <p:nvPr/>
          </p:nvSpPr>
          <p:spPr>
            <a:xfrm>
              <a:off x="10732935" y="2009689"/>
              <a:ext cx="20098" cy="26042"/>
            </a:xfrm>
            <a:custGeom>
              <a:avLst/>
              <a:gdLst>
                <a:gd name="connsiteX0" fmla="*/ 2373 w 20098"/>
                <a:gd name="connsiteY0" fmla="*/ 22192 h 26042"/>
                <a:gd name="connsiteX1" fmla="*/ 40 w 20098"/>
                <a:gd name="connsiteY1" fmla="*/ 13097 h 26042"/>
                <a:gd name="connsiteX2" fmla="*/ 2606 w 20098"/>
                <a:gd name="connsiteY2" fmla="*/ 3301 h 26042"/>
                <a:gd name="connsiteX3" fmla="*/ 10303 w 20098"/>
                <a:gd name="connsiteY3" fmla="*/ 36 h 26042"/>
                <a:gd name="connsiteX4" fmla="*/ 20098 w 20098"/>
                <a:gd name="connsiteY4" fmla="*/ 11697 h 26042"/>
                <a:gd name="connsiteX5" fmla="*/ 20098 w 20098"/>
                <a:gd name="connsiteY5" fmla="*/ 14962 h 26042"/>
                <a:gd name="connsiteX6" fmla="*/ 4822 w 20098"/>
                <a:gd name="connsiteY6" fmla="*/ 14962 h 26042"/>
                <a:gd name="connsiteX7" fmla="*/ 5521 w 20098"/>
                <a:gd name="connsiteY7" fmla="*/ 18927 h 26042"/>
                <a:gd name="connsiteX8" fmla="*/ 7504 w 20098"/>
                <a:gd name="connsiteY8" fmla="*/ 21026 h 26042"/>
                <a:gd name="connsiteX9" fmla="*/ 11352 w 20098"/>
                <a:gd name="connsiteY9" fmla="*/ 21609 h 26042"/>
                <a:gd name="connsiteX10" fmla="*/ 18116 w 20098"/>
                <a:gd name="connsiteY10" fmla="*/ 21609 h 26042"/>
                <a:gd name="connsiteX11" fmla="*/ 19398 w 20098"/>
                <a:gd name="connsiteY11" fmla="*/ 21609 h 26042"/>
                <a:gd name="connsiteX12" fmla="*/ 19398 w 20098"/>
                <a:gd name="connsiteY12" fmla="*/ 25108 h 26042"/>
                <a:gd name="connsiteX13" fmla="*/ 10419 w 20098"/>
                <a:gd name="connsiteY13" fmla="*/ 26041 h 26042"/>
                <a:gd name="connsiteX14" fmla="*/ 2373 w 20098"/>
                <a:gd name="connsiteY14" fmla="*/ 22192 h 26042"/>
                <a:gd name="connsiteX15" fmla="*/ 15667 w 20098"/>
                <a:gd name="connsiteY15" fmla="*/ 10531 h 26042"/>
                <a:gd name="connsiteX16" fmla="*/ 14500 w 20098"/>
                <a:gd name="connsiteY16" fmla="*/ 5050 h 26042"/>
                <a:gd name="connsiteX17" fmla="*/ 10302 w 20098"/>
                <a:gd name="connsiteY17" fmla="*/ 3418 h 26042"/>
                <a:gd name="connsiteX18" fmla="*/ 5988 w 20098"/>
                <a:gd name="connsiteY18" fmla="*/ 5167 h 26042"/>
                <a:gd name="connsiteX19" fmla="*/ 4472 w 20098"/>
                <a:gd name="connsiteY19" fmla="*/ 10531 h 2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098" h="26042">
                  <a:moveTo>
                    <a:pt x="2373" y="22192"/>
                  </a:moveTo>
                  <a:cubicBezTo>
                    <a:pt x="621" y="19497"/>
                    <a:pt x="-198" y="16302"/>
                    <a:pt x="40" y="13097"/>
                  </a:cubicBezTo>
                  <a:cubicBezTo>
                    <a:pt x="-181" y="9640"/>
                    <a:pt x="719" y="6205"/>
                    <a:pt x="2606" y="3301"/>
                  </a:cubicBezTo>
                  <a:cubicBezTo>
                    <a:pt x="4465" y="995"/>
                    <a:pt x="7353" y="-230"/>
                    <a:pt x="10303" y="36"/>
                  </a:cubicBezTo>
                  <a:cubicBezTo>
                    <a:pt x="16833" y="36"/>
                    <a:pt x="20098" y="3767"/>
                    <a:pt x="20098" y="11697"/>
                  </a:cubicBezTo>
                  <a:lnTo>
                    <a:pt x="20098" y="14962"/>
                  </a:lnTo>
                  <a:lnTo>
                    <a:pt x="4822" y="14962"/>
                  </a:lnTo>
                  <a:cubicBezTo>
                    <a:pt x="4752" y="16320"/>
                    <a:pt x="4991" y="17676"/>
                    <a:pt x="5521" y="18927"/>
                  </a:cubicBezTo>
                  <a:cubicBezTo>
                    <a:pt x="5885" y="19858"/>
                    <a:pt x="6596" y="20610"/>
                    <a:pt x="7504" y="21026"/>
                  </a:cubicBezTo>
                  <a:cubicBezTo>
                    <a:pt x="8745" y="21435"/>
                    <a:pt x="10046" y="21632"/>
                    <a:pt x="11352" y="21609"/>
                  </a:cubicBezTo>
                  <a:lnTo>
                    <a:pt x="18116" y="21609"/>
                  </a:lnTo>
                  <a:lnTo>
                    <a:pt x="19398" y="21609"/>
                  </a:lnTo>
                  <a:lnTo>
                    <a:pt x="19398" y="25108"/>
                  </a:lnTo>
                  <a:cubicBezTo>
                    <a:pt x="16431" y="25632"/>
                    <a:pt x="13431" y="25944"/>
                    <a:pt x="10419" y="26041"/>
                  </a:cubicBezTo>
                  <a:cubicBezTo>
                    <a:pt x="7279" y="26105"/>
                    <a:pt x="4294" y="24678"/>
                    <a:pt x="2373" y="22192"/>
                  </a:cubicBezTo>
                  <a:close/>
                  <a:moveTo>
                    <a:pt x="15667" y="10531"/>
                  </a:moveTo>
                  <a:cubicBezTo>
                    <a:pt x="15788" y="8632"/>
                    <a:pt x="15384" y="6736"/>
                    <a:pt x="14500" y="5050"/>
                  </a:cubicBezTo>
                  <a:cubicBezTo>
                    <a:pt x="13438" y="3873"/>
                    <a:pt x="11881" y="3267"/>
                    <a:pt x="10302" y="3418"/>
                  </a:cubicBezTo>
                  <a:cubicBezTo>
                    <a:pt x="8667" y="3277"/>
                    <a:pt x="7063" y="3927"/>
                    <a:pt x="5988" y="5167"/>
                  </a:cubicBezTo>
                  <a:cubicBezTo>
                    <a:pt x="4919" y="6745"/>
                    <a:pt x="4387" y="8627"/>
                    <a:pt x="4472" y="10531"/>
                  </a:cubicBez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4E088A1D-214C-8A40-88C7-A46DD4DD4112}"/>
                </a:ext>
              </a:extLst>
            </p:cNvPr>
            <p:cNvSpPr/>
            <p:nvPr/>
          </p:nvSpPr>
          <p:spPr>
            <a:xfrm>
              <a:off x="10767002" y="2009703"/>
              <a:ext cx="21481" cy="25574"/>
            </a:xfrm>
            <a:custGeom>
              <a:avLst/>
              <a:gdLst>
                <a:gd name="connsiteX0" fmla="*/ 1774 w 21481"/>
                <a:gd name="connsiteY0" fmla="*/ 23112 h 25574"/>
                <a:gd name="connsiteX1" fmla="*/ 25 w 21481"/>
                <a:gd name="connsiteY1" fmla="*/ 17631 h 25574"/>
                <a:gd name="connsiteX2" fmla="*/ 1774 w 21481"/>
                <a:gd name="connsiteY2" fmla="*/ 12383 h 25574"/>
                <a:gd name="connsiteX3" fmla="*/ 7605 w 21481"/>
                <a:gd name="connsiteY3" fmla="*/ 10401 h 25574"/>
                <a:gd name="connsiteX4" fmla="*/ 14368 w 21481"/>
                <a:gd name="connsiteY4" fmla="*/ 9701 h 25574"/>
                <a:gd name="connsiteX5" fmla="*/ 14368 w 21481"/>
                <a:gd name="connsiteY5" fmla="*/ 7835 h 25574"/>
                <a:gd name="connsiteX6" fmla="*/ 13436 w 21481"/>
                <a:gd name="connsiteY6" fmla="*/ 4803 h 25574"/>
                <a:gd name="connsiteX7" fmla="*/ 10754 w 21481"/>
                <a:gd name="connsiteY7" fmla="*/ 3870 h 25574"/>
                <a:gd name="connsiteX8" fmla="*/ 1541 w 21481"/>
                <a:gd name="connsiteY8" fmla="*/ 4453 h 25574"/>
                <a:gd name="connsiteX9" fmla="*/ 1541 w 21481"/>
                <a:gd name="connsiteY9" fmla="*/ 1188 h 25574"/>
                <a:gd name="connsiteX10" fmla="*/ 10987 w 21481"/>
                <a:gd name="connsiteY10" fmla="*/ 22 h 25574"/>
                <a:gd name="connsiteX11" fmla="*/ 17167 w 21481"/>
                <a:gd name="connsiteY11" fmla="*/ 1888 h 25574"/>
                <a:gd name="connsiteX12" fmla="*/ 19033 w 21481"/>
                <a:gd name="connsiteY12" fmla="*/ 7835 h 25574"/>
                <a:gd name="connsiteX13" fmla="*/ 19033 w 21481"/>
                <a:gd name="connsiteY13" fmla="*/ 19497 h 25574"/>
                <a:gd name="connsiteX14" fmla="*/ 19733 w 21481"/>
                <a:gd name="connsiteY14" fmla="*/ 21012 h 25574"/>
                <a:gd name="connsiteX15" fmla="*/ 21482 w 21481"/>
                <a:gd name="connsiteY15" fmla="*/ 21712 h 25574"/>
                <a:gd name="connsiteX16" fmla="*/ 21482 w 21481"/>
                <a:gd name="connsiteY16" fmla="*/ 25094 h 25574"/>
                <a:gd name="connsiteX17" fmla="*/ 17983 w 21481"/>
                <a:gd name="connsiteY17" fmla="*/ 25094 h 25574"/>
                <a:gd name="connsiteX18" fmla="*/ 15535 w 21481"/>
                <a:gd name="connsiteY18" fmla="*/ 23695 h 25574"/>
                <a:gd name="connsiteX19" fmla="*/ 7372 w 21481"/>
                <a:gd name="connsiteY19" fmla="*/ 25560 h 25574"/>
                <a:gd name="connsiteX20" fmla="*/ 1774 w 21481"/>
                <a:gd name="connsiteY20" fmla="*/ 23112 h 25574"/>
                <a:gd name="connsiteX21" fmla="*/ 13436 w 21481"/>
                <a:gd name="connsiteY21" fmla="*/ 20313 h 25574"/>
                <a:gd name="connsiteX22" fmla="*/ 14485 w 21481"/>
                <a:gd name="connsiteY22" fmla="*/ 20313 h 25574"/>
                <a:gd name="connsiteX23" fmla="*/ 14485 w 21481"/>
                <a:gd name="connsiteY23" fmla="*/ 13083 h 25574"/>
                <a:gd name="connsiteX24" fmla="*/ 8305 w 21481"/>
                <a:gd name="connsiteY24" fmla="*/ 13666 h 25574"/>
                <a:gd name="connsiteX25" fmla="*/ 5506 w 21481"/>
                <a:gd name="connsiteY25" fmla="*/ 14832 h 25574"/>
                <a:gd name="connsiteX26" fmla="*/ 4573 w 21481"/>
                <a:gd name="connsiteY26" fmla="*/ 17514 h 25574"/>
                <a:gd name="connsiteX27" fmla="*/ 7838 w 21481"/>
                <a:gd name="connsiteY27" fmla="*/ 21362 h 25574"/>
                <a:gd name="connsiteX28" fmla="*/ 13319 w 21481"/>
                <a:gd name="connsiteY28" fmla="*/ 20313 h 25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481" h="25574">
                  <a:moveTo>
                    <a:pt x="1774" y="23112"/>
                  </a:moveTo>
                  <a:cubicBezTo>
                    <a:pt x="526" y="21568"/>
                    <a:pt x="-99" y="19612"/>
                    <a:pt x="25" y="17631"/>
                  </a:cubicBezTo>
                  <a:cubicBezTo>
                    <a:pt x="-137" y="15715"/>
                    <a:pt x="495" y="13818"/>
                    <a:pt x="1774" y="12383"/>
                  </a:cubicBezTo>
                  <a:cubicBezTo>
                    <a:pt x="3472" y="11148"/>
                    <a:pt x="5506" y="10456"/>
                    <a:pt x="7605" y="10401"/>
                  </a:cubicBezTo>
                  <a:lnTo>
                    <a:pt x="14368" y="9701"/>
                  </a:lnTo>
                  <a:lnTo>
                    <a:pt x="14368" y="7835"/>
                  </a:lnTo>
                  <a:cubicBezTo>
                    <a:pt x="14442" y="6744"/>
                    <a:pt x="14110" y="5664"/>
                    <a:pt x="13436" y="4803"/>
                  </a:cubicBezTo>
                  <a:cubicBezTo>
                    <a:pt x="12699" y="4151"/>
                    <a:pt x="11736" y="3816"/>
                    <a:pt x="10754" y="3870"/>
                  </a:cubicBezTo>
                  <a:cubicBezTo>
                    <a:pt x="8071" y="3870"/>
                    <a:pt x="5039" y="3870"/>
                    <a:pt x="1541" y="4453"/>
                  </a:cubicBezTo>
                  <a:lnTo>
                    <a:pt x="1541" y="1188"/>
                  </a:lnTo>
                  <a:cubicBezTo>
                    <a:pt x="4643" y="484"/>
                    <a:pt x="7807" y="93"/>
                    <a:pt x="10987" y="22"/>
                  </a:cubicBezTo>
                  <a:cubicBezTo>
                    <a:pt x="13206" y="-133"/>
                    <a:pt x="15405" y="531"/>
                    <a:pt x="17167" y="1888"/>
                  </a:cubicBezTo>
                  <a:cubicBezTo>
                    <a:pt x="18563" y="3539"/>
                    <a:pt x="19235" y="5683"/>
                    <a:pt x="19033" y="7835"/>
                  </a:cubicBezTo>
                  <a:lnTo>
                    <a:pt x="19033" y="19497"/>
                  </a:lnTo>
                  <a:cubicBezTo>
                    <a:pt x="19047" y="20077"/>
                    <a:pt x="19300" y="20626"/>
                    <a:pt x="19733" y="21012"/>
                  </a:cubicBezTo>
                  <a:cubicBezTo>
                    <a:pt x="20227" y="21426"/>
                    <a:pt x="20839" y="21671"/>
                    <a:pt x="21482" y="21712"/>
                  </a:cubicBezTo>
                  <a:lnTo>
                    <a:pt x="21482" y="25094"/>
                  </a:lnTo>
                  <a:cubicBezTo>
                    <a:pt x="20322" y="25270"/>
                    <a:pt x="19143" y="25270"/>
                    <a:pt x="17983" y="25094"/>
                  </a:cubicBezTo>
                  <a:cubicBezTo>
                    <a:pt x="17055" y="24860"/>
                    <a:pt x="16208" y="24376"/>
                    <a:pt x="15535" y="23695"/>
                  </a:cubicBezTo>
                  <a:cubicBezTo>
                    <a:pt x="12983" y="24908"/>
                    <a:pt x="10197" y="25545"/>
                    <a:pt x="7372" y="25560"/>
                  </a:cubicBezTo>
                  <a:cubicBezTo>
                    <a:pt x="5219" y="25701"/>
                    <a:pt x="3132" y="24788"/>
                    <a:pt x="1774" y="23112"/>
                  </a:cubicBezTo>
                  <a:close/>
                  <a:moveTo>
                    <a:pt x="13436" y="20313"/>
                  </a:moveTo>
                  <a:lnTo>
                    <a:pt x="14485" y="20313"/>
                  </a:lnTo>
                  <a:lnTo>
                    <a:pt x="14485" y="13083"/>
                  </a:lnTo>
                  <a:lnTo>
                    <a:pt x="8305" y="13666"/>
                  </a:lnTo>
                  <a:cubicBezTo>
                    <a:pt x="7254" y="13668"/>
                    <a:pt x="6247" y="14088"/>
                    <a:pt x="5506" y="14832"/>
                  </a:cubicBezTo>
                  <a:cubicBezTo>
                    <a:pt x="4853" y="15568"/>
                    <a:pt x="4518" y="16532"/>
                    <a:pt x="4573" y="17514"/>
                  </a:cubicBezTo>
                  <a:cubicBezTo>
                    <a:pt x="4573" y="20080"/>
                    <a:pt x="5739" y="21362"/>
                    <a:pt x="7838" y="21362"/>
                  </a:cubicBezTo>
                  <a:cubicBezTo>
                    <a:pt x="9715" y="21363"/>
                    <a:pt x="11575" y="21007"/>
                    <a:pt x="13319" y="20313"/>
                  </a:cubicBez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9D706C08-53D4-DD4F-BCE3-8A2623904171}"/>
                </a:ext>
              </a:extLst>
            </p:cNvPr>
            <p:cNvSpPr/>
            <p:nvPr/>
          </p:nvSpPr>
          <p:spPr>
            <a:xfrm>
              <a:off x="10792565" y="2010101"/>
              <a:ext cx="19600" cy="24346"/>
            </a:xfrm>
            <a:custGeom>
              <a:avLst/>
              <a:gdLst>
                <a:gd name="connsiteX0" fmla="*/ 0 w 19600"/>
                <a:gd name="connsiteY0" fmla="*/ 207 h 24346"/>
                <a:gd name="connsiteX1" fmla="*/ 4431 w 19600"/>
                <a:gd name="connsiteY1" fmla="*/ 207 h 24346"/>
                <a:gd name="connsiteX2" fmla="*/ 4431 w 19600"/>
                <a:gd name="connsiteY2" fmla="*/ 1723 h 24346"/>
                <a:gd name="connsiteX3" fmla="*/ 8163 w 19600"/>
                <a:gd name="connsiteY3" fmla="*/ 91 h 24346"/>
                <a:gd name="connsiteX4" fmla="*/ 11661 w 19600"/>
                <a:gd name="connsiteY4" fmla="*/ 91 h 24346"/>
                <a:gd name="connsiteX5" fmla="*/ 16443 w 19600"/>
                <a:gd name="connsiteY5" fmla="*/ 1257 h 24346"/>
                <a:gd name="connsiteX6" fmla="*/ 18892 w 19600"/>
                <a:gd name="connsiteY6" fmla="*/ 4989 h 24346"/>
                <a:gd name="connsiteX7" fmla="*/ 19591 w 19600"/>
                <a:gd name="connsiteY7" fmla="*/ 11869 h 24346"/>
                <a:gd name="connsiteX8" fmla="*/ 19591 w 19600"/>
                <a:gd name="connsiteY8" fmla="*/ 24346 h 24346"/>
                <a:gd name="connsiteX9" fmla="*/ 15160 w 19600"/>
                <a:gd name="connsiteY9" fmla="*/ 24346 h 24346"/>
                <a:gd name="connsiteX10" fmla="*/ 15160 w 19600"/>
                <a:gd name="connsiteY10" fmla="*/ 11636 h 24346"/>
                <a:gd name="connsiteX11" fmla="*/ 15160 w 19600"/>
                <a:gd name="connsiteY11" fmla="*/ 6971 h 24346"/>
                <a:gd name="connsiteX12" fmla="*/ 13761 w 19600"/>
                <a:gd name="connsiteY12" fmla="*/ 4639 h 24346"/>
                <a:gd name="connsiteX13" fmla="*/ 10962 w 19600"/>
                <a:gd name="connsiteY13" fmla="*/ 3939 h 24346"/>
                <a:gd name="connsiteX14" fmla="*/ 5597 w 19600"/>
                <a:gd name="connsiteY14" fmla="*/ 4989 h 24346"/>
                <a:gd name="connsiteX15" fmla="*/ 4781 w 19600"/>
                <a:gd name="connsiteY15" fmla="*/ 4989 h 24346"/>
                <a:gd name="connsiteX16" fmla="*/ 4781 w 19600"/>
                <a:gd name="connsiteY16" fmla="*/ 24346 h 24346"/>
                <a:gd name="connsiteX17" fmla="*/ 350 w 19600"/>
                <a:gd name="connsiteY17" fmla="*/ 24346 h 24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600" h="24346">
                  <a:moveTo>
                    <a:pt x="0" y="207"/>
                  </a:moveTo>
                  <a:lnTo>
                    <a:pt x="4431" y="207"/>
                  </a:lnTo>
                  <a:lnTo>
                    <a:pt x="4431" y="1723"/>
                  </a:lnTo>
                  <a:cubicBezTo>
                    <a:pt x="5627" y="1075"/>
                    <a:pt x="6875" y="529"/>
                    <a:pt x="8163" y="91"/>
                  </a:cubicBezTo>
                  <a:cubicBezTo>
                    <a:pt x="9326" y="-30"/>
                    <a:pt x="10498" y="-30"/>
                    <a:pt x="11661" y="91"/>
                  </a:cubicBezTo>
                  <a:cubicBezTo>
                    <a:pt x="13331" y="44"/>
                    <a:pt x="14982" y="447"/>
                    <a:pt x="16443" y="1257"/>
                  </a:cubicBezTo>
                  <a:cubicBezTo>
                    <a:pt x="17665" y="2181"/>
                    <a:pt x="18530" y="3500"/>
                    <a:pt x="18892" y="4989"/>
                  </a:cubicBezTo>
                  <a:cubicBezTo>
                    <a:pt x="19418" y="7243"/>
                    <a:pt x="19653" y="9555"/>
                    <a:pt x="19591" y="11869"/>
                  </a:cubicBezTo>
                  <a:lnTo>
                    <a:pt x="19591" y="24346"/>
                  </a:lnTo>
                  <a:lnTo>
                    <a:pt x="15160" y="24346"/>
                  </a:lnTo>
                  <a:lnTo>
                    <a:pt x="15160" y="11636"/>
                  </a:lnTo>
                  <a:cubicBezTo>
                    <a:pt x="15308" y="10084"/>
                    <a:pt x="15308" y="8522"/>
                    <a:pt x="15160" y="6971"/>
                  </a:cubicBezTo>
                  <a:cubicBezTo>
                    <a:pt x="15015" y="6041"/>
                    <a:pt x="14513" y="5204"/>
                    <a:pt x="13761" y="4639"/>
                  </a:cubicBezTo>
                  <a:cubicBezTo>
                    <a:pt x="12925" y="4116"/>
                    <a:pt x="11945" y="3871"/>
                    <a:pt x="10962" y="3939"/>
                  </a:cubicBezTo>
                  <a:cubicBezTo>
                    <a:pt x="9125" y="3958"/>
                    <a:pt x="7307" y="4314"/>
                    <a:pt x="5597" y="4989"/>
                  </a:cubicBezTo>
                  <a:lnTo>
                    <a:pt x="4781" y="4989"/>
                  </a:lnTo>
                  <a:lnTo>
                    <a:pt x="4781" y="24346"/>
                  </a:lnTo>
                  <a:lnTo>
                    <a:pt x="350" y="24346"/>
                  </a:ln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7960CCCB-7C71-C049-BB56-32CD9AB31DC6}"/>
                </a:ext>
              </a:extLst>
            </p:cNvPr>
            <p:cNvSpPr/>
            <p:nvPr/>
          </p:nvSpPr>
          <p:spPr>
            <a:xfrm>
              <a:off x="10816895" y="2000396"/>
              <a:ext cx="20099" cy="34517"/>
            </a:xfrm>
            <a:custGeom>
              <a:avLst/>
              <a:gdLst>
                <a:gd name="connsiteX0" fmla="*/ 2491 w 20099"/>
                <a:gd name="connsiteY0" fmla="*/ 31369 h 34517"/>
                <a:gd name="connsiteX1" fmla="*/ 42 w 20099"/>
                <a:gd name="connsiteY1" fmla="*/ 22390 h 34517"/>
                <a:gd name="connsiteX2" fmla="*/ 2374 w 20099"/>
                <a:gd name="connsiteY2" fmla="*/ 12594 h 34517"/>
                <a:gd name="connsiteX3" fmla="*/ 10071 w 20099"/>
                <a:gd name="connsiteY3" fmla="*/ 9562 h 34517"/>
                <a:gd name="connsiteX4" fmla="*/ 15668 w 20099"/>
                <a:gd name="connsiteY4" fmla="*/ 10262 h 34517"/>
                <a:gd name="connsiteX5" fmla="*/ 15668 w 20099"/>
                <a:gd name="connsiteY5" fmla="*/ 0 h 34517"/>
                <a:gd name="connsiteX6" fmla="*/ 20100 w 20099"/>
                <a:gd name="connsiteY6" fmla="*/ 0 h 34517"/>
                <a:gd name="connsiteX7" fmla="*/ 20100 w 20099"/>
                <a:gd name="connsiteY7" fmla="*/ 34051 h 34517"/>
                <a:gd name="connsiteX8" fmla="*/ 15668 w 20099"/>
                <a:gd name="connsiteY8" fmla="*/ 34051 h 34517"/>
                <a:gd name="connsiteX9" fmla="*/ 15668 w 20099"/>
                <a:gd name="connsiteY9" fmla="*/ 32535 h 34517"/>
                <a:gd name="connsiteX10" fmla="*/ 8671 w 20099"/>
                <a:gd name="connsiteY10" fmla="*/ 34518 h 34517"/>
                <a:gd name="connsiteX11" fmla="*/ 2491 w 20099"/>
                <a:gd name="connsiteY11" fmla="*/ 31369 h 34517"/>
                <a:gd name="connsiteX12" fmla="*/ 12636 w 20099"/>
                <a:gd name="connsiteY12" fmla="*/ 29970 h 34517"/>
                <a:gd name="connsiteX13" fmla="*/ 15318 w 20099"/>
                <a:gd name="connsiteY13" fmla="*/ 29153 h 34517"/>
                <a:gd name="connsiteX14" fmla="*/ 16135 w 20099"/>
                <a:gd name="connsiteY14" fmla="*/ 29153 h 34517"/>
                <a:gd name="connsiteX15" fmla="*/ 16135 w 20099"/>
                <a:gd name="connsiteY15" fmla="*/ 14110 h 34517"/>
                <a:gd name="connsiteX16" fmla="*/ 11004 w 20099"/>
                <a:gd name="connsiteY16" fmla="*/ 13527 h 34517"/>
                <a:gd name="connsiteX17" fmla="*/ 6456 w 20099"/>
                <a:gd name="connsiteY17" fmla="*/ 15626 h 34517"/>
                <a:gd name="connsiteX18" fmla="*/ 5057 w 20099"/>
                <a:gd name="connsiteY18" fmla="*/ 22273 h 34517"/>
                <a:gd name="connsiteX19" fmla="*/ 6223 w 20099"/>
                <a:gd name="connsiteY19" fmla="*/ 28570 h 34517"/>
                <a:gd name="connsiteX20" fmla="*/ 10071 w 20099"/>
                <a:gd name="connsiteY20" fmla="*/ 30669 h 34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099" h="34517">
                  <a:moveTo>
                    <a:pt x="2491" y="31369"/>
                  </a:moveTo>
                  <a:cubicBezTo>
                    <a:pt x="889" y="28648"/>
                    <a:pt x="44" y="25548"/>
                    <a:pt x="42" y="22390"/>
                  </a:cubicBezTo>
                  <a:cubicBezTo>
                    <a:pt x="-201" y="18963"/>
                    <a:pt x="613" y="15544"/>
                    <a:pt x="2374" y="12594"/>
                  </a:cubicBezTo>
                  <a:cubicBezTo>
                    <a:pt x="4337" y="10454"/>
                    <a:pt x="7176" y="9336"/>
                    <a:pt x="10071" y="9562"/>
                  </a:cubicBezTo>
                  <a:cubicBezTo>
                    <a:pt x="11956" y="9593"/>
                    <a:pt x="13833" y="9827"/>
                    <a:pt x="15668" y="10262"/>
                  </a:cubicBezTo>
                  <a:lnTo>
                    <a:pt x="15668" y="0"/>
                  </a:lnTo>
                  <a:lnTo>
                    <a:pt x="20100" y="0"/>
                  </a:lnTo>
                  <a:lnTo>
                    <a:pt x="20100" y="34051"/>
                  </a:lnTo>
                  <a:lnTo>
                    <a:pt x="15668" y="34051"/>
                  </a:lnTo>
                  <a:lnTo>
                    <a:pt x="15668" y="32535"/>
                  </a:lnTo>
                  <a:cubicBezTo>
                    <a:pt x="13554" y="33806"/>
                    <a:pt x="11138" y="34491"/>
                    <a:pt x="8671" y="34518"/>
                  </a:cubicBezTo>
                  <a:cubicBezTo>
                    <a:pt x="6224" y="34528"/>
                    <a:pt x="3922" y="33355"/>
                    <a:pt x="2491" y="31369"/>
                  </a:cubicBezTo>
                  <a:close/>
                  <a:moveTo>
                    <a:pt x="12636" y="29970"/>
                  </a:moveTo>
                  <a:lnTo>
                    <a:pt x="15318" y="29153"/>
                  </a:lnTo>
                  <a:lnTo>
                    <a:pt x="16135" y="29153"/>
                  </a:lnTo>
                  <a:lnTo>
                    <a:pt x="16135" y="14110"/>
                  </a:lnTo>
                  <a:cubicBezTo>
                    <a:pt x="14443" y="13775"/>
                    <a:pt x="12727" y="13580"/>
                    <a:pt x="11004" y="13527"/>
                  </a:cubicBezTo>
                  <a:cubicBezTo>
                    <a:pt x="9218" y="13340"/>
                    <a:pt x="7472" y="14146"/>
                    <a:pt x="6456" y="15626"/>
                  </a:cubicBezTo>
                  <a:cubicBezTo>
                    <a:pt x="5340" y="17654"/>
                    <a:pt x="4853" y="19968"/>
                    <a:pt x="5057" y="22273"/>
                  </a:cubicBezTo>
                  <a:cubicBezTo>
                    <a:pt x="4880" y="24439"/>
                    <a:pt x="5282" y="26612"/>
                    <a:pt x="6223" y="28570"/>
                  </a:cubicBezTo>
                  <a:cubicBezTo>
                    <a:pt x="6967" y="29980"/>
                    <a:pt x="8483" y="30807"/>
                    <a:pt x="10071" y="30669"/>
                  </a:cubicBez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DD014923-300E-9E40-BB54-7ED9971278BA}"/>
                </a:ext>
              </a:extLst>
            </p:cNvPr>
            <p:cNvSpPr/>
            <p:nvPr/>
          </p:nvSpPr>
          <p:spPr>
            <a:xfrm>
              <a:off x="10855187" y="2001294"/>
              <a:ext cx="23096" cy="32920"/>
            </a:xfrm>
            <a:custGeom>
              <a:avLst/>
              <a:gdLst>
                <a:gd name="connsiteX0" fmla="*/ 0 w 23096"/>
                <a:gd name="connsiteY0" fmla="*/ 35 h 32920"/>
                <a:gd name="connsiteX1" fmla="*/ 12244 w 23096"/>
                <a:gd name="connsiteY1" fmla="*/ 35 h 32920"/>
                <a:gd name="connsiteX2" fmla="*/ 19708 w 23096"/>
                <a:gd name="connsiteY2" fmla="*/ 2018 h 32920"/>
                <a:gd name="connsiteX3" fmla="*/ 22157 w 23096"/>
                <a:gd name="connsiteY3" fmla="*/ 8548 h 32920"/>
                <a:gd name="connsiteX4" fmla="*/ 21224 w 23096"/>
                <a:gd name="connsiteY4" fmla="*/ 13096 h 32920"/>
                <a:gd name="connsiteX5" fmla="*/ 18075 w 23096"/>
                <a:gd name="connsiteY5" fmla="*/ 15895 h 32920"/>
                <a:gd name="connsiteX6" fmla="*/ 21807 w 23096"/>
                <a:gd name="connsiteY6" fmla="*/ 18693 h 32920"/>
                <a:gd name="connsiteX7" fmla="*/ 23090 w 23096"/>
                <a:gd name="connsiteY7" fmla="*/ 23708 h 32920"/>
                <a:gd name="connsiteX8" fmla="*/ 12711 w 23096"/>
                <a:gd name="connsiteY8" fmla="*/ 32920 h 32920"/>
                <a:gd name="connsiteX9" fmla="*/ 0 w 23096"/>
                <a:gd name="connsiteY9" fmla="*/ 32920 h 32920"/>
                <a:gd name="connsiteX10" fmla="*/ 12244 w 23096"/>
                <a:gd name="connsiteY10" fmla="*/ 14262 h 32920"/>
                <a:gd name="connsiteX11" fmla="*/ 16209 w 23096"/>
                <a:gd name="connsiteY11" fmla="*/ 12979 h 32920"/>
                <a:gd name="connsiteX12" fmla="*/ 17492 w 23096"/>
                <a:gd name="connsiteY12" fmla="*/ 9015 h 32920"/>
                <a:gd name="connsiteX13" fmla="*/ 16093 w 23096"/>
                <a:gd name="connsiteY13" fmla="*/ 5166 h 32920"/>
                <a:gd name="connsiteX14" fmla="*/ 12011 w 23096"/>
                <a:gd name="connsiteY14" fmla="*/ 4000 h 32920"/>
                <a:gd name="connsiteX15" fmla="*/ 4548 w 23096"/>
                <a:gd name="connsiteY15" fmla="*/ 4000 h 32920"/>
                <a:gd name="connsiteX16" fmla="*/ 4548 w 23096"/>
                <a:gd name="connsiteY16" fmla="*/ 14262 h 32920"/>
                <a:gd name="connsiteX17" fmla="*/ 12244 w 23096"/>
                <a:gd name="connsiteY17" fmla="*/ 28839 h 32920"/>
                <a:gd name="connsiteX18" fmla="*/ 16676 w 23096"/>
                <a:gd name="connsiteY18" fmla="*/ 27673 h 32920"/>
                <a:gd name="connsiteX19" fmla="*/ 18192 w 23096"/>
                <a:gd name="connsiteY19" fmla="*/ 23708 h 32920"/>
                <a:gd name="connsiteX20" fmla="*/ 12128 w 23096"/>
                <a:gd name="connsiteY20" fmla="*/ 18227 h 32920"/>
                <a:gd name="connsiteX21" fmla="*/ 4315 w 23096"/>
                <a:gd name="connsiteY21" fmla="*/ 18227 h 32920"/>
                <a:gd name="connsiteX22" fmla="*/ 4315 w 23096"/>
                <a:gd name="connsiteY22" fmla="*/ 28839 h 32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96" h="32920">
                  <a:moveTo>
                    <a:pt x="0" y="35"/>
                  </a:moveTo>
                  <a:lnTo>
                    <a:pt x="12244" y="35"/>
                  </a:lnTo>
                  <a:cubicBezTo>
                    <a:pt x="14885" y="-171"/>
                    <a:pt x="17517" y="529"/>
                    <a:pt x="19708" y="2018"/>
                  </a:cubicBezTo>
                  <a:cubicBezTo>
                    <a:pt x="21460" y="3719"/>
                    <a:pt x="22358" y="6115"/>
                    <a:pt x="22157" y="8548"/>
                  </a:cubicBezTo>
                  <a:cubicBezTo>
                    <a:pt x="22215" y="10117"/>
                    <a:pt x="21895" y="11677"/>
                    <a:pt x="21224" y="13096"/>
                  </a:cubicBezTo>
                  <a:cubicBezTo>
                    <a:pt x="20465" y="14312"/>
                    <a:pt x="19372" y="15283"/>
                    <a:pt x="18075" y="15895"/>
                  </a:cubicBezTo>
                  <a:cubicBezTo>
                    <a:pt x="19571" y="16432"/>
                    <a:pt x="20872" y="17408"/>
                    <a:pt x="21807" y="18693"/>
                  </a:cubicBezTo>
                  <a:cubicBezTo>
                    <a:pt x="22711" y="20205"/>
                    <a:pt x="23157" y="21947"/>
                    <a:pt x="23090" y="23708"/>
                  </a:cubicBezTo>
                  <a:cubicBezTo>
                    <a:pt x="23089" y="29772"/>
                    <a:pt x="19591" y="32920"/>
                    <a:pt x="12711" y="32920"/>
                  </a:cubicBezTo>
                  <a:lnTo>
                    <a:pt x="0" y="32920"/>
                  </a:lnTo>
                  <a:close/>
                  <a:moveTo>
                    <a:pt x="12244" y="14262"/>
                  </a:moveTo>
                  <a:cubicBezTo>
                    <a:pt x="13682" y="14361"/>
                    <a:pt x="15102" y="13901"/>
                    <a:pt x="16209" y="12979"/>
                  </a:cubicBezTo>
                  <a:cubicBezTo>
                    <a:pt x="17111" y="11861"/>
                    <a:pt x="17568" y="10449"/>
                    <a:pt x="17492" y="9015"/>
                  </a:cubicBezTo>
                  <a:cubicBezTo>
                    <a:pt x="17610" y="7589"/>
                    <a:pt x="17099" y="6183"/>
                    <a:pt x="16093" y="5166"/>
                  </a:cubicBezTo>
                  <a:cubicBezTo>
                    <a:pt x="14932" y="4268"/>
                    <a:pt x="13471" y="3850"/>
                    <a:pt x="12011" y="4000"/>
                  </a:cubicBezTo>
                  <a:lnTo>
                    <a:pt x="4548" y="4000"/>
                  </a:lnTo>
                  <a:lnTo>
                    <a:pt x="4548" y="14262"/>
                  </a:lnTo>
                  <a:close/>
                  <a:moveTo>
                    <a:pt x="12244" y="28839"/>
                  </a:moveTo>
                  <a:cubicBezTo>
                    <a:pt x="13812" y="28978"/>
                    <a:pt x="15379" y="28565"/>
                    <a:pt x="16676" y="27673"/>
                  </a:cubicBezTo>
                  <a:cubicBezTo>
                    <a:pt x="17788" y="26671"/>
                    <a:pt x="18352" y="25196"/>
                    <a:pt x="18192" y="23708"/>
                  </a:cubicBezTo>
                  <a:cubicBezTo>
                    <a:pt x="18192" y="19976"/>
                    <a:pt x="16093" y="18227"/>
                    <a:pt x="12128" y="18227"/>
                  </a:cubicBezTo>
                  <a:lnTo>
                    <a:pt x="4315" y="18227"/>
                  </a:lnTo>
                  <a:lnTo>
                    <a:pt x="4315" y="28839"/>
                  </a:ln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0C302653-DE7A-8C4D-B8B2-D667564F0FFE}"/>
                </a:ext>
              </a:extLst>
            </p:cNvPr>
            <p:cNvSpPr/>
            <p:nvPr/>
          </p:nvSpPr>
          <p:spPr>
            <a:xfrm>
              <a:off x="10882434" y="2009689"/>
              <a:ext cx="20097" cy="26040"/>
            </a:xfrm>
            <a:custGeom>
              <a:avLst/>
              <a:gdLst>
                <a:gd name="connsiteX0" fmla="*/ 2373 w 20097"/>
                <a:gd name="connsiteY0" fmla="*/ 22192 h 26040"/>
                <a:gd name="connsiteX1" fmla="*/ 40 w 20097"/>
                <a:gd name="connsiteY1" fmla="*/ 13097 h 26040"/>
                <a:gd name="connsiteX2" fmla="*/ 2606 w 20097"/>
                <a:gd name="connsiteY2" fmla="*/ 3301 h 26040"/>
                <a:gd name="connsiteX3" fmla="*/ 10303 w 20097"/>
                <a:gd name="connsiteY3" fmla="*/ 36 h 26040"/>
                <a:gd name="connsiteX4" fmla="*/ 20098 w 20097"/>
                <a:gd name="connsiteY4" fmla="*/ 11697 h 26040"/>
                <a:gd name="connsiteX5" fmla="*/ 20098 w 20097"/>
                <a:gd name="connsiteY5" fmla="*/ 14962 h 26040"/>
                <a:gd name="connsiteX6" fmla="*/ 4472 w 20097"/>
                <a:gd name="connsiteY6" fmla="*/ 14962 h 26040"/>
                <a:gd name="connsiteX7" fmla="*/ 5171 w 20097"/>
                <a:gd name="connsiteY7" fmla="*/ 18927 h 26040"/>
                <a:gd name="connsiteX8" fmla="*/ 7154 w 20097"/>
                <a:gd name="connsiteY8" fmla="*/ 21026 h 26040"/>
                <a:gd name="connsiteX9" fmla="*/ 11002 w 20097"/>
                <a:gd name="connsiteY9" fmla="*/ 21609 h 26040"/>
                <a:gd name="connsiteX10" fmla="*/ 17766 w 20097"/>
                <a:gd name="connsiteY10" fmla="*/ 21609 h 26040"/>
                <a:gd name="connsiteX11" fmla="*/ 19048 w 20097"/>
                <a:gd name="connsiteY11" fmla="*/ 21609 h 26040"/>
                <a:gd name="connsiteX12" fmla="*/ 19048 w 20097"/>
                <a:gd name="connsiteY12" fmla="*/ 25108 h 26040"/>
                <a:gd name="connsiteX13" fmla="*/ 10069 w 20097"/>
                <a:gd name="connsiteY13" fmla="*/ 26041 h 26040"/>
                <a:gd name="connsiteX14" fmla="*/ 2373 w 20097"/>
                <a:gd name="connsiteY14" fmla="*/ 22192 h 26040"/>
                <a:gd name="connsiteX15" fmla="*/ 15667 w 20097"/>
                <a:gd name="connsiteY15" fmla="*/ 10531 h 26040"/>
                <a:gd name="connsiteX16" fmla="*/ 14500 w 20097"/>
                <a:gd name="connsiteY16" fmla="*/ 5050 h 26040"/>
                <a:gd name="connsiteX17" fmla="*/ 10302 w 20097"/>
                <a:gd name="connsiteY17" fmla="*/ 3418 h 26040"/>
                <a:gd name="connsiteX18" fmla="*/ 5988 w 20097"/>
                <a:gd name="connsiteY18" fmla="*/ 5167 h 26040"/>
                <a:gd name="connsiteX19" fmla="*/ 4588 w 20097"/>
                <a:gd name="connsiteY19" fmla="*/ 10531 h 26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097" h="26040">
                  <a:moveTo>
                    <a:pt x="2373" y="22192"/>
                  </a:moveTo>
                  <a:cubicBezTo>
                    <a:pt x="621" y="19497"/>
                    <a:pt x="-198" y="16302"/>
                    <a:pt x="40" y="13097"/>
                  </a:cubicBezTo>
                  <a:cubicBezTo>
                    <a:pt x="-181" y="9640"/>
                    <a:pt x="719" y="6205"/>
                    <a:pt x="2606" y="3301"/>
                  </a:cubicBezTo>
                  <a:cubicBezTo>
                    <a:pt x="4465" y="995"/>
                    <a:pt x="7353" y="-230"/>
                    <a:pt x="10303" y="36"/>
                  </a:cubicBezTo>
                  <a:cubicBezTo>
                    <a:pt x="16833" y="36"/>
                    <a:pt x="20098" y="3767"/>
                    <a:pt x="20098" y="11697"/>
                  </a:cubicBezTo>
                  <a:lnTo>
                    <a:pt x="20098" y="14962"/>
                  </a:lnTo>
                  <a:lnTo>
                    <a:pt x="4472" y="14962"/>
                  </a:lnTo>
                  <a:cubicBezTo>
                    <a:pt x="4402" y="16320"/>
                    <a:pt x="4641" y="17676"/>
                    <a:pt x="5171" y="18927"/>
                  </a:cubicBezTo>
                  <a:cubicBezTo>
                    <a:pt x="5535" y="19858"/>
                    <a:pt x="6246" y="20610"/>
                    <a:pt x="7154" y="21026"/>
                  </a:cubicBezTo>
                  <a:cubicBezTo>
                    <a:pt x="8395" y="21435"/>
                    <a:pt x="9696" y="21632"/>
                    <a:pt x="11002" y="21609"/>
                  </a:cubicBezTo>
                  <a:lnTo>
                    <a:pt x="17766" y="21609"/>
                  </a:lnTo>
                  <a:lnTo>
                    <a:pt x="19048" y="21609"/>
                  </a:lnTo>
                  <a:lnTo>
                    <a:pt x="19048" y="25108"/>
                  </a:lnTo>
                  <a:cubicBezTo>
                    <a:pt x="16081" y="25632"/>
                    <a:pt x="13081" y="25944"/>
                    <a:pt x="10069" y="26041"/>
                  </a:cubicBezTo>
                  <a:cubicBezTo>
                    <a:pt x="7052" y="25997"/>
                    <a:pt x="4218" y="24580"/>
                    <a:pt x="2373" y="22192"/>
                  </a:cubicBezTo>
                  <a:close/>
                  <a:moveTo>
                    <a:pt x="15667" y="10531"/>
                  </a:moveTo>
                  <a:cubicBezTo>
                    <a:pt x="15788" y="8632"/>
                    <a:pt x="15384" y="6736"/>
                    <a:pt x="14500" y="5050"/>
                  </a:cubicBezTo>
                  <a:cubicBezTo>
                    <a:pt x="13438" y="3873"/>
                    <a:pt x="11881" y="3267"/>
                    <a:pt x="10302" y="3418"/>
                  </a:cubicBezTo>
                  <a:cubicBezTo>
                    <a:pt x="8667" y="3277"/>
                    <a:pt x="7063" y="3927"/>
                    <a:pt x="5988" y="5167"/>
                  </a:cubicBezTo>
                  <a:cubicBezTo>
                    <a:pt x="4910" y="6737"/>
                    <a:pt x="4415" y="8635"/>
                    <a:pt x="4588" y="10531"/>
                  </a:cubicBez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24C87EFD-5F35-8841-B171-2C9287A833DB}"/>
                </a:ext>
              </a:extLst>
            </p:cNvPr>
            <p:cNvSpPr/>
            <p:nvPr/>
          </p:nvSpPr>
          <p:spPr>
            <a:xfrm>
              <a:off x="10907896" y="2010101"/>
              <a:ext cx="19484" cy="24346"/>
            </a:xfrm>
            <a:custGeom>
              <a:avLst/>
              <a:gdLst>
                <a:gd name="connsiteX0" fmla="*/ 0 w 19484"/>
                <a:gd name="connsiteY0" fmla="*/ 207 h 24346"/>
                <a:gd name="connsiteX1" fmla="*/ 4315 w 19484"/>
                <a:gd name="connsiteY1" fmla="*/ 207 h 24346"/>
                <a:gd name="connsiteX2" fmla="*/ 4315 w 19484"/>
                <a:gd name="connsiteY2" fmla="*/ 1723 h 24346"/>
                <a:gd name="connsiteX3" fmla="*/ 8046 w 19484"/>
                <a:gd name="connsiteY3" fmla="*/ 91 h 24346"/>
                <a:gd name="connsiteX4" fmla="*/ 11661 w 19484"/>
                <a:gd name="connsiteY4" fmla="*/ 91 h 24346"/>
                <a:gd name="connsiteX5" fmla="*/ 16326 w 19484"/>
                <a:gd name="connsiteY5" fmla="*/ 1257 h 24346"/>
                <a:gd name="connsiteX6" fmla="*/ 18775 w 19484"/>
                <a:gd name="connsiteY6" fmla="*/ 4988 h 24346"/>
                <a:gd name="connsiteX7" fmla="*/ 19474 w 19484"/>
                <a:gd name="connsiteY7" fmla="*/ 11869 h 24346"/>
                <a:gd name="connsiteX8" fmla="*/ 19474 w 19484"/>
                <a:gd name="connsiteY8" fmla="*/ 24346 h 24346"/>
                <a:gd name="connsiteX9" fmla="*/ 15043 w 19484"/>
                <a:gd name="connsiteY9" fmla="*/ 24346 h 24346"/>
                <a:gd name="connsiteX10" fmla="*/ 15043 w 19484"/>
                <a:gd name="connsiteY10" fmla="*/ 11635 h 24346"/>
                <a:gd name="connsiteX11" fmla="*/ 15043 w 19484"/>
                <a:gd name="connsiteY11" fmla="*/ 6971 h 24346"/>
                <a:gd name="connsiteX12" fmla="*/ 13644 w 19484"/>
                <a:gd name="connsiteY12" fmla="*/ 4639 h 24346"/>
                <a:gd name="connsiteX13" fmla="*/ 10845 w 19484"/>
                <a:gd name="connsiteY13" fmla="*/ 3939 h 24346"/>
                <a:gd name="connsiteX14" fmla="*/ 5597 w 19484"/>
                <a:gd name="connsiteY14" fmla="*/ 4988 h 24346"/>
                <a:gd name="connsiteX15" fmla="*/ 4781 w 19484"/>
                <a:gd name="connsiteY15" fmla="*/ 4988 h 24346"/>
                <a:gd name="connsiteX16" fmla="*/ 4781 w 19484"/>
                <a:gd name="connsiteY16" fmla="*/ 24346 h 24346"/>
                <a:gd name="connsiteX17" fmla="*/ 350 w 19484"/>
                <a:gd name="connsiteY17" fmla="*/ 24346 h 24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484" h="24346">
                  <a:moveTo>
                    <a:pt x="0" y="207"/>
                  </a:moveTo>
                  <a:lnTo>
                    <a:pt x="4315" y="207"/>
                  </a:lnTo>
                  <a:lnTo>
                    <a:pt x="4315" y="1723"/>
                  </a:lnTo>
                  <a:lnTo>
                    <a:pt x="8046" y="91"/>
                  </a:lnTo>
                  <a:cubicBezTo>
                    <a:pt x="9248" y="-30"/>
                    <a:pt x="10459" y="-30"/>
                    <a:pt x="11661" y="91"/>
                  </a:cubicBezTo>
                  <a:cubicBezTo>
                    <a:pt x="13294" y="42"/>
                    <a:pt x="14908" y="446"/>
                    <a:pt x="16326" y="1257"/>
                  </a:cubicBezTo>
                  <a:cubicBezTo>
                    <a:pt x="17548" y="2181"/>
                    <a:pt x="18413" y="3499"/>
                    <a:pt x="18775" y="4988"/>
                  </a:cubicBezTo>
                  <a:cubicBezTo>
                    <a:pt x="19301" y="7242"/>
                    <a:pt x="19537" y="9555"/>
                    <a:pt x="19474" y="11869"/>
                  </a:cubicBezTo>
                  <a:lnTo>
                    <a:pt x="19474" y="24346"/>
                  </a:lnTo>
                  <a:lnTo>
                    <a:pt x="15043" y="24346"/>
                  </a:lnTo>
                  <a:lnTo>
                    <a:pt x="15043" y="11635"/>
                  </a:lnTo>
                  <a:cubicBezTo>
                    <a:pt x="15191" y="10084"/>
                    <a:pt x="15191" y="8522"/>
                    <a:pt x="15043" y="6971"/>
                  </a:cubicBezTo>
                  <a:cubicBezTo>
                    <a:pt x="14898" y="6041"/>
                    <a:pt x="14396" y="5204"/>
                    <a:pt x="13644" y="4639"/>
                  </a:cubicBezTo>
                  <a:cubicBezTo>
                    <a:pt x="12815" y="4100"/>
                    <a:pt x="11830" y="3853"/>
                    <a:pt x="10845" y="3939"/>
                  </a:cubicBezTo>
                  <a:cubicBezTo>
                    <a:pt x="9046" y="3959"/>
                    <a:pt x="7266" y="4315"/>
                    <a:pt x="5597" y="4988"/>
                  </a:cubicBezTo>
                  <a:lnTo>
                    <a:pt x="4781" y="4988"/>
                  </a:lnTo>
                  <a:lnTo>
                    <a:pt x="4781" y="24346"/>
                  </a:lnTo>
                  <a:lnTo>
                    <a:pt x="350" y="24346"/>
                  </a:ln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571D2371-542E-6343-AB2C-598D6E363314}"/>
                </a:ext>
              </a:extLst>
            </p:cNvPr>
            <p:cNvSpPr/>
            <p:nvPr/>
          </p:nvSpPr>
          <p:spPr>
            <a:xfrm>
              <a:off x="10932570" y="2009689"/>
              <a:ext cx="20105" cy="26045"/>
            </a:xfrm>
            <a:custGeom>
              <a:avLst/>
              <a:gdLst>
                <a:gd name="connsiteX0" fmla="*/ 2380 w 20105"/>
                <a:gd name="connsiteY0" fmla="*/ 22192 h 26045"/>
                <a:gd name="connsiteX1" fmla="*/ 48 w 20105"/>
                <a:gd name="connsiteY1" fmla="*/ 13097 h 26045"/>
                <a:gd name="connsiteX2" fmla="*/ 2614 w 20105"/>
                <a:gd name="connsiteY2" fmla="*/ 3301 h 26045"/>
                <a:gd name="connsiteX3" fmla="*/ 10310 w 20105"/>
                <a:gd name="connsiteY3" fmla="*/ 36 h 26045"/>
                <a:gd name="connsiteX4" fmla="*/ 20106 w 20105"/>
                <a:gd name="connsiteY4" fmla="*/ 11697 h 26045"/>
                <a:gd name="connsiteX5" fmla="*/ 20106 w 20105"/>
                <a:gd name="connsiteY5" fmla="*/ 14962 h 26045"/>
                <a:gd name="connsiteX6" fmla="*/ 4946 w 20105"/>
                <a:gd name="connsiteY6" fmla="*/ 14962 h 26045"/>
                <a:gd name="connsiteX7" fmla="*/ 5529 w 20105"/>
                <a:gd name="connsiteY7" fmla="*/ 18927 h 26045"/>
                <a:gd name="connsiteX8" fmla="*/ 7628 w 20105"/>
                <a:gd name="connsiteY8" fmla="*/ 21026 h 26045"/>
                <a:gd name="connsiteX9" fmla="*/ 11476 w 20105"/>
                <a:gd name="connsiteY9" fmla="*/ 21609 h 26045"/>
                <a:gd name="connsiteX10" fmla="*/ 18240 w 20105"/>
                <a:gd name="connsiteY10" fmla="*/ 21609 h 26045"/>
                <a:gd name="connsiteX11" fmla="*/ 19523 w 20105"/>
                <a:gd name="connsiteY11" fmla="*/ 21609 h 26045"/>
                <a:gd name="connsiteX12" fmla="*/ 19523 w 20105"/>
                <a:gd name="connsiteY12" fmla="*/ 25108 h 26045"/>
                <a:gd name="connsiteX13" fmla="*/ 10543 w 20105"/>
                <a:gd name="connsiteY13" fmla="*/ 26041 h 26045"/>
                <a:gd name="connsiteX14" fmla="*/ 2380 w 20105"/>
                <a:gd name="connsiteY14" fmla="*/ 22192 h 26045"/>
                <a:gd name="connsiteX15" fmla="*/ 15674 w 20105"/>
                <a:gd name="connsiteY15" fmla="*/ 10531 h 26045"/>
                <a:gd name="connsiteX16" fmla="*/ 14391 w 20105"/>
                <a:gd name="connsiteY16" fmla="*/ 5050 h 26045"/>
                <a:gd name="connsiteX17" fmla="*/ 10310 w 20105"/>
                <a:gd name="connsiteY17" fmla="*/ 3418 h 26045"/>
                <a:gd name="connsiteX18" fmla="*/ 5995 w 20105"/>
                <a:gd name="connsiteY18" fmla="*/ 5167 h 26045"/>
                <a:gd name="connsiteX19" fmla="*/ 4479 w 20105"/>
                <a:gd name="connsiteY19" fmla="*/ 10531 h 2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105" h="26045">
                  <a:moveTo>
                    <a:pt x="2380" y="22192"/>
                  </a:moveTo>
                  <a:cubicBezTo>
                    <a:pt x="629" y="19497"/>
                    <a:pt x="-190" y="16302"/>
                    <a:pt x="48" y="13097"/>
                  </a:cubicBezTo>
                  <a:cubicBezTo>
                    <a:pt x="-226" y="9636"/>
                    <a:pt x="678" y="6183"/>
                    <a:pt x="2614" y="3301"/>
                  </a:cubicBezTo>
                  <a:cubicBezTo>
                    <a:pt x="4472" y="995"/>
                    <a:pt x="7360" y="-230"/>
                    <a:pt x="10310" y="36"/>
                  </a:cubicBezTo>
                  <a:cubicBezTo>
                    <a:pt x="16840" y="36"/>
                    <a:pt x="20106" y="3767"/>
                    <a:pt x="20106" y="11697"/>
                  </a:cubicBezTo>
                  <a:lnTo>
                    <a:pt x="20106" y="14962"/>
                  </a:lnTo>
                  <a:lnTo>
                    <a:pt x="4946" y="14962"/>
                  </a:lnTo>
                  <a:cubicBezTo>
                    <a:pt x="4910" y="16308"/>
                    <a:pt x="5107" y="17649"/>
                    <a:pt x="5529" y="18927"/>
                  </a:cubicBezTo>
                  <a:cubicBezTo>
                    <a:pt x="5974" y="19842"/>
                    <a:pt x="6713" y="20581"/>
                    <a:pt x="7628" y="21026"/>
                  </a:cubicBezTo>
                  <a:cubicBezTo>
                    <a:pt x="8869" y="21435"/>
                    <a:pt x="10170" y="21632"/>
                    <a:pt x="11476" y="21609"/>
                  </a:cubicBezTo>
                  <a:lnTo>
                    <a:pt x="18240" y="21609"/>
                  </a:lnTo>
                  <a:lnTo>
                    <a:pt x="19523" y="21609"/>
                  </a:lnTo>
                  <a:lnTo>
                    <a:pt x="19523" y="25108"/>
                  </a:lnTo>
                  <a:cubicBezTo>
                    <a:pt x="16556" y="25632"/>
                    <a:pt x="13555" y="25944"/>
                    <a:pt x="10543" y="26041"/>
                  </a:cubicBezTo>
                  <a:cubicBezTo>
                    <a:pt x="7362" y="26143"/>
                    <a:pt x="4326" y="24711"/>
                    <a:pt x="2380" y="22192"/>
                  </a:cubicBezTo>
                  <a:close/>
                  <a:moveTo>
                    <a:pt x="15674" y="10531"/>
                  </a:moveTo>
                  <a:cubicBezTo>
                    <a:pt x="15829" y="8615"/>
                    <a:pt x="15380" y="6699"/>
                    <a:pt x="14391" y="5050"/>
                  </a:cubicBezTo>
                  <a:cubicBezTo>
                    <a:pt x="13377" y="3876"/>
                    <a:pt x="11855" y="3267"/>
                    <a:pt x="10310" y="3418"/>
                  </a:cubicBezTo>
                  <a:cubicBezTo>
                    <a:pt x="8675" y="3277"/>
                    <a:pt x="7071" y="3927"/>
                    <a:pt x="5995" y="5167"/>
                  </a:cubicBezTo>
                  <a:cubicBezTo>
                    <a:pt x="4926" y="6745"/>
                    <a:pt x="4395" y="8627"/>
                    <a:pt x="4479" y="10531"/>
                  </a:cubicBez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2445927F-39C2-0641-8D66-972A8572DAAF}"/>
                </a:ext>
              </a:extLst>
            </p:cNvPr>
            <p:cNvSpPr/>
            <p:nvPr/>
          </p:nvSpPr>
          <p:spPr>
            <a:xfrm>
              <a:off x="10956174" y="1999576"/>
              <a:ext cx="14459" cy="34871"/>
            </a:xfrm>
            <a:custGeom>
              <a:avLst/>
              <a:gdLst>
                <a:gd name="connsiteX0" fmla="*/ 2799 w 14459"/>
                <a:gd name="connsiteY0" fmla="*/ 14581 h 34871"/>
                <a:gd name="connsiteX1" fmla="*/ 0 w 14459"/>
                <a:gd name="connsiteY1" fmla="*/ 14581 h 34871"/>
                <a:gd name="connsiteX2" fmla="*/ 0 w 14459"/>
                <a:gd name="connsiteY2" fmla="*/ 10733 h 34871"/>
                <a:gd name="connsiteX3" fmla="*/ 2799 w 14459"/>
                <a:gd name="connsiteY3" fmla="*/ 10733 h 34871"/>
                <a:gd name="connsiteX4" fmla="*/ 2799 w 14459"/>
                <a:gd name="connsiteY4" fmla="*/ 8867 h 34871"/>
                <a:gd name="connsiteX5" fmla="*/ 3498 w 14459"/>
                <a:gd name="connsiteY5" fmla="*/ 3503 h 34871"/>
                <a:gd name="connsiteX6" fmla="*/ 5481 w 14459"/>
                <a:gd name="connsiteY6" fmla="*/ 820 h 34871"/>
                <a:gd name="connsiteX7" fmla="*/ 9446 w 14459"/>
                <a:gd name="connsiteY7" fmla="*/ 4 h 34871"/>
                <a:gd name="connsiteX8" fmla="*/ 14460 w 14459"/>
                <a:gd name="connsiteY8" fmla="*/ 4 h 34871"/>
                <a:gd name="connsiteX9" fmla="*/ 14460 w 14459"/>
                <a:gd name="connsiteY9" fmla="*/ 3619 h 34871"/>
                <a:gd name="connsiteX10" fmla="*/ 10029 w 14459"/>
                <a:gd name="connsiteY10" fmla="*/ 3619 h 34871"/>
                <a:gd name="connsiteX11" fmla="*/ 7930 w 14459"/>
                <a:gd name="connsiteY11" fmla="*/ 4902 h 34871"/>
                <a:gd name="connsiteX12" fmla="*/ 7347 w 14459"/>
                <a:gd name="connsiteY12" fmla="*/ 8634 h 34871"/>
                <a:gd name="connsiteX13" fmla="*/ 7347 w 14459"/>
                <a:gd name="connsiteY13" fmla="*/ 10383 h 34871"/>
                <a:gd name="connsiteX14" fmla="*/ 13877 w 14459"/>
                <a:gd name="connsiteY14" fmla="*/ 10383 h 34871"/>
                <a:gd name="connsiteX15" fmla="*/ 13877 w 14459"/>
                <a:gd name="connsiteY15" fmla="*/ 14231 h 34871"/>
                <a:gd name="connsiteX16" fmla="*/ 7347 w 14459"/>
                <a:gd name="connsiteY16" fmla="*/ 14231 h 34871"/>
                <a:gd name="connsiteX17" fmla="*/ 7347 w 14459"/>
                <a:gd name="connsiteY17" fmla="*/ 34872 h 34871"/>
                <a:gd name="connsiteX18" fmla="*/ 2799 w 14459"/>
                <a:gd name="connsiteY18" fmla="*/ 34872 h 3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459" h="34871">
                  <a:moveTo>
                    <a:pt x="2799" y="14581"/>
                  </a:moveTo>
                  <a:lnTo>
                    <a:pt x="0" y="14581"/>
                  </a:lnTo>
                  <a:lnTo>
                    <a:pt x="0" y="10733"/>
                  </a:lnTo>
                  <a:lnTo>
                    <a:pt x="2799" y="10733"/>
                  </a:lnTo>
                  <a:lnTo>
                    <a:pt x="2799" y="8867"/>
                  </a:lnTo>
                  <a:cubicBezTo>
                    <a:pt x="2736" y="7052"/>
                    <a:pt x="2973" y="5240"/>
                    <a:pt x="3498" y="3503"/>
                  </a:cubicBezTo>
                  <a:cubicBezTo>
                    <a:pt x="3806" y="2395"/>
                    <a:pt x="4512" y="1440"/>
                    <a:pt x="5481" y="820"/>
                  </a:cubicBezTo>
                  <a:cubicBezTo>
                    <a:pt x="6720" y="242"/>
                    <a:pt x="8078" y="-38"/>
                    <a:pt x="9446" y="4"/>
                  </a:cubicBezTo>
                  <a:lnTo>
                    <a:pt x="14460" y="4"/>
                  </a:lnTo>
                  <a:lnTo>
                    <a:pt x="14460" y="3619"/>
                  </a:lnTo>
                  <a:lnTo>
                    <a:pt x="10029" y="3619"/>
                  </a:lnTo>
                  <a:cubicBezTo>
                    <a:pt x="9126" y="3549"/>
                    <a:pt x="8279" y="4066"/>
                    <a:pt x="7930" y="4902"/>
                  </a:cubicBezTo>
                  <a:cubicBezTo>
                    <a:pt x="7455" y="6085"/>
                    <a:pt x="7255" y="7362"/>
                    <a:pt x="7347" y="8634"/>
                  </a:cubicBezTo>
                  <a:lnTo>
                    <a:pt x="7347" y="10383"/>
                  </a:lnTo>
                  <a:lnTo>
                    <a:pt x="13877" y="10383"/>
                  </a:lnTo>
                  <a:lnTo>
                    <a:pt x="13877" y="14231"/>
                  </a:lnTo>
                  <a:lnTo>
                    <a:pt x="7347" y="14231"/>
                  </a:lnTo>
                  <a:lnTo>
                    <a:pt x="7347" y="34872"/>
                  </a:lnTo>
                  <a:lnTo>
                    <a:pt x="2799" y="34872"/>
                  </a:ln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63EBAFE5-5C11-0F45-BB17-856C7333273C}"/>
                </a:ext>
              </a:extLst>
            </p:cNvPr>
            <p:cNvSpPr/>
            <p:nvPr/>
          </p:nvSpPr>
          <p:spPr>
            <a:xfrm>
              <a:off x="10974133" y="2000746"/>
              <a:ext cx="4431" cy="32885"/>
            </a:xfrm>
            <a:custGeom>
              <a:avLst/>
              <a:gdLst>
                <a:gd name="connsiteX0" fmla="*/ 0 w 4431"/>
                <a:gd name="connsiteY0" fmla="*/ 0 h 32885"/>
                <a:gd name="connsiteX1" fmla="*/ 4431 w 4431"/>
                <a:gd name="connsiteY1" fmla="*/ 0 h 32885"/>
                <a:gd name="connsiteX2" fmla="*/ 4431 w 4431"/>
                <a:gd name="connsiteY2" fmla="*/ 4898 h 32885"/>
                <a:gd name="connsiteX3" fmla="*/ 0 w 4431"/>
                <a:gd name="connsiteY3" fmla="*/ 4898 h 32885"/>
                <a:gd name="connsiteX4" fmla="*/ 0 w 4431"/>
                <a:gd name="connsiteY4" fmla="*/ 9562 h 32885"/>
                <a:gd name="connsiteX5" fmla="*/ 4431 w 4431"/>
                <a:gd name="connsiteY5" fmla="*/ 9562 h 32885"/>
                <a:gd name="connsiteX6" fmla="*/ 4431 w 4431"/>
                <a:gd name="connsiteY6" fmla="*/ 32885 h 32885"/>
                <a:gd name="connsiteX7" fmla="*/ 0 w 4431"/>
                <a:gd name="connsiteY7" fmla="*/ 32885 h 3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31" h="32885">
                  <a:moveTo>
                    <a:pt x="0" y="0"/>
                  </a:moveTo>
                  <a:lnTo>
                    <a:pt x="4431" y="0"/>
                  </a:lnTo>
                  <a:lnTo>
                    <a:pt x="4431" y="4898"/>
                  </a:lnTo>
                  <a:lnTo>
                    <a:pt x="0" y="4898"/>
                  </a:lnTo>
                  <a:close/>
                  <a:moveTo>
                    <a:pt x="0" y="9562"/>
                  </a:moveTo>
                  <a:lnTo>
                    <a:pt x="4431" y="9562"/>
                  </a:lnTo>
                  <a:lnTo>
                    <a:pt x="4431" y="32885"/>
                  </a:lnTo>
                  <a:lnTo>
                    <a:pt x="0" y="32885"/>
                  </a:ln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0E967AAF-3D7B-E342-BCAB-0DEA52DAF09B}"/>
                </a:ext>
              </a:extLst>
            </p:cNvPr>
            <p:cNvSpPr/>
            <p:nvPr/>
          </p:nvSpPr>
          <p:spPr>
            <a:xfrm>
              <a:off x="10982529" y="2003778"/>
              <a:ext cx="14576" cy="31222"/>
            </a:xfrm>
            <a:custGeom>
              <a:avLst/>
              <a:gdLst>
                <a:gd name="connsiteX0" fmla="*/ 5831 w 14576"/>
                <a:gd name="connsiteY0" fmla="*/ 30669 h 31222"/>
                <a:gd name="connsiteX1" fmla="*/ 3732 w 14576"/>
                <a:gd name="connsiteY1" fmla="*/ 27987 h 31222"/>
                <a:gd name="connsiteX2" fmla="*/ 3149 w 14576"/>
                <a:gd name="connsiteY2" fmla="*/ 22623 h 31222"/>
                <a:gd name="connsiteX3" fmla="*/ 3149 w 14576"/>
                <a:gd name="connsiteY3" fmla="*/ 10962 h 31222"/>
                <a:gd name="connsiteX4" fmla="*/ 0 w 14576"/>
                <a:gd name="connsiteY4" fmla="*/ 10962 h 31222"/>
                <a:gd name="connsiteX5" fmla="*/ 0 w 14576"/>
                <a:gd name="connsiteY5" fmla="*/ 7113 h 31222"/>
                <a:gd name="connsiteX6" fmla="*/ 3149 w 14576"/>
                <a:gd name="connsiteY6" fmla="*/ 7113 h 31222"/>
                <a:gd name="connsiteX7" fmla="*/ 3149 w 14576"/>
                <a:gd name="connsiteY7" fmla="*/ 0 h 31222"/>
                <a:gd name="connsiteX8" fmla="*/ 7580 w 14576"/>
                <a:gd name="connsiteY8" fmla="*/ 0 h 31222"/>
                <a:gd name="connsiteX9" fmla="*/ 7580 w 14576"/>
                <a:gd name="connsiteY9" fmla="*/ 7113 h 31222"/>
                <a:gd name="connsiteX10" fmla="*/ 14577 w 14576"/>
                <a:gd name="connsiteY10" fmla="*/ 7113 h 31222"/>
                <a:gd name="connsiteX11" fmla="*/ 14577 w 14576"/>
                <a:gd name="connsiteY11" fmla="*/ 10962 h 31222"/>
                <a:gd name="connsiteX12" fmla="*/ 7580 w 14576"/>
                <a:gd name="connsiteY12" fmla="*/ 10962 h 31222"/>
                <a:gd name="connsiteX13" fmla="*/ 7580 w 14576"/>
                <a:gd name="connsiteY13" fmla="*/ 21807 h 31222"/>
                <a:gd name="connsiteX14" fmla="*/ 7580 w 14576"/>
                <a:gd name="connsiteY14" fmla="*/ 25189 h 31222"/>
                <a:gd name="connsiteX15" fmla="*/ 8280 w 14576"/>
                <a:gd name="connsiteY15" fmla="*/ 26938 h 31222"/>
                <a:gd name="connsiteX16" fmla="*/ 10379 w 14576"/>
                <a:gd name="connsiteY16" fmla="*/ 27521 h 31222"/>
                <a:gd name="connsiteX17" fmla="*/ 14343 w 14576"/>
                <a:gd name="connsiteY17" fmla="*/ 27521 h 31222"/>
                <a:gd name="connsiteX18" fmla="*/ 14343 w 14576"/>
                <a:gd name="connsiteY18" fmla="*/ 31136 h 31222"/>
                <a:gd name="connsiteX19" fmla="*/ 9212 w 14576"/>
                <a:gd name="connsiteY19" fmla="*/ 31136 h 31222"/>
                <a:gd name="connsiteX20" fmla="*/ 5831 w 14576"/>
                <a:gd name="connsiteY20" fmla="*/ 30669 h 31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576" h="31222">
                  <a:moveTo>
                    <a:pt x="5831" y="30669"/>
                  </a:moveTo>
                  <a:cubicBezTo>
                    <a:pt x="4810" y="30081"/>
                    <a:pt x="4058" y="29119"/>
                    <a:pt x="3732" y="27987"/>
                  </a:cubicBezTo>
                  <a:cubicBezTo>
                    <a:pt x="3305" y="26232"/>
                    <a:pt x="3109" y="24429"/>
                    <a:pt x="3149" y="22623"/>
                  </a:cubicBezTo>
                  <a:lnTo>
                    <a:pt x="3149" y="10962"/>
                  </a:lnTo>
                  <a:lnTo>
                    <a:pt x="0" y="10962"/>
                  </a:lnTo>
                  <a:lnTo>
                    <a:pt x="0" y="7113"/>
                  </a:lnTo>
                  <a:lnTo>
                    <a:pt x="3149" y="7113"/>
                  </a:lnTo>
                  <a:lnTo>
                    <a:pt x="3149" y="0"/>
                  </a:lnTo>
                  <a:lnTo>
                    <a:pt x="7580" y="0"/>
                  </a:lnTo>
                  <a:lnTo>
                    <a:pt x="7580" y="7113"/>
                  </a:lnTo>
                  <a:lnTo>
                    <a:pt x="14577" y="7113"/>
                  </a:lnTo>
                  <a:lnTo>
                    <a:pt x="14577" y="10962"/>
                  </a:lnTo>
                  <a:lnTo>
                    <a:pt x="7580" y="10962"/>
                  </a:lnTo>
                  <a:lnTo>
                    <a:pt x="7580" y="21807"/>
                  </a:lnTo>
                  <a:cubicBezTo>
                    <a:pt x="7492" y="22932"/>
                    <a:pt x="7492" y="24063"/>
                    <a:pt x="7580" y="25189"/>
                  </a:cubicBezTo>
                  <a:cubicBezTo>
                    <a:pt x="7622" y="25831"/>
                    <a:pt x="7867" y="26444"/>
                    <a:pt x="8280" y="26938"/>
                  </a:cubicBezTo>
                  <a:cubicBezTo>
                    <a:pt x="8899" y="27351"/>
                    <a:pt x="9635" y="27555"/>
                    <a:pt x="10379" y="27521"/>
                  </a:cubicBezTo>
                  <a:lnTo>
                    <a:pt x="14343" y="27521"/>
                  </a:lnTo>
                  <a:lnTo>
                    <a:pt x="14343" y="31136"/>
                  </a:lnTo>
                  <a:cubicBezTo>
                    <a:pt x="12635" y="31252"/>
                    <a:pt x="10921" y="31252"/>
                    <a:pt x="9212" y="31136"/>
                  </a:cubicBezTo>
                  <a:cubicBezTo>
                    <a:pt x="8064" y="31244"/>
                    <a:pt x="6907" y="31084"/>
                    <a:pt x="5831" y="30669"/>
                  </a:cubicBez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E7FB374B-EACA-E04F-91D9-0EFBF88C6A75}"/>
                </a:ext>
              </a:extLst>
            </p:cNvPr>
            <p:cNvSpPr/>
            <p:nvPr/>
          </p:nvSpPr>
          <p:spPr>
            <a:xfrm>
              <a:off x="11012615" y="2001289"/>
              <a:ext cx="23322" cy="32924"/>
            </a:xfrm>
            <a:custGeom>
              <a:avLst/>
              <a:gdLst>
                <a:gd name="connsiteX0" fmla="*/ 0 w 23322"/>
                <a:gd name="connsiteY0" fmla="*/ 40 h 32924"/>
                <a:gd name="connsiteX1" fmla="*/ 12361 w 23322"/>
                <a:gd name="connsiteY1" fmla="*/ 40 h 32924"/>
                <a:gd name="connsiteX2" fmla="*/ 20524 w 23322"/>
                <a:gd name="connsiteY2" fmla="*/ 2489 h 32924"/>
                <a:gd name="connsiteX3" fmla="*/ 23206 w 23322"/>
                <a:gd name="connsiteY3" fmla="*/ 10185 h 32924"/>
                <a:gd name="connsiteX4" fmla="*/ 17492 w 23322"/>
                <a:gd name="connsiteY4" fmla="*/ 19748 h 32924"/>
                <a:gd name="connsiteX5" fmla="*/ 23323 w 23322"/>
                <a:gd name="connsiteY5" fmla="*/ 32925 h 32924"/>
                <a:gd name="connsiteX6" fmla="*/ 18308 w 23322"/>
                <a:gd name="connsiteY6" fmla="*/ 32925 h 32924"/>
                <a:gd name="connsiteX7" fmla="*/ 13061 w 23322"/>
                <a:gd name="connsiteY7" fmla="*/ 21263 h 32924"/>
                <a:gd name="connsiteX8" fmla="*/ 4664 w 23322"/>
                <a:gd name="connsiteY8" fmla="*/ 21263 h 32924"/>
                <a:gd name="connsiteX9" fmla="*/ 4664 w 23322"/>
                <a:gd name="connsiteY9" fmla="*/ 32925 h 32924"/>
                <a:gd name="connsiteX10" fmla="*/ 0 w 23322"/>
                <a:gd name="connsiteY10" fmla="*/ 32925 h 32924"/>
                <a:gd name="connsiteX11" fmla="*/ 12361 w 23322"/>
                <a:gd name="connsiteY11" fmla="*/ 16832 h 32924"/>
                <a:gd name="connsiteX12" fmla="*/ 16909 w 23322"/>
                <a:gd name="connsiteY12" fmla="*/ 15083 h 32924"/>
                <a:gd name="connsiteX13" fmla="*/ 18542 w 23322"/>
                <a:gd name="connsiteY13" fmla="*/ 10302 h 32924"/>
                <a:gd name="connsiteX14" fmla="*/ 16909 w 23322"/>
                <a:gd name="connsiteY14" fmla="*/ 5637 h 32924"/>
                <a:gd name="connsiteX15" fmla="*/ 12361 w 23322"/>
                <a:gd name="connsiteY15" fmla="*/ 4005 h 32924"/>
                <a:gd name="connsiteX16" fmla="*/ 4664 w 23322"/>
                <a:gd name="connsiteY16" fmla="*/ 4005 h 32924"/>
                <a:gd name="connsiteX17" fmla="*/ 4664 w 23322"/>
                <a:gd name="connsiteY17" fmla="*/ 16832 h 32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322" h="32924">
                  <a:moveTo>
                    <a:pt x="0" y="40"/>
                  </a:moveTo>
                  <a:lnTo>
                    <a:pt x="12361" y="40"/>
                  </a:lnTo>
                  <a:cubicBezTo>
                    <a:pt x="15293" y="-203"/>
                    <a:pt x="18210" y="672"/>
                    <a:pt x="20524" y="2489"/>
                  </a:cubicBezTo>
                  <a:cubicBezTo>
                    <a:pt x="22418" y="4588"/>
                    <a:pt x="23385" y="7363"/>
                    <a:pt x="23206" y="10185"/>
                  </a:cubicBezTo>
                  <a:cubicBezTo>
                    <a:pt x="23704" y="14303"/>
                    <a:pt x="21354" y="18236"/>
                    <a:pt x="17492" y="19748"/>
                  </a:cubicBezTo>
                  <a:lnTo>
                    <a:pt x="23323" y="32925"/>
                  </a:lnTo>
                  <a:lnTo>
                    <a:pt x="18308" y="32925"/>
                  </a:lnTo>
                  <a:lnTo>
                    <a:pt x="13061" y="21263"/>
                  </a:lnTo>
                  <a:lnTo>
                    <a:pt x="4664" y="21263"/>
                  </a:lnTo>
                  <a:lnTo>
                    <a:pt x="4664" y="32925"/>
                  </a:lnTo>
                  <a:lnTo>
                    <a:pt x="0" y="32925"/>
                  </a:lnTo>
                  <a:close/>
                  <a:moveTo>
                    <a:pt x="12361" y="16832"/>
                  </a:moveTo>
                  <a:cubicBezTo>
                    <a:pt x="14067" y="16992"/>
                    <a:pt x="15750" y="16345"/>
                    <a:pt x="16909" y="15083"/>
                  </a:cubicBezTo>
                  <a:cubicBezTo>
                    <a:pt x="18072" y="13773"/>
                    <a:pt x="18661" y="12050"/>
                    <a:pt x="18542" y="10302"/>
                  </a:cubicBezTo>
                  <a:cubicBezTo>
                    <a:pt x="18656" y="8589"/>
                    <a:pt x="18066" y="6905"/>
                    <a:pt x="16909" y="5637"/>
                  </a:cubicBezTo>
                  <a:cubicBezTo>
                    <a:pt x="15718" y="4433"/>
                    <a:pt x="14046" y="3833"/>
                    <a:pt x="12361" y="4005"/>
                  </a:cubicBezTo>
                  <a:lnTo>
                    <a:pt x="4664" y="4005"/>
                  </a:lnTo>
                  <a:lnTo>
                    <a:pt x="4664" y="16832"/>
                  </a:ln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392F36D2-E919-9F45-888C-1D9A43241547}"/>
                </a:ext>
              </a:extLst>
            </p:cNvPr>
            <p:cNvSpPr/>
            <p:nvPr/>
          </p:nvSpPr>
          <p:spPr>
            <a:xfrm>
              <a:off x="11039978" y="2009695"/>
              <a:ext cx="20099" cy="26035"/>
            </a:xfrm>
            <a:custGeom>
              <a:avLst/>
              <a:gdLst>
                <a:gd name="connsiteX0" fmla="*/ 2374 w 20099"/>
                <a:gd name="connsiteY0" fmla="*/ 22187 h 26035"/>
                <a:gd name="connsiteX1" fmla="*/ 42 w 20099"/>
                <a:gd name="connsiteY1" fmla="*/ 13091 h 26035"/>
                <a:gd name="connsiteX2" fmla="*/ 2491 w 20099"/>
                <a:gd name="connsiteY2" fmla="*/ 3296 h 26035"/>
                <a:gd name="connsiteX3" fmla="*/ 10304 w 20099"/>
                <a:gd name="connsiteY3" fmla="*/ 31 h 26035"/>
                <a:gd name="connsiteX4" fmla="*/ 20099 w 20099"/>
                <a:gd name="connsiteY4" fmla="*/ 11692 h 26035"/>
                <a:gd name="connsiteX5" fmla="*/ 20099 w 20099"/>
                <a:gd name="connsiteY5" fmla="*/ 14957 h 26035"/>
                <a:gd name="connsiteX6" fmla="*/ 4939 w 20099"/>
                <a:gd name="connsiteY6" fmla="*/ 14957 h 26035"/>
                <a:gd name="connsiteX7" fmla="*/ 4939 w 20099"/>
                <a:gd name="connsiteY7" fmla="*/ 18922 h 26035"/>
                <a:gd name="connsiteX8" fmla="*/ 6922 w 20099"/>
                <a:gd name="connsiteY8" fmla="*/ 21021 h 26035"/>
                <a:gd name="connsiteX9" fmla="*/ 10887 w 20099"/>
                <a:gd name="connsiteY9" fmla="*/ 21604 h 26035"/>
                <a:gd name="connsiteX10" fmla="*/ 17534 w 20099"/>
                <a:gd name="connsiteY10" fmla="*/ 21604 h 26035"/>
                <a:gd name="connsiteX11" fmla="*/ 18933 w 20099"/>
                <a:gd name="connsiteY11" fmla="*/ 21604 h 26035"/>
                <a:gd name="connsiteX12" fmla="*/ 18933 w 20099"/>
                <a:gd name="connsiteY12" fmla="*/ 25103 h 26035"/>
                <a:gd name="connsiteX13" fmla="*/ 9837 w 20099"/>
                <a:gd name="connsiteY13" fmla="*/ 26036 h 26035"/>
                <a:gd name="connsiteX14" fmla="*/ 2374 w 20099"/>
                <a:gd name="connsiteY14" fmla="*/ 22187 h 26035"/>
                <a:gd name="connsiteX15" fmla="*/ 15668 w 20099"/>
                <a:gd name="connsiteY15" fmla="*/ 10526 h 26035"/>
                <a:gd name="connsiteX16" fmla="*/ 14385 w 20099"/>
                <a:gd name="connsiteY16" fmla="*/ 5045 h 26035"/>
                <a:gd name="connsiteX17" fmla="*/ 10304 w 20099"/>
                <a:gd name="connsiteY17" fmla="*/ 3412 h 26035"/>
                <a:gd name="connsiteX18" fmla="*/ 5872 w 20099"/>
                <a:gd name="connsiteY18" fmla="*/ 5162 h 26035"/>
                <a:gd name="connsiteX19" fmla="*/ 4473 w 20099"/>
                <a:gd name="connsiteY19" fmla="*/ 10526 h 26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099" h="26035">
                  <a:moveTo>
                    <a:pt x="2374" y="22187"/>
                  </a:moveTo>
                  <a:cubicBezTo>
                    <a:pt x="623" y="19492"/>
                    <a:pt x="-197" y="16297"/>
                    <a:pt x="42" y="13091"/>
                  </a:cubicBezTo>
                  <a:cubicBezTo>
                    <a:pt x="-206" y="9649"/>
                    <a:pt x="652" y="6217"/>
                    <a:pt x="2491" y="3296"/>
                  </a:cubicBezTo>
                  <a:cubicBezTo>
                    <a:pt x="4411" y="1004"/>
                    <a:pt x="7324" y="-213"/>
                    <a:pt x="10304" y="31"/>
                  </a:cubicBezTo>
                  <a:cubicBezTo>
                    <a:pt x="16834" y="31"/>
                    <a:pt x="20099" y="3762"/>
                    <a:pt x="20099" y="11692"/>
                  </a:cubicBezTo>
                  <a:lnTo>
                    <a:pt x="20099" y="14957"/>
                  </a:lnTo>
                  <a:lnTo>
                    <a:pt x="4939" y="14957"/>
                  </a:lnTo>
                  <a:cubicBezTo>
                    <a:pt x="4713" y="16269"/>
                    <a:pt x="4713" y="17610"/>
                    <a:pt x="4939" y="18922"/>
                  </a:cubicBezTo>
                  <a:cubicBezTo>
                    <a:pt x="5374" y="19805"/>
                    <a:pt x="6065" y="20537"/>
                    <a:pt x="6922" y="21021"/>
                  </a:cubicBezTo>
                  <a:cubicBezTo>
                    <a:pt x="8200" y="21443"/>
                    <a:pt x="9541" y="21640"/>
                    <a:pt x="10887" y="21604"/>
                  </a:cubicBezTo>
                  <a:lnTo>
                    <a:pt x="17534" y="21604"/>
                  </a:lnTo>
                  <a:lnTo>
                    <a:pt x="18933" y="21604"/>
                  </a:lnTo>
                  <a:lnTo>
                    <a:pt x="18933" y="25103"/>
                  </a:lnTo>
                  <a:cubicBezTo>
                    <a:pt x="15928" y="25634"/>
                    <a:pt x="12888" y="25945"/>
                    <a:pt x="9837" y="26036"/>
                  </a:cubicBezTo>
                  <a:cubicBezTo>
                    <a:pt x="6894" y="25955"/>
                    <a:pt x="4147" y="24539"/>
                    <a:pt x="2374" y="22187"/>
                  </a:cubicBezTo>
                  <a:close/>
                  <a:moveTo>
                    <a:pt x="15668" y="10526"/>
                  </a:moveTo>
                  <a:cubicBezTo>
                    <a:pt x="15823" y="8610"/>
                    <a:pt x="15374" y="6694"/>
                    <a:pt x="14385" y="5045"/>
                  </a:cubicBezTo>
                  <a:cubicBezTo>
                    <a:pt x="13359" y="3887"/>
                    <a:pt x="11846" y="3281"/>
                    <a:pt x="10304" y="3412"/>
                  </a:cubicBezTo>
                  <a:cubicBezTo>
                    <a:pt x="8634" y="3272"/>
                    <a:pt x="6995" y="3919"/>
                    <a:pt x="5872" y="5162"/>
                  </a:cubicBezTo>
                  <a:cubicBezTo>
                    <a:pt x="4794" y="6732"/>
                    <a:pt x="4299" y="8629"/>
                    <a:pt x="4473" y="10526"/>
                  </a:cubicBez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7AD27CE8-94D8-A049-A618-CFAFA92AB90B}"/>
                </a:ext>
              </a:extLst>
            </p:cNvPr>
            <p:cNvSpPr/>
            <p:nvPr/>
          </p:nvSpPr>
          <p:spPr>
            <a:xfrm>
              <a:off x="11063777" y="2009935"/>
              <a:ext cx="21372" cy="24997"/>
            </a:xfrm>
            <a:custGeom>
              <a:avLst/>
              <a:gdLst>
                <a:gd name="connsiteX0" fmla="*/ 1781 w 21372"/>
                <a:gd name="connsiteY0" fmla="*/ 22879 h 24997"/>
                <a:gd name="connsiteX1" fmla="*/ 32 w 21372"/>
                <a:gd name="connsiteY1" fmla="*/ 17399 h 24997"/>
                <a:gd name="connsiteX2" fmla="*/ 1898 w 21372"/>
                <a:gd name="connsiteY2" fmla="*/ 12151 h 24997"/>
                <a:gd name="connsiteX3" fmla="*/ 7612 w 21372"/>
                <a:gd name="connsiteY3" fmla="*/ 10169 h 24997"/>
                <a:gd name="connsiteX4" fmla="*/ 14375 w 21372"/>
                <a:gd name="connsiteY4" fmla="*/ 9469 h 24997"/>
                <a:gd name="connsiteX5" fmla="*/ 14375 w 21372"/>
                <a:gd name="connsiteY5" fmla="*/ 7603 h 24997"/>
                <a:gd name="connsiteX6" fmla="*/ 13559 w 21372"/>
                <a:gd name="connsiteY6" fmla="*/ 4571 h 24997"/>
                <a:gd name="connsiteX7" fmla="*/ 10877 w 21372"/>
                <a:gd name="connsiteY7" fmla="*/ 3638 h 24997"/>
                <a:gd name="connsiteX8" fmla="*/ 1548 w 21372"/>
                <a:gd name="connsiteY8" fmla="*/ 4221 h 24997"/>
                <a:gd name="connsiteX9" fmla="*/ 1548 w 21372"/>
                <a:gd name="connsiteY9" fmla="*/ 1189 h 24997"/>
                <a:gd name="connsiteX10" fmla="*/ 10993 w 21372"/>
                <a:gd name="connsiteY10" fmla="*/ 23 h 24997"/>
                <a:gd name="connsiteX11" fmla="*/ 17057 w 21372"/>
                <a:gd name="connsiteY11" fmla="*/ 1889 h 24997"/>
                <a:gd name="connsiteX12" fmla="*/ 19040 w 21372"/>
                <a:gd name="connsiteY12" fmla="*/ 7836 h 24997"/>
                <a:gd name="connsiteX13" fmla="*/ 19040 w 21372"/>
                <a:gd name="connsiteY13" fmla="*/ 19498 h 24997"/>
                <a:gd name="connsiteX14" fmla="*/ 19623 w 21372"/>
                <a:gd name="connsiteY14" fmla="*/ 21014 h 24997"/>
                <a:gd name="connsiteX15" fmla="*/ 21372 w 21372"/>
                <a:gd name="connsiteY15" fmla="*/ 21713 h 24997"/>
                <a:gd name="connsiteX16" fmla="*/ 21372 w 21372"/>
                <a:gd name="connsiteY16" fmla="*/ 24512 h 24997"/>
                <a:gd name="connsiteX17" fmla="*/ 17874 w 21372"/>
                <a:gd name="connsiteY17" fmla="*/ 24512 h 24997"/>
                <a:gd name="connsiteX18" fmla="*/ 15308 w 21372"/>
                <a:gd name="connsiteY18" fmla="*/ 23113 h 24997"/>
                <a:gd name="connsiteX19" fmla="*/ 7145 w 21372"/>
                <a:gd name="connsiteY19" fmla="*/ 24978 h 24997"/>
                <a:gd name="connsiteX20" fmla="*/ 1781 w 21372"/>
                <a:gd name="connsiteY20" fmla="*/ 22879 h 24997"/>
                <a:gd name="connsiteX21" fmla="*/ 13442 w 21372"/>
                <a:gd name="connsiteY21" fmla="*/ 20081 h 24997"/>
                <a:gd name="connsiteX22" fmla="*/ 14375 w 21372"/>
                <a:gd name="connsiteY22" fmla="*/ 20081 h 24997"/>
                <a:gd name="connsiteX23" fmla="*/ 14375 w 21372"/>
                <a:gd name="connsiteY23" fmla="*/ 12851 h 24997"/>
                <a:gd name="connsiteX24" fmla="*/ 8195 w 21372"/>
                <a:gd name="connsiteY24" fmla="*/ 13434 h 24997"/>
                <a:gd name="connsiteX25" fmla="*/ 5513 w 21372"/>
                <a:gd name="connsiteY25" fmla="*/ 14600 h 24997"/>
                <a:gd name="connsiteX26" fmla="*/ 4580 w 21372"/>
                <a:gd name="connsiteY26" fmla="*/ 17282 h 24997"/>
                <a:gd name="connsiteX27" fmla="*/ 7728 w 21372"/>
                <a:gd name="connsiteY27" fmla="*/ 21130 h 24997"/>
                <a:gd name="connsiteX28" fmla="*/ 13442 w 21372"/>
                <a:gd name="connsiteY28" fmla="*/ 20081 h 2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372" h="24997">
                  <a:moveTo>
                    <a:pt x="1781" y="22879"/>
                  </a:moveTo>
                  <a:cubicBezTo>
                    <a:pt x="532" y="21336"/>
                    <a:pt x="-92" y="19380"/>
                    <a:pt x="32" y="17399"/>
                  </a:cubicBezTo>
                  <a:cubicBezTo>
                    <a:pt x="-161" y="15458"/>
                    <a:pt x="524" y="13534"/>
                    <a:pt x="1898" y="12151"/>
                  </a:cubicBezTo>
                  <a:cubicBezTo>
                    <a:pt x="3553" y="10918"/>
                    <a:pt x="5549" y="10226"/>
                    <a:pt x="7612" y="10169"/>
                  </a:cubicBezTo>
                  <a:lnTo>
                    <a:pt x="14375" y="9469"/>
                  </a:lnTo>
                  <a:lnTo>
                    <a:pt x="14375" y="7603"/>
                  </a:lnTo>
                  <a:cubicBezTo>
                    <a:pt x="14482" y="6527"/>
                    <a:pt x="14192" y="5448"/>
                    <a:pt x="13559" y="4571"/>
                  </a:cubicBezTo>
                  <a:cubicBezTo>
                    <a:pt x="12811" y="3940"/>
                    <a:pt x="11855" y="3607"/>
                    <a:pt x="10877" y="3638"/>
                  </a:cubicBezTo>
                  <a:cubicBezTo>
                    <a:pt x="8195" y="3638"/>
                    <a:pt x="5046" y="3638"/>
                    <a:pt x="1548" y="4221"/>
                  </a:cubicBezTo>
                  <a:lnTo>
                    <a:pt x="1548" y="1189"/>
                  </a:lnTo>
                  <a:cubicBezTo>
                    <a:pt x="4649" y="485"/>
                    <a:pt x="7814" y="94"/>
                    <a:pt x="10993" y="23"/>
                  </a:cubicBezTo>
                  <a:cubicBezTo>
                    <a:pt x="13177" y="-136"/>
                    <a:pt x="15341" y="530"/>
                    <a:pt x="17057" y="1889"/>
                  </a:cubicBezTo>
                  <a:cubicBezTo>
                    <a:pt x="18483" y="3528"/>
                    <a:pt x="19197" y="5669"/>
                    <a:pt x="19040" y="7836"/>
                  </a:cubicBezTo>
                  <a:lnTo>
                    <a:pt x="19040" y="19498"/>
                  </a:lnTo>
                  <a:cubicBezTo>
                    <a:pt x="19009" y="20063"/>
                    <a:pt x="19221" y="20615"/>
                    <a:pt x="19623" y="21014"/>
                  </a:cubicBezTo>
                  <a:cubicBezTo>
                    <a:pt x="20117" y="21427"/>
                    <a:pt x="20730" y="21672"/>
                    <a:pt x="21372" y="21713"/>
                  </a:cubicBezTo>
                  <a:lnTo>
                    <a:pt x="21372" y="24512"/>
                  </a:lnTo>
                  <a:cubicBezTo>
                    <a:pt x="20215" y="24715"/>
                    <a:pt x="19031" y="24715"/>
                    <a:pt x="17874" y="24512"/>
                  </a:cubicBezTo>
                  <a:cubicBezTo>
                    <a:pt x="16910" y="24281"/>
                    <a:pt x="16024" y="23798"/>
                    <a:pt x="15308" y="23113"/>
                  </a:cubicBezTo>
                  <a:cubicBezTo>
                    <a:pt x="12765" y="24349"/>
                    <a:pt x="9973" y="24987"/>
                    <a:pt x="7145" y="24978"/>
                  </a:cubicBezTo>
                  <a:cubicBezTo>
                    <a:pt x="5131" y="25130"/>
                    <a:pt x="3157" y="24358"/>
                    <a:pt x="1781" y="22879"/>
                  </a:cubicBezTo>
                  <a:close/>
                  <a:moveTo>
                    <a:pt x="13442" y="20081"/>
                  </a:moveTo>
                  <a:lnTo>
                    <a:pt x="14375" y="20081"/>
                  </a:lnTo>
                  <a:lnTo>
                    <a:pt x="14375" y="12851"/>
                  </a:lnTo>
                  <a:lnTo>
                    <a:pt x="8195" y="13434"/>
                  </a:lnTo>
                  <a:cubicBezTo>
                    <a:pt x="7176" y="13427"/>
                    <a:pt x="6203" y="13851"/>
                    <a:pt x="5513" y="14600"/>
                  </a:cubicBezTo>
                  <a:cubicBezTo>
                    <a:pt x="4860" y="15336"/>
                    <a:pt x="4525" y="16300"/>
                    <a:pt x="4580" y="17282"/>
                  </a:cubicBezTo>
                  <a:cubicBezTo>
                    <a:pt x="4580" y="19847"/>
                    <a:pt x="5629" y="21130"/>
                    <a:pt x="7728" y="21130"/>
                  </a:cubicBezTo>
                  <a:cubicBezTo>
                    <a:pt x="9681" y="21135"/>
                    <a:pt x="11619" y="20779"/>
                    <a:pt x="13442" y="20081"/>
                  </a:cubicBez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949ADF23-9958-8242-B43E-D13BC740F63D}"/>
                </a:ext>
              </a:extLst>
            </p:cNvPr>
            <p:cNvSpPr/>
            <p:nvPr/>
          </p:nvSpPr>
          <p:spPr>
            <a:xfrm>
              <a:off x="11089697" y="2000163"/>
              <a:ext cx="4431" cy="34284"/>
            </a:xfrm>
            <a:custGeom>
              <a:avLst/>
              <a:gdLst>
                <a:gd name="connsiteX0" fmla="*/ 0 w 4431"/>
                <a:gd name="connsiteY0" fmla="*/ 0 h 34284"/>
                <a:gd name="connsiteX1" fmla="*/ 4431 w 4431"/>
                <a:gd name="connsiteY1" fmla="*/ 0 h 34284"/>
                <a:gd name="connsiteX2" fmla="*/ 4431 w 4431"/>
                <a:gd name="connsiteY2" fmla="*/ 34284 h 34284"/>
                <a:gd name="connsiteX3" fmla="*/ 0 w 4431"/>
                <a:gd name="connsiteY3" fmla="*/ 34284 h 34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1" h="34284">
                  <a:moveTo>
                    <a:pt x="0" y="0"/>
                  </a:moveTo>
                  <a:lnTo>
                    <a:pt x="4431" y="0"/>
                  </a:lnTo>
                  <a:lnTo>
                    <a:pt x="4431" y="34284"/>
                  </a:lnTo>
                  <a:lnTo>
                    <a:pt x="0" y="34284"/>
                  </a:ln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9ECC676A-8604-A249-8596-F617BC80C11C}"/>
                </a:ext>
              </a:extLst>
            </p:cNvPr>
            <p:cNvSpPr/>
            <p:nvPr/>
          </p:nvSpPr>
          <p:spPr>
            <a:xfrm>
              <a:off x="11101009" y="2000746"/>
              <a:ext cx="4431" cy="32885"/>
            </a:xfrm>
            <a:custGeom>
              <a:avLst/>
              <a:gdLst>
                <a:gd name="connsiteX0" fmla="*/ 0 w 4431"/>
                <a:gd name="connsiteY0" fmla="*/ 0 h 32885"/>
                <a:gd name="connsiteX1" fmla="*/ 4431 w 4431"/>
                <a:gd name="connsiteY1" fmla="*/ 0 h 32885"/>
                <a:gd name="connsiteX2" fmla="*/ 4431 w 4431"/>
                <a:gd name="connsiteY2" fmla="*/ 4898 h 32885"/>
                <a:gd name="connsiteX3" fmla="*/ 0 w 4431"/>
                <a:gd name="connsiteY3" fmla="*/ 4898 h 32885"/>
                <a:gd name="connsiteX4" fmla="*/ 0 w 4431"/>
                <a:gd name="connsiteY4" fmla="*/ 9562 h 32885"/>
                <a:gd name="connsiteX5" fmla="*/ 4431 w 4431"/>
                <a:gd name="connsiteY5" fmla="*/ 9562 h 32885"/>
                <a:gd name="connsiteX6" fmla="*/ 4431 w 4431"/>
                <a:gd name="connsiteY6" fmla="*/ 32885 h 32885"/>
                <a:gd name="connsiteX7" fmla="*/ 0 w 4431"/>
                <a:gd name="connsiteY7" fmla="*/ 32885 h 3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31" h="32885">
                  <a:moveTo>
                    <a:pt x="0" y="0"/>
                  </a:moveTo>
                  <a:lnTo>
                    <a:pt x="4431" y="0"/>
                  </a:lnTo>
                  <a:lnTo>
                    <a:pt x="4431" y="4898"/>
                  </a:lnTo>
                  <a:lnTo>
                    <a:pt x="0" y="4898"/>
                  </a:lnTo>
                  <a:close/>
                  <a:moveTo>
                    <a:pt x="0" y="9562"/>
                  </a:moveTo>
                  <a:lnTo>
                    <a:pt x="4431" y="9562"/>
                  </a:lnTo>
                  <a:lnTo>
                    <a:pt x="4431" y="32885"/>
                  </a:lnTo>
                  <a:lnTo>
                    <a:pt x="0" y="32885"/>
                  </a:ln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14FEA2A3-C67B-3840-91AA-B6A65E65E434}"/>
                </a:ext>
              </a:extLst>
            </p:cNvPr>
            <p:cNvSpPr/>
            <p:nvPr/>
          </p:nvSpPr>
          <p:spPr>
            <a:xfrm>
              <a:off x="11110688" y="2010308"/>
              <a:ext cx="17725" cy="24139"/>
            </a:xfrm>
            <a:custGeom>
              <a:avLst/>
              <a:gdLst>
                <a:gd name="connsiteX0" fmla="*/ 0 w 17725"/>
                <a:gd name="connsiteY0" fmla="*/ 19941 h 24139"/>
                <a:gd name="connsiteX1" fmla="*/ 12361 w 17725"/>
                <a:gd name="connsiteY1" fmla="*/ 3965 h 24139"/>
                <a:gd name="connsiteX2" fmla="*/ 0 w 17725"/>
                <a:gd name="connsiteY2" fmla="*/ 3965 h 24139"/>
                <a:gd name="connsiteX3" fmla="*/ 0 w 17725"/>
                <a:gd name="connsiteY3" fmla="*/ 0 h 24139"/>
                <a:gd name="connsiteX4" fmla="*/ 17725 w 17725"/>
                <a:gd name="connsiteY4" fmla="*/ 0 h 24139"/>
                <a:gd name="connsiteX5" fmla="*/ 17725 w 17725"/>
                <a:gd name="connsiteY5" fmla="*/ 3965 h 24139"/>
                <a:gd name="connsiteX6" fmla="*/ 5364 w 17725"/>
                <a:gd name="connsiteY6" fmla="*/ 19941 h 24139"/>
                <a:gd name="connsiteX7" fmla="*/ 17725 w 17725"/>
                <a:gd name="connsiteY7" fmla="*/ 19941 h 24139"/>
                <a:gd name="connsiteX8" fmla="*/ 17725 w 17725"/>
                <a:gd name="connsiteY8" fmla="*/ 24139 h 24139"/>
                <a:gd name="connsiteX9" fmla="*/ 0 w 17725"/>
                <a:gd name="connsiteY9" fmla="*/ 24139 h 24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725" h="24139">
                  <a:moveTo>
                    <a:pt x="0" y="19941"/>
                  </a:moveTo>
                  <a:lnTo>
                    <a:pt x="12361" y="3965"/>
                  </a:lnTo>
                  <a:lnTo>
                    <a:pt x="0" y="3965"/>
                  </a:lnTo>
                  <a:lnTo>
                    <a:pt x="0" y="0"/>
                  </a:lnTo>
                  <a:lnTo>
                    <a:pt x="17725" y="0"/>
                  </a:lnTo>
                  <a:lnTo>
                    <a:pt x="17725" y="3965"/>
                  </a:lnTo>
                  <a:lnTo>
                    <a:pt x="5364" y="19941"/>
                  </a:lnTo>
                  <a:lnTo>
                    <a:pt x="17725" y="19941"/>
                  </a:lnTo>
                  <a:lnTo>
                    <a:pt x="17725" y="24139"/>
                  </a:lnTo>
                  <a:lnTo>
                    <a:pt x="0" y="24139"/>
                  </a:ln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4D9B91EF-10AD-9E43-9602-852454A27443}"/>
                </a:ext>
              </a:extLst>
            </p:cNvPr>
            <p:cNvSpPr/>
            <p:nvPr/>
          </p:nvSpPr>
          <p:spPr>
            <a:xfrm>
              <a:off x="11132236" y="2009936"/>
              <a:ext cx="21365" cy="24996"/>
            </a:xfrm>
            <a:custGeom>
              <a:avLst/>
              <a:gdLst>
                <a:gd name="connsiteX0" fmla="*/ 1774 w 21365"/>
                <a:gd name="connsiteY0" fmla="*/ 22878 h 24996"/>
                <a:gd name="connsiteX1" fmla="*/ 25 w 21365"/>
                <a:gd name="connsiteY1" fmla="*/ 17397 h 24996"/>
                <a:gd name="connsiteX2" fmla="*/ 1774 w 21365"/>
                <a:gd name="connsiteY2" fmla="*/ 12150 h 24996"/>
                <a:gd name="connsiteX3" fmla="*/ 7605 w 21365"/>
                <a:gd name="connsiteY3" fmla="*/ 10167 h 24996"/>
                <a:gd name="connsiteX4" fmla="*/ 14368 w 21365"/>
                <a:gd name="connsiteY4" fmla="*/ 9468 h 24996"/>
                <a:gd name="connsiteX5" fmla="*/ 14368 w 21365"/>
                <a:gd name="connsiteY5" fmla="*/ 7602 h 24996"/>
                <a:gd name="connsiteX6" fmla="*/ 13436 w 21365"/>
                <a:gd name="connsiteY6" fmla="*/ 4570 h 24996"/>
                <a:gd name="connsiteX7" fmla="*/ 10754 w 21365"/>
                <a:gd name="connsiteY7" fmla="*/ 3637 h 24996"/>
                <a:gd name="connsiteX8" fmla="*/ 1541 w 21365"/>
                <a:gd name="connsiteY8" fmla="*/ 4220 h 24996"/>
                <a:gd name="connsiteX9" fmla="*/ 1541 w 21365"/>
                <a:gd name="connsiteY9" fmla="*/ 1188 h 24996"/>
                <a:gd name="connsiteX10" fmla="*/ 10870 w 21365"/>
                <a:gd name="connsiteY10" fmla="*/ 22 h 24996"/>
                <a:gd name="connsiteX11" fmla="*/ 17051 w 21365"/>
                <a:gd name="connsiteY11" fmla="*/ 1888 h 24996"/>
                <a:gd name="connsiteX12" fmla="*/ 18916 w 21365"/>
                <a:gd name="connsiteY12" fmla="*/ 7835 h 24996"/>
                <a:gd name="connsiteX13" fmla="*/ 18916 w 21365"/>
                <a:gd name="connsiteY13" fmla="*/ 19497 h 24996"/>
                <a:gd name="connsiteX14" fmla="*/ 19616 w 21365"/>
                <a:gd name="connsiteY14" fmla="*/ 21012 h 24996"/>
                <a:gd name="connsiteX15" fmla="*/ 21365 w 21365"/>
                <a:gd name="connsiteY15" fmla="*/ 21712 h 24996"/>
                <a:gd name="connsiteX16" fmla="*/ 21365 w 21365"/>
                <a:gd name="connsiteY16" fmla="*/ 24511 h 24996"/>
                <a:gd name="connsiteX17" fmla="*/ 17867 w 21365"/>
                <a:gd name="connsiteY17" fmla="*/ 24511 h 24996"/>
                <a:gd name="connsiteX18" fmla="*/ 15301 w 21365"/>
                <a:gd name="connsiteY18" fmla="*/ 23112 h 24996"/>
                <a:gd name="connsiteX19" fmla="*/ 7138 w 21365"/>
                <a:gd name="connsiteY19" fmla="*/ 24977 h 24996"/>
                <a:gd name="connsiteX20" fmla="*/ 1774 w 21365"/>
                <a:gd name="connsiteY20" fmla="*/ 22878 h 24996"/>
                <a:gd name="connsiteX21" fmla="*/ 13436 w 21365"/>
                <a:gd name="connsiteY21" fmla="*/ 20080 h 24996"/>
                <a:gd name="connsiteX22" fmla="*/ 14368 w 21365"/>
                <a:gd name="connsiteY22" fmla="*/ 20080 h 24996"/>
                <a:gd name="connsiteX23" fmla="*/ 14368 w 21365"/>
                <a:gd name="connsiteY23" fmla="*/ 12850 h 24996"/>
                <a:gd name="connsiteX24" fmla="*/ 8188 w 21365"/>
                <a:gd name="connsiteY24" fmla="*/ 13433 h 24996"/>
                <a:gd name="connsiteX25" fmla="*/ 5389 w 21365"/>
                <a:gd name="connsiteY25" fmla="*/ 14599 h 24996"/>
                <a:gd name="connsiteX26" fmla="*/ 4573 w 21365"/>
                <a:gd name="connsiteY26" fmla="*/ 17281 h 24996"/>
                <a:gd name="connsiteX27" fmla="*/ 7721 w 21365"/>
                <a:gd name="connsiteY27" fmla="*/ 21129 h 24996"/>
                <a:gd name="connsiteX28" fmla="*/ 13436 w 21365"/>
                <a:gd name="connsiteY28" fmla="*/ 20080 h 2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365" h="24996">
                  <a:moveTo>
                    <a:pt x="1774" y="22878"/>
                  </a:moveTo>
                  <a:cubicBezTo>
                    <a:pt x="526" y="21335"/>
                    <a:pt x="-99" y="19379"/>
                    <a:pt x="25" y="17397"/>
                  </a:cubicBezTo>
                  <a:cubicBezTo>
                    <a:pt x="-137" y="15482"/>
                    <a:pt x="495" y="13585"/>
                    <a:pt x="1774" y="12150"/>
                  </a:cubicBezTo>
                  <a:cubicBezTo>
                    <a:pt x="3472" y="10914"/>
                    <a:pt x="5506" y="10223"/>
                    <a:pt x="7605" y="10167"/>
                  </a:cubicBezTo>
                  <a:lnTo>
                    <a:pt x="14368" y="9468"/>
                  </a:lnTo>
                  <a:lnTo>
                    <a:pt x="14368" y="7602"/>
                  </a:lnTo>
                  <a:cubicBezTo>
                    <a:pt x="14493" y="6505"/>
                    <a:pt x="14155" y="5407"/>
                    <a:pt x="13436" y="4570"/>
                  </a:cubicBezTo>
                  <a:cubicBezTo>
                    <a:pt x="12714" y="3894"/>
                    <a:pt x="11739" y="3555"/>
                    <a:pt x="10754" y="3637"/>
                  </a:cubicBezTo>
                  <a:cubicBezTo>
                    <a:pt x="8188" y="3637"/>
                    <a:pt x="5039" y="3637"/>
                    <a:pt x="1541" y="4220"/>
                  </a:cubicBezTo>
                  <a:lnTo>
                    <a:pt x="1541" y="1188"/>
                  </a:lnTo>
                  <a:cubicBezTo>
                    <a:pt x="4604" y="491"/>
                    <a:pt x="7729" y="100"/>
                    <a:pt x="10870" y="22"/>
                  </a:cubicBezTo>
                  <a:cubicBezTo>
                    <a:pt x="13089" y="-133"/>
                    <a:pt x="15288" y="531"/>
                    <a:pt x="17051" y="1888"/>
                  </a:cubicBezTo>
                  <a:cubicBezTo>
                    <a:pt x="18446" y="3539"/>
                    <a:pt x="19119" y="5683"/>
                    <a:pt x="18916" y="7835"/>
                  </a:cubicBezTo>
                  <a:lnTo>
                    <a:pt x="18916" y="19497"/>
                  </a:lnTo>
                  <a:cubicBezTo>
                    <a:pt x="18982" y="20063"/>
                    <a:pt x="19227" y="20594"/>
                    <a:pt x="19616" y="21012"/>
                  </a:cubicBezTo>
                  <a:cubicBezTo>
                    <a:pt x="20110" y="21426"/>
                    <a:pt x="20723" y="21671"/>
                    <a:pt x="21365" y="21712"/>
                  </a:cubicBezTo>
                  <a:lnTo>
                    <a:pt x="21365" y="24511"/>
                  </a:lnTo>
                  <a:cubicBezTo>
                    <a:pt x="20208" y="24713"/>
                    <a:pt x="19024" y="24713"/>
                    <a:pt x="17867" y="24511"/>
                  </a:cubicBezTo>
                  <a:cubicBezTo>
                    <a:pt x="16892" y="24309"/>
                    <a:pt x="15999" y="23822"/>
                    <a:pt x="15301" y="23112"/>
                  </a:cubicBezTo>
                  <a:cubicBezTo>
                    <a:pt x="12754" y="24336"/>
                    <a:pt x="9965" y="24974"/>
                    <a:pt x="7138" y="24977"/>
                  </a:cubicBezTo>
                  <a:cubicBezTo>
                    <a:pt x="5124" y="25129"/>
                    <a:pt x="3150" y="24357"/>
                    <a:pt x="1774" y="22878"/>
                  </a:cubicBezTo>
                  <a:close/>
                  <a:moveTo>
                    <a:pt x="13436" y="20080"/>
                  </a:moveTo>
                  <a:lnTo>
                    <a:pt x="14368" y="20080"/>
                  </a:lnTo>
                  <a:lnTo>
                    <a:pt x="14368" y="12850"/>
                  </a:lnTo>
                  <a:lnTo>
                    <a:pt x="8188" y="13433"/>
                  </a:lnTo>
                  <a:cubicBezTo>
                    <a:pt x="7137" y="13435"/>
                    <a:pt x="6131" y="13855"/>
                    <a:pt x="5389" y="14599"/>
                  </a:cubicBezTo>
                  <a:cubicBezTo>
                    <a:pt x="4779" y="15353"/>
                    <a:pt x="4486" y="16315"/>
                    <a:pt x="4573" y="17281"/>
                  </a:cubicBezTo>
                  <a:cubicBezTo>
                    <a:pt x="4573" y="19846"/>
                    <a:pt x="5622" y="21129"/>
                    <a:pt x="7721" y="21129"/>
                  </a:cubicBezTo>
                  <a:cubicBezTo>
                    <a:pt x="9674" y="21134"/>
                    <a:pt x="11612" y="20778"/>
                    <a:pt x="13436" y="20080"/>
                  </a:cubicBez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F20A4A61-7E21-5F4E-8C35-619489B9E8F2}"/>
                </a:ext>
              </a:extLst>
            </p:cNvPr>
            <p:cNvSpPr/>
            <p:nvPr/>
          </p:nvSpPr>
          <p:spPr>
            <a:xfrm>
              <a:off x="11155817" y="2003778"/>
              <a:ext cx="14693" cy="31222"/>
            </a:xfrm>
            <a:custGeom>
              <a:avLst/>
              <a:gdLst>
                <a:gd name="connsiteX0" fmla="*/ 5831 w 14693"/>
                <a:gd name="connsiteY0" fmla="*/ 30669 h 31222"/>
                <a:gd name="connsiteX1" fmla="*/ 3848 w 14693"/>
                <a:gd name="connsiteY1" fmla="*/ 27987 h 31222"/>
                <a:gd name="connsiteX2" fmla="*/ 3149 w 14693"/>
                <a:gd name="connsiteY2" fmla="*/ 22623 h 31222"/>
                <a:gd name="connsiteX3" fmla="*/ 3149 w 14693"/>
                <a:gd name="connsiteY3" fmla="*/ 10962 h 31222"/>
                <a:gd name="connsiteX4" fmla="*/ 0 w 14693"/>
                <a:gd name="connsiteY4" fmla="*/ 10962 h 31222"/>
                <a:gd name="connsiteX5" fmla="*/ 0 w 14693"/>
                <a:gd name="connsiteY5" fmla="*/ 7113 h 31222"/>
                <a:gd name="connsiteX6" fmla="*/ 3149 w 14693"/>
                <a:gd name="connsiteY6" fmla="*/ 7113 h 31222"/>
                <a:gd name="connsiteX7" fmla="*/ 3149 w 14693"/>
                <a:gd name="connsiteY7" fmla="*/ 0 h 31222"/>
                <a:gd name="connsiteX8" fmla="*/ 7580 w 14693"/>
                <a:gd name="connsiteY8" fmla="*/ 0 h 31222"/>
                <a:gd name="connsiteX9" fmla="*/ 7580 w 14693"/>
                <a:gd name="connsiteY9" fmla="*/ 7113 h 31222"/>
                <a:gd name="connsiteX10" fmla="*/ 14693 w 14693"/>
                <a:gd name="connsiteY10" fmla="*/ 7113 h 31222"/>
                <a:gd name="connsiteX11" fmla="*/ 14693 w 14693"/>
                <a:gd name="connsiteY11" fmla="*/ 10962 h 31222"/>
                <a:gd name="connsiteX12" fmla="*/ 7580 w 14693"/>
                <a:gd name="connsiteY12" fmla="*/ 10962 h 31222"/>
                <a:gd name="connsiteX13" fmla="*/ 7580 w 14693"/>
                <a:gd name="connsiteY13" fmla="*/ 21807 h 31222"/>
                <a:gd name="connsiteX14" fmla="*/ 7580 w 14693"/>
                <a:gd name="connsiteY14" fmla="*/ 25189 h 31222"/>
                <a:gd name="connsiteX15" fmla="*/ 8396 w 14693"/>
                <a:gd name="connsiteY15" fmla="*/ 26938 h 31222"/>
                <a:gd name="connsiteX16" fmla="*/ 10379 w 14693"/>
                <a:gd name="connsiteY16" fmla="*/ 27521 h 31222"/>
                <a:gd name="connsiteX17" fmla="*/ 14460 w 14693"/>
                <a:gd name="connsiteY17" fmla="*/ 27521 h 31222"/>
                <a:gd name="connsiteX18" fmla="*/ 14460 w 14693"/>
                <a:gd name="connsiteY18" fmla="*/ 31136 h 31222"/>
                <a:gd name="connsiteX19" fmla="*/ 9329 w 14693"/>
                <a:gd name="connsiteY19" fmla="*/ 31136 h 31222"/>
                <a:gd name="connsiteX20" fmla="*/ 5831 w 14693"/>
                <a:gd name="connsiteY20" fmla="*/ 30669 h 31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693" h="31222">
                  <a:moveTo>
                    <a:pt x="5831" y="30669"/>
                  </a:moveTo>
                  <a:cubicBezTo>
                    <a:pt x="4818" y="30098"/>
                    <a:pt x="4097" y="29123"/>
                    <a:pt x="3848" y="27987"/>
                  </a:cubicBezTo>
                  <a:cubicBezTo>
                    <a:pt x="3314" y="26251"/>
                    <a:pt x="3077" y="24438"/>
                    <a:pt x="3149" y="22623"/>
                  </a:cubicBezTo>
                  <a:lnTo>
                    <a:pt x="3149" y="10962"/>
                  </a:lnTo>
                  <a:lnTo>
                    <a:pt x="0" y="10962"/>
                  </a:lnTo>
                  <a:lnTo>
                    <a:pt x="0" y="7113"/>
                  </a:lnTo>
                  <a:lnTo>
                    <a:pt x="3149" y="7113"/>
                  </a:lnTo>
                  <a:lnTo>
                    <a:pt x="3149" y="0"/>
                  </a:lnTo>
                  <a:lnTo>
                    <a:pt x="7580" y="0"/>
                  </a:lnTo>
                  <a:lnTo>
                    <a:pt x="7580" y="7113"/>
                  </a:lnTo>
                  <a:lnTo>
                    <a:pt x="14693" y="7113"/>
                  </a:lnTo>
                  <a:lnTo>
                    <a:pt x="14693" y="10962"/>
                  </a:lnTo>
                  <a:lnTo>
                    <a:pt x="7580" y="10962"/>
                  </a:lnTo>
                  <a:lnTo>
                    <a:pt x="7580" y="21807"/>
                  </a:lnTo>
                  <a:cubicBezTo>
                    <a:pt x="7492" y="22932"/>
                    <a:pt x="7492" y="24063"/>
                    <a:pt x="7580" y="25189"/>
                  </a:cubicBezTo>
                  <a:cubicBezTo>
                    <a:pt x="7601" y="25859"/>
                    <a:pt x="7896" y="26491"/>
                    <a:pt x="8396" y="26938"/>
                  </a:cubicBezTo>
                  <a:cubicBezTo>
                    <a:pt x="8964" y="27368"/>
                    <a:pt x="9669" y="27575"/>
                    <a:pt x="10379" y="27521"/>
                  </a:cubicBezTo>
                  <a:lnTo>
                    <a:pt x="14460" y="27521"/>
                  </a:lnTo>
                  <a:lnTo>
                    <a:pt x="14460" y="31136"/>
                  </a:lnTo>
                  <a:cubicBezTo>
                    <a:pt x="12752" y="31252"/>
                    <a:pt x="11038" y="31252"/>
                    <a:pt x="9329" y="31136"/>
                  </a:cubicBezTo>
                  <a:cubicBezTo>
                    <a:pt x="8142" y="31262"/>
                    <a:pt x="6943" y="31102"/>
                    <a:pt x="5831" y="30669"/>
                  </a:cubicBez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0A875CB9-5A20-3348-8F05-41280996D03C}"/>
                </a:ext>
              </a:extLst>
            </p:cNvPr>
            <p:cNvSpPr/>
            <p:nvPr/>
          </p:nvSpPr>
          <p:spPr>
            <a:xfrm>
              <a:off x="11174825" y="2000746"/>
              <a:ext cx="4431" cy="32885"/>
            </a:xfrm>
            <a:custGeom>
              <a:avLst/>
              <a:gdLst>
                <a:gd name="connsiteX0" fmla="*/ 0 w 4431"/>
                <a:gd name="connsiteY0" fmla="*/ 0 h 32885"/>
                <a:gd name="connsiteX1" fmla="*/ 4431 w 4431"/>
                <a:gd name="connsiteY1" fmla="*/ 0 h 32885"/>
                <a:gd name="connsiteX2" fmla="*/ 4431 w 4431"/>
                <a:gd name="connsiteY2" fmla="*/ 4898 h 32885"/>
                <a:gd name="connsiteX3" fmla="*/ 0 w 4431"/>
                <a:gd name="connsiteY3" fmla="*/ 4898 h 32885"/>
                <a:gd name="connsiteX4" fmla="*/ 0 w 4431"/>
                <a:gd name="connsiteY4" fmla="*/ 9562 h 32885"/>
                <a:gd name="connsiteX5" fmla="*/ 4431 w 4431"/>
                <a:gd name="connsiteY5" fmla="*/ 9562 h 32885"/>
                <a:gd name="connsiteX6" fmla="*/ 4431 w 4431"/>
                <a:gd name="connsiteY6" fmla="*/ 32885 h 32885"/>
                <a:gd name="connsiteX7" fmla="*/ 0 w 4431"/>
                <a:gd name="connsiteY7" fmla="*/ 32885 h 3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31" h="32885">
                  <a:moveTo>
                    <a:pt x="0" y="0"/>
                  </a:moveTo>
                  <a:lnTo>
                    <a:pt x="4431" y="0"/>
                  </a:lnTo>
                  <a:lnTo>
                    <a:pt x="4431" y="4898"/>
                  </a:lnTo>
                  <a:lnTo>
                    <a:pt x="0" y="4898"/>
                  </a:lnTo>
                  <a:close/>
                  <a:moveTo>
                    <a:pt x="0" y="9562"/>
                  </a:moveTo>
                  <a:lnTo>
                    <a:pt x="4431" y="9562"/>
                  </a:lnTo>
                  <a:lnTo>
                    <a:pt x="4431" y="32885"/>
                  </a:lnTo>
                  <a:lnTo>
                    <a:pt x="0" y="32885"/>
                  </a:ln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220F1AF3-AB5E-5A43-A612-2DF76F95B36D}"/>
                </a:ext>
              </a:extLst>
            </p:cNvPr>
            <p:cNvSpPr/>
            <p:nvPr/>
          </p:nvSpPr>
          <p:spPr>
            <a:xfrm>
              <a:off x="11184332" y="2009687"/>
              <a:ext cx="21092" cy="25047"/>
            </a:xfrm>
            <a:custGeom>
              <a:avLst/>
              <a:gdLst>
                <a:gd name="connsiteX0" fmla="*/ 2504 w 21092"/>
                <a:gd name="connsiteY0" fmla="*/ 22079 h 25047"/>
                <a:gd name="connsiteX1" fmla="*/ 55 w 21092"/>
                <a:gd name="connsiteY1" fmla="*/ 12633 h 25047"/>
                <a:gd name="connsiteX2" fmla="*/ 2621 w 21092"/>
                <a:gd name="connsiteY2" fmla="*/ 3071 h 25047"/>
                <a:gd name="connsiteX3" fmla="*/ 10550 w 21092"/>
                <a:gd name="connsiteY3" fmla="*/ 39 h 25047"/>
                <a:gd name="connsiteX4" fmla="*/ 18597 w 21092"/>
                <a:gd name="connsiteY4" fmla="*/ 3071 h 25047"/>
                <a:gd name="connsiteX5" fmla="*/ 21046 w 21092"/>
                <a:gd name="connsiteY5" fmla="*/ 12633 h 25047"/>
                <a:gd name="connsiteX6" fmla="*/ 18597 w 21092"/>
                <a:gd name="connsiteY6" fmla="*/ 21962 h 25047"/>
                <a:gd name="connsiteX7" fmla="*/ 10550 w 21092"/>
                <a:gd name="connsiteY7" fmla="*/ 24994 h 25047"/>
                <a:gd name="connsiteX8" fmla="*/ 2504 w 21092"/>
                <a:gd name="connsiteY8" fmla="*/ 22079 h 25047"/>
                <a:gd name="connsiteX9" fmla="*/ 14165 w 21092"/>
                <a:gd name="connsiteY9" fmla="*/ 20330 h 25047"/>
                <a:gd name="connsiteX10" fmla="*/ 15915 w 21092"/>
                <a:gd name="connsiteY10" fmla="*/ 17647 h 25047"/>
                <a:gd name="connsiteX11" fmla="*/ 15915 w 21092"/>
                <a:gd name="connsiteY11" fmla="*/ 12633 h 25047"/>
                <a:gd name="connsiteX12" fmla="*/ 15915 w 21092"/>
                <a:gd name="connsiteY12" fmla="*/ 7385 h 25047"/>
                <a:gd name="connsiteX13" fmla="*/ 14049 w 21092"/>
                <a:gd name="connsiteY13" fmla="*/ 4703 h 25047"/>
                <a:gd name="connsiteX14" fmla="*/ 7052 w 21092"/>
                <a:gd name="connsiteY14" fmla="*/ 4703 h 25047"/>
                <a:gd name="connsiteX15" fmla="*/ 5186 w 21092"/>
                <a:gd name="connsiteY15" fmla="*/ 7385 h 25047"/>
                <a:gd name="connsiteX16" fmla="*/ 5186 w 21092"/>
                <a:gd name="connsiteY16" fmla="*/ 12633 h 25047"/>
                <a:gd name="connsiteX17" fmla="*/ 5186 w 21092"/>
                <a:gd name="connsiteY17" fmla="*/ 17647 h 25047"/>
                <a:gd name="connsiteX18" fmla="*/ 6935 w 21092"/>
                <a:gd name="connsiteY18" fmla="*/ 20330 h 25047"/>
                <a:gd name="connsiteX19" fmla="*/ 14165 w 21092"/>
                <a:gd name="connsiteY19" fmla="*/ 20330 h 25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092" h="25047">
                  <a:moveTo>
                    <a:pt x="2504" y="22079"/>
                  </a:moveTo>
                  <a:cubicBezTo>
                    <a:pt x="661" y="19290"/>
                    <a:pt x="-201" y="15966"/>
                    <a:pt x="55" y="12633"/>
                  </a:cubicBezTo>
                  <a:cubicBezTo>
                    <a:pt x="-242" y="9243"/>
                    <a:pt x="667" y="5857"/>
                    <a:pt x="2621" y="3071"/>
                  </a:cubicBezTo>
                  <a:cubicBezTo>
                    <a:pt x="4666" y="908"/>
                    <a:pt x="7584" y="-208"/>
                    <a:pt x="10550" y="39"/>
                  </a:cubicBezTo>
                  <a:cubicBezTo>
                    <a:pt x="13554" y="-227"/>
                    <a:pt x="16515" y="889"/>
                    <a:pt x="18597" y="3071"/>
                  </a:cubicBezTo>
                  <a:cubicBezTo>
                    <a:pt x="20440" y="5903"/>
                    <a:pt x="21301" y="9263"/>
                    <a:pt x="21046" y="12633"/>
                  </a:cubicBezTo>
                  <a:cubicBezTo>
                    <a:pt x="21312" y="15930"/>
                    <a:pt x="20448" y="19220"/>
                    <a:pt x="18597" y="21962"/>
                  </a:cubicBezTo>
                  <a:cubicBezTo>
                    <a:pt x="16546" y="24190"/>
                    <a:pt x="13561" y="25314"/>
                    <a:pt x="10550" y="24994"/>
                  </a:cubicBezTo>
                  <a:cubicBezTo>
                    <a:pt x="7563" y="25307"/>
                    <a:pt x="4597" y="24233"/>
                    <a:pt x="2504" y="22079"/>
                  </a:cubicBezTo>
                  <a:close/>
                  <a:moveTo>
                    <a:pt x="14165" y="20330"/>
                  </a:moveTo>
                  <a:cubicBezTo>
                    <a:pt x="15054" y="19677"/>
                    <a:pt x="15676" y="18724"/>
                    <a:pt x="15915" y="17647"/>
                  </a:cubicBezTo>
                  <a:cubicBezTo>
                    <a:pt x="16140" y="15984"/>
                    <a:pt x="16140" y="14297"/>
                    <a:pt x="15915" y="12633"/>
                  </a:cubicBezTo>
                  <a:cubicBezTo>
                    <a:pt x="16132" y="10890"/>
                    <a:pt x="16132" y="9128"/>
                    <a:pt x="15915" y="7385"/>
                  </a:cubicBezTo>
                  <a:cubicBezTo>
                    <a:pt x="15636" y="6296"/>
                    <a:pt x="14974" y="5343"/>
                    <a:pt x="14049" y="4703"/>
                  </a:cubicBezTo>
                  <a:cubicBezTo>
                    <a:pt x="11842" y="3619"/>
                    <a:pt x="9258" y="3619"/>
                    <a:pt x="7052" y="4703"/>
                  </a:cubicBezTo>
                  <a:cubicBezTo>
                    <a:pt x="6093" y="5309"/>
                    <a:pt x="5420" y="6276"/>
                    <a:pt x="5186" y="7385"/>
                  </a:cubicBezTo>
                  <a:cubicBezTo>
                    <a:pt x="4960" y="9127"/>
                    <a:pt x="4960" y="10891"/>
                    <a:pt x="5186" y="12633"/>
                  </a:cubicBezTo>
                  <a:cubicBezTo>
                    <a:pt x="4957" y="14297"/>
                    <a:pt x="4957" y="15984"/>
                    <a:pt x="5186" y="17647"/>
                  </a:cubicBezTo>
                  <a:cubicBezTo>
                    <a:pt x="5425" y="18724"/>
                    <a:pt x="6046" y="19677"/>
                    <a:pt x="6935" y="20330"/>
                  </a:cubicBezTo>
                  <a:cubicBezTo>
                    <a:pt x="9222" y="21420"/>
                    <a:pt x="11879" y="21420"/>
                    <a:pt x="14165" y="20330"/>
                  </a:cubicBez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050773A3-765E-D54D-8415-6AF7A4EB5A74}"/>
                </a:ext>
              </a:extLst>
            </p:cNvPr>
            <p:cNvSpPr/>
            <p:nvPr/>
          </p:nvSpPr>
          <p:spPr>
            <a:xfrm>
              <a:off x="11210859" y="2010101"/>
              <a:ext cx="19484" cy="24346"/>
            </a:xfrm>
            <a:custGeom>
              <a:avLst/>
              <a:gdLst>
                <a:gd name="connsiteX0" fmla="*/ 0 w 19484"/>
                <a:gd name="connsiteY0" fmla="*/ 207 h 24346"/>
                <a:gd name="connsiteX1" fmla="*/ 4315 w 19484"/>
                <a:gd name="connsiteY1" fmla="*/ 207 h 24346"/>
                <a:gd name="connsiteX2" fmla="*/ 4315 w 19484"/>
                <a:gd name="connsiteY2" fmla="*/ 1723 h 24346"/>
                <a:gd name="connsiteX3" fmla="*/ 8046 w 19484"/>
                <a:gd name="connsiteY3" fmla="*/ 91 h 24346"/>
                <a:gd name="connsiteX4" fmla="*/ 11661 w 19484"/>
                <a:gd name="connsiteY4" fmla="*/ 91 h 24346"/>
                <a:gd name="connsiteX5" fmla="*/ 16326 w 19484"/>
                <a:gd name="connsiteY5" fmla="*/ 1257 h 24346"/>
                <a:gd name="connsiteX6" fmla="*/ 18775 w 19484"/>
                <a:gd name="connsiteY6" fmla="*/ 4988 h 24346"/>
                <a:gd name="connsiteX7" fmla="*/ 19474 w 19484"/>
                <a:gd name="connsiteY7" fmla="*/ 11869 h 24346"/>
                <a:gd name="connsiteX8" fmla="*/ 19474 w 19484"/>
                <a:gd name="connsiteY8" fmla="*/ 24346 h 24346"/>
                <a:gd name="connsiteX9" fmla="*/ 15043 w 19484"/>
                <a:gd name="connsiteY9" fmla="*/ 24346 h 24346"/>
                <a:gd name="connsiteX10" fmla="*/ 15043 w 19484"/>
                <a:gd name="connsiteY10" fmla="*/ 11635 h 24346"/>
                <a:gd name="connsiteX11" fmla="*/ 15043 w 19484"/>
                <a:gd name="connsiteY11" fmla="*/ 6971 h 24346"/>
                <a:gd name="connsiteX12" fmla="*/ 13644 w 19484"/>
                <a:gd name="connsiteY12" fmla="*/ 4639 h 24346"/>
                <a:gd name="connsiteX13" fmla="*/ 10845 w 19484"/>
                <a:gd name="connsiteY13" fmla="*/ 3939 h 24346"/>
                <a:gd name="connsiteX14" fmla="*/ 5598 w 19484"/>
                <a:gd name="connsiteY14" fmla="*/ 4988 h 24346"/>
                <a:gd name="connsiteX15" fmla="*/ 4781 w 19484"/>
                <a:gd name="connsiteY15" fmla="*/ 4988 h 24346"/>
                <a:gd name="connsiteX16" fmla="*/ 4781 w 19484"/>
                <a:gd name="connsiteY16" fmla="*/ 24346 h 24346"/>
                <a:gd name="connsiteX17" fmla="*/ 350 w 19484"/>
                <a:gd name="connsiteY17" fmla="*/ 24346 h 24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484" h="24346">
                  <a:moveTo>
                    <a:pt x="0" y="207"/>
                  </a:moveTo>
                  <a:lnTo>
                    <a:pt x="4315" y="207"/>
                  </a:lnTo>
                  <a:lnTo>
                    <a:pt x="4315" y="1723"/>
                  </a:lnTo>
                  <a:lnTo>
                    <a:pt x="8046" y="91"/>
                  </a:lnTo>
                  <a:cubicBezTo>
                    <a:pt x="9248" y="-30"/>
                    <a:pt x="10459" y="-30"/>
                    <a:pt x="11661" y="91"/>
                  </a:cubicBezTo>
                  <a:cubicBezTo>
                    <a:pt x="13294" y="42"/>
                    <a:pt x="14908" y="446"/>
                    <a:pt x="16326" y="1257"/>
                  </a:cubicBezTo>
                  <a:cubicBezTo>
                    <a:pt x="17548" y="2181"/>
                    <a:pt x="18413" y="3499"/>
                    <a:pt x="18775" y="4988"/>
                  </a:cubicBezTo>
                  <a:cubicBezTo>
                    <a:pt x="19301" y="7242"/>
                    <a:pt x="19537" y="9555"/>
                    <a:pt x="19474" y="11869"/>
                  </a:cubicBezTo>
                  <a:lnTo>
                    <a:pt x="19474" y="24346"/>
                  </a:lnTo>
                  <a:lnTo>
                    <a:pt x="15043" y="24346"/>
                  </a:lnTo>
                  <a:lnTo>
                    <a:pt x="15043" y="11635"/>
                  </a:lnTo>
                  <a:cubicBezTo>
                    <a:pt x="15192" y="10084"/>
                    <a:pt x="15192" y="8522"/>
                    <a:pt x="15043" y="6971"/>
                  </a:cubicBezTo>
                  <a:cubicBezTo>
                    <a:pt x="14898" y="6041"/>
                    <a:pt x="14396" y="5204"/>
                    <a:pt x="13644" y="4639"/>
                  </a:cubicBezTo>
                  <a:cubicBezTo>
                    <a:pt x="12815" y="4100"/>
                    <a:pt x="11830" y="3853"/>
                    <a:pt x="10845" y="3939"/>
                  </a:cubicBezTo>
                  <a:cubicBezTo>
                    <a:pt x="9046" y="3959"/>
                    <a:pt x="7266" y="4315"/>
                    <a:pt x="5598" y="4988"/>
                  </a:cubicBezTo>
                  <a:lnTo>
                    <a:pt x="4781" y="4988"/>
                  </a:lnTo>
                  <a:lnTo>
                    <a:pt x="4781" y="24346"/>
                  </a:lnTo>
                  <a:lnTo>
                    <a:pt x="350" y="24346"/>
                  </a:ln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16BF9208-BC3D-ED4C-BBDB-74595030A75A}"/>
                </a:ext>
              </a:extLst>
            </p:cNvPr>
            <p:cNvSpPr/>
            <p:nvPr/>
          </p:nvSpPr>
          <p:spPr>
            <a:xfrm>
              <a:off x="11246166" y="2009676"/>
              <a:ext cx="16818" cy="25587"/>
            </a:xfrm>
            <a:custGeom>
              <a:avLst/>
              <a:gdLst>
                <a:gd name="connsiteX0" fmla="*/ 3991 w 16818"/>
                <a:gd name="connsiteY0" fmla="*/ 23722 h 25587"/>
                <a:gd name="connsiteX1" fmla="*/ 959 w 16818"/>
                <a:gd name="connsiteY1" fmla="*/ 19757 h 25587"/>
                <a:gd name="connsiteX2" fmla="*/ 26 w 16818"/>
                <a:gd name="connsiteY2" fmla="*/ 12527 h 25587"/>
                <a:gd name="connsiteX3" fmla="*/ 2125 w 16818"/>
                <a:gd name="connsiteY3" fmla="*/ 3315 h 25587"/>
                <a:gd name="connsiteX4" fmla="*/ 9588 w 16818"/>
                <a:gd name="connsiteY4" fmla="*/ 49 h 25587"/>
                <a:gd name="connsiteX5" fmla="*/ 12620 w 16818"/>
                <a:gd name="connsiteY5" fmla="*/ 49 h 25587"/>
                <a:gd name="connsiteX6" fmla="*/ 16819 w 16818"/>
                <a:gd name="connsiteY6" fmla="*/ 749 h 25587"/>
                <a:gd name="connsiteX7" fmla="*/ 16819 w 16818"/>
                <a:gd name="connsiteY7" fmla="*/ 4247 h 25587"/>
                <a:gd name="connsiteX8" fmla="*/ 11104 w 16818"/>
                <a:gd name="connsiteY8" fmla="*/ 4247 h 25587"/>
                <a:gd name="connsiteX9" fmla="*/ 7140 w 16818"/>
                <a:gd name="connsiteY9" fmla="*/ 4947 h 25587"/>
                <a:gd name="connsiteX10" fmla="*/ 5157 w 16818"/>
                <a:gd name="connsiteY10" fmla="*/ 7513 h 25587"/>
                <a:gd name="connsiteX11" fmla="*/ 5157 w 16818"/>
                <a:gd name="connsiteY11" fmla="*/ 12760 h 25587"/>
                <a:gd name="connsiteX12" fmla="*/ 5157 w 16818"/>
                <a:gd name="connsiteY12" fmla="*/ 17775 h 25587"/>
                <a:gd name="connsiteX13" fmla="*/ 7140 w 16818"/>
                <a:gd name="connsiteY13" fmla="*/ 20340 h 25587"/>
                <a:gd name="connsiteX14" fmla="*/ 11221 w 16818"/>
                <a:gd name="connsiteY14" fmla="*/ 21156 h 25587"/>
                <a:gd name="connsiteX15" fmla="*/ 16819 w 16818"/>
                <a:gd name="connsiteY15" fmla="*/ 21157 h 25587"/>
                <a:gd name="connsiteX16" fmla="*/ 16819 w 16818"/>
                <a:gd name="connsiteY16" fmla="*/ 24772 h 25587"/>
                <a:gd name="connsiteX17" fmla="*/ 9705 w 16818"/>
                <a:gd name="connsiteY17" fmla="*/ 25588 h 25587"/>
                <a:gd name="connsiteX18" fmla="*/ 3991 w 16818"/>
                <a:gd name="connsiteY18" fmla="*/ 23722 h 2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818" h="25587">
                  <a:moveTo>
                    <a:pt x="3991" y="23722"/>
                  </a:moveTo>
                  <a:cubicBezTo>
                    <a:pt x="2527" y="22818"/>
                    <a:pt x="1448" y="21407"/>
                    <a:pt x="959" y="19757"/>
                  </a:cubicBezTo>
                  <a:cubicBezTo>
                    <a:pt x="226" y="17421"/>
                    <a:pt x="-89" y="14973"/>
                    <a:pt x="26" y="12527"/>
                  </a:cubicBezTo>
                  <a:cubicBezTo>
                    <a:pt x="-151" y="9320"/>
                    <a:pt x="576" y="6128"/>
                    <a:pt x="2125" y="3315"/>
                  </a:cubicBezTo>
                  <a:cubicBezTo>
                    <a:pt x="3853" y="974"/>
                    <a:pt x="6696" y="-270"/>
                    <a:pt x="9588" y="49"/>
                  </a:cubicBezTo>
                  <a:lnTo>
                    <a:pt x="12620" y="49"/>
                  </a:lnTo>
                  <a:lnTo>
                    <a:pt x="16819" y="749"/>
                  </a:lnTo>
                  <a:lnTo>
                    <a:pt x="16819" y="4247"/>
                  </a:lnTo>
                  <a:lnTo>
                    <a:pt x="11104" y="4247"/>
                  </a:lnTo>
                  <a:cubicBezTo>
                    <a:pt x="9747" y="4178"/>
                    <a:pt x="8391" y="4417"/>
                    <a:pt x="7140" y="4947"/>
                  </a:cubicBezTo>
                  <a:cubicBezTo>
                    <a:pt x="6213" y="5559"/>
                    <a:pt x="5516" y="6462"/>
                    <a:pt x="5157" y="7513"/>
                  </a:cubicBezTo>
                  <a:cubicBezTo>
                    <a:pt x="4934" y="9255"/>
                    <a:pt x="4934" y="11018"/>
                    <a:pt x="5157" y="12760"/>
                  </a:cubicBezTo>
                  <a:cubicBezTo>
                    <a:pt x="4938" y="14425"/>
                    <a:pt x="4938" y="16110"/>
                    <a:pt x="5157" y="17775"/>
                  </a:cubicBezTo>
                  <a:cubicBezTo>
                    <a:pt x="5516" y="18826"/>
                    <a:pt x="6213" y="19728"/>
                    <a:pt x="7140" y="20340"/>
                  </a:cubicBezTo>
                  <a:cubicBezTo>
                    <a:pt x="8421" y="20916"/>
                    <a:pt x="9816" y="21195"/>
                    <a:pt x="11221" y="21156"/>
                  </a:cubicBezTo>
                  <a:lnTo>
                    <a:pt x="16819" y="21157"/>
                  </a:lnTo>
                  <a:lnTo>
                    <a:pt x="16819" y="24772"/>
                  </a:lnTo>
                  <a:cubicBezTo>
                    <a:pt x="14475" y="25245"/>
                    <a:pt x="12095" y="25518"/>
                    <a:pt x="9705" y="25588"/>
                  </a:cubicBezTo>
                  <a:cubicBezTo>
                    <a:pt x="7670" y="25476"/>
                    <a:pt x="5700" y="24833"/>
                    <a:pt x="3991" y="23722"/>
                  </a:cubicBez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75742B23-0DAF-074C-B892-7EE6C3CE97A6}"/>
                </a:ext>
              </a:extLst>
            </p:cNvPr>
            <p:cNvSpPr/>
            <p:nvPr/>
          </p:nvSpPr>
          <p:spPr>
            <a:xfrm>
              <a:off x="11266785" y="2009689"/>
              <a:ext cx="20105" cy="26044"/>
            </a:xfrm>
            <a:custGeom>
              <a:avLst/>
              <a:gdLst>
                <a:gd name="connsiteX0" fmla="*/ 2380 w 20105"/>
                <a:gd name="connsiteY0" fmla="*/ 22192 h 26044"/>
                <a:gd name="connsiteX1" fmla="*/ 48 w 20105"/>
                <a:gd name="connsiteY1" fmla="*/ 13097 h 26044"/>
                <a:gd name="connsiteX2" fmla="*/ 2614 w 20105"/>
                <a:gd name="connsiteY2" fmla="*/ 3301 h 26044"/>
                <a:gd name="connsiteX3" fmla="*/ 10310 w 20105"/>
                <a:gd name="connsiteY3" fmla="*/ 36 h 26044"/>
                <a:gd name="connsiteX4" fmla="*/ 20106 w 20105"/>
                <a:gd name="connsiteY4" fmla="*/ 11697 h 26044"/>
                <a:gd name="connsiteX5" fmla="*/ 20106 w 20105"/>
                <a:gd name="connsiteY5" fmla="*/ 14962 h 26044"/>
                <a:gd name="connsiteX6" fmla="*/ 4946 w 20105"/>
                <a:gd name="connsiteY6" fmla="*/ 14962 h 26044"/>
                <a:gd name="connsiteX7" fmla="*/ 5529 w 20105"/>
                <a:gd name="connsiteY7" fmla="*/ 18927 h 26044"/>
                <a:gd name="connsiteX8" fmla="*/ 7628 w 20105"/>
                <a:gd name="connsiteY8" fmla="*/ 21026 h 26044"/>
                <a:gd name="connsiteX9" fmla="*/ 11476 w 20105"/>
                <a:gd name="connsiteY9" fmla="*/ 21609 h 26044"/>
                <a:gd name="connsiteX10" fmla="*/ 18240 w 20105"/>
                <a:gd name="connsiteY10" fmla="*/ 21609 h 26044"/>
                <a:gd name="connsiteX11" fmla="*/ 19523 w 20105"/>
                <a:gd name="connsiteY11" fmla="*/ 21609 h 26044"/>
                <a:gd name="connsiteX12" fmla="*/ 19523 w 20105"/>
                <a:gd name="connsiteY12" fmla="*/ 25108 h 26044"/>
                <a:gd name="connsiteX13" fmla="*/ 10427 w 20105"/>
                <a:gd name="connsiteY13" fmla="*/ 26041 h 26044"/>
                <a:gd name="connsiteX14" fmla="*/ 2380 w 20105"/>
                <a:gd name="connsiteY14" fmla="*/ 22192 h 26044"/>
                <a:gd name="connsiteX15" fmla="*/ 15674 w 20105"/>
                <a:gd name="connsiteY15" fmla="*/ 10531 h 26044"/>
                <a:gd name="connsiteX16" fmla="*/ 14391 w 20105"/>
                <a:gd name="connsiteY16" fmla="*/ 5050 h 26044"/>
                <a:gd name="connsiteX17" fmla="*/ 10310 w 20105"/>
                <a:gd name="connsiteY17" fmla="*/ 3418 h 26044"/>
                <a:gd name="connsiteX18" fmla="*/ 5995 w 20105"/>
                <a:gd name="connsiteY18" fmla="*/ 5167 h 26044"/>
                <a:gd name="connsiteX19" fmla="*/ 4479 w 20105"/>
                <a:gd name="connsiteY19" fmla="*/ 10531 h 26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105" h="26044">
                  <a:moveTo>
                    <a:pt x="2380" y="22192"/>
                  </a:moveTo>
                  <a:cubicBezTo>
                    <a:pt x="629" y="19497"/>
                    <a:pt x="-190" y="16302"/>
                    <a:pt x="48" y="13097"/>
                  </a:cubicBezTo>
                  <a:cubicBezTo>
                    <a:pt x="-226" y="9636"/>
                    <a:pt x="678" y="6183"/>
                    <a:pt x="2614" y="3301"/>
                  </a:cubicBezTo>
                  <a:cubicBezTo>
                    <a:pt x="4472" y="995"/>
                    <a:pt x="7360" y="-230"/>
                    <a:pt x="10310" y="36"/>
                  </a:cubicBezTo>
                  <a:cubicBezTo>
                    <a:pt x="16840" y="36"/>
                    <a:pt x="20106" y="3767"/>
                    <a:pt x="20106" y="11697"/>
                  </a:cubicBezTo>
                  <a:lnTo>
                    <a:pt x="20106" y="14962"/>
                  </a:lnTo>
                  <a:lnTo>
                    <a:pt x="4946" y="14962"/>
                  </a:lnTo>
                  <a:cubicBezTo>
                    <a:pt x="4910" y="16308"/>
                    <a:pt x="5107" y="17649"/>
                    <a:pt x="5529" y="18927"/>
                  </a:cubicBezTo>
                  <a:cubicBezTo>
                    <a:pt x="5974" y="19842"/>
                    <a:pt x="6713" y="20581"/>
                    <a:pt x="7628" y="21026"/>
                  </a:cubicBezTo>
                  <a:cubicBezTo>
                    <a:pt x="8869" y="21435"/>
                    <a:pt x="10170" y="21632"/>
                    <a:pt x="11476" y="21609"/>
                  </a:cubicBezTo>
                  <a:lnTo>
                    <a:pt x="18240" y="21609"/>
                  </a:lnTo>
                  <a:lnTo>
                    <a:pt x="19523" y="21609"/>
                  </a:lnTo>
                  <a:lnTo>
                    <a:pt x="19523" y="25108"/>
                  </a:lnTo>
                  <a:cubicBezTo>
                    <a:pt x="16517" y="25639"/>
                    <a:pt x="13477" y="25951"/>
                    <a:pt x="10427" y="26041"/>
                  </a:cubicBezTo>
                  <a:cubicBezTo>
                    <a:pt x="7282" y="26124"/>
                    <a:pt x="4289" y="24693"/>
                    <a:pt x="2380" y="22192"/>
                  </a:cubicBezTo>
                  <a:close/>
                  <a:moveTo>
                    <a:pt x="15674" y="10531"/>
                  </a:moveTo>
                  <a:cubicBezTo>
                    <a:pt x="15829" y="8615"/>
                    <a:pt x="15380" y="6699"/>
                    <a:pt x="14391" y="5050"/>
                  </a:cubicBezTo>
                  <a:cubicBezTo>
                    <a:pt x="13377" y="3876"/>
                    <a:pt x="11855" y="3267"/>
                    <a:pt x="10310" y="3418"/>
                  </a:cubicBezTo>
                  <a:cubicBezTo>
                    <a:pt x="8675" y="3277"/>
                    <a:pt x="7071" y="3927"/>
                    <a:pt x="5995" y="5167"/>
                  </a:cubicBezTo>
                  <a:cubicBezTo>
                    <a:pt x="4926" y="6745"/>
                    <a:pt x="4395" y="8627"/>
                    <a:pt x="4479" y="10531"/>
                  </a:cubicBez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2D5DAF33-C6B7-3A46-B03C-627B3D624568}"/>
                </a:ext>
              </a:extLst>
            </p:cNvPr>
            <p:cNvSpPr/>
            <p:nvPr/>
          </p:nvSpPr>
          <p:spPr>
            <a:xfrm>
              <a:off x="11292138" y="2010106"/>
              <a:ext cx="19601" cy="24341"/>
            </a:xfrm>
            <a:custGeom>
              <a:avLst/>
              <a:gdLst>
                <a:gd name="connsiteX0" fmla="*/ 0 w 19601"/>
                <a:gd name="connsiteY0" fmla="*/ 202 h 24341"/>
                <a:gd name="connsiteX1" fmla="*/ 4431 w 19601"/>
                <a:gd name="connsiteY1" fmla="*/ 202 h 24341"/>
                <a:gd name="connsiteX2" fmla="*/ 4431 w 19601"/>
                <a:gd name="connsiteY2" fmla="*/ 1718 h 24341"/>
                <a:gd name="connsiteX3" fmla="*/ 8163 w 19601"/>
                <a:gd name="connsiteY3" fmla="*/ 85 h 24341"/>
                <a:gd name="connsiteX4" fmla="*/ 11662 w 19601"/>
                <a:gd name="connsiteY4" fmla="*/ 85 h 24341"/>
                <a:gd name="connsiteX5" fmla="*/ 16443 w 19601"/>
                <a:gd name="connsiteY5" fmla="*/ 1252 h 24341"/>
                <a:gd name="connsiteX6" fmla="*/ 18892 w 19601"/>
                <a:gd name="connsiteY6" fmla="*/ 4983 h 24341"/>
                <a:gd name="connsiteX7" fmla="*/ 19591 w 19601"/>
                <a:gd name="connsiteY7" fmla="*/ 11863 h 24341"/>
                <a:gd name="connsiteX8" fmla="*/ 19591 w 19601"/>
                <a:gd name="connsiteY8" fmla="*/ 24341 h 24341"/>
                <a:gd name="connsiteX9" fmla="*/ 15160 w 19601"/>
                <a:gd name="connsiteY9" fmla="*/ 24341 h 24341"/>
                <a:gd name="connsiteX10" fmla="*/ 15160 w 19601"/>
                <a:gd name="connsiteY10" fmla="*/ 11630 h 24341"/>
                <a:gd name="connsiteX11" fmla="*/ 15160 w 19601"/>
                <a:gd name="connsiteY11" fmla="*/ 6966 h 24341"/>
                <a:gd name="connsiteX12" fmla="*/ 13761 w 19601"/>
                <a:gd name="connsiteY12" fmla="*/ 4633 h 24341"/>
                <a:gd name="connsiteX13" fmla="*/ 10962 w 19601"/>
                <a:gd name="connsiteY13" fmla="*/ 3934 h 24341"/>
                <a:gd name="connsiteX14" fmla="*/ 5597 w 19601"/>
                <a:gd name="connsiteY14" fmla="*/ 4983 h 24341"/>
                <a:gd name="connsiteX15" fmla="*/ 4781 w 19601"/>
                <a:gd name="connsiteY15" fmla="*/ 4983 h 24341"/>
                <a:gd name="connsiteX16" fmla="*/ 4781 w 19601"/>
                <a:gd name="connsiteY16" fmla="*/ 24341 h 24341"/>
                <a:gd name="connsiteX17" fmla="*/ 350 w 19601"/>
                <a:gd name="connsiteY17" fmla="*/ 24341 h 2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601" h="24341">
                  <a:moveTo>
                    <a:pt x="0" y="202"/>
                  </a:moveTo>
                  <a:lnTo>
                    <a:pt x="4431" y="202"/>
                  </a:lnTo>
                  <a:lnTo>
                    <a:pt x="4431" y="1718"/>
                  </a:lnTo>
                  <a:cubicBezTo>
                    <a:pt x="5627" y="1070"/>
                    <a:pt x="6876" y="524"/>
                    <a:pt x="8163" y="85"/>
                  </a:cubicBezTo>
                  <a:cubicBezTo>
                    <a:pt x="9326" y="-28"/>
                    <a:pt x="10498" y="-28"/>
                    <a:pt x="11662" y="85"/>
                  </a:cubicBezTo>
                  <a:cubicBezTo>
                    <a:pt x="13333" y="21"/>
                    <a:pt x="14989" y="425"/>
                    <a:pt x="16443" y="1252"/>
                  </a:cubicBezTo>
                  <a:cubicBezTo>
                    <a:pt x="17665" y="2176"/>
                    <a:pt x="18530" y="3494"/>
                    <a:pt x="18892" y="4983"/>
                  </a:cubicBezTo>
                  <a:cubicBezTo>
                    <a:pt x="19418" y="7237"/>
                    <a:pt x="19653" y="9550"/>
                    <a:pt x="19591" y="11863"/>
                  </a:cubicBezTo>
                  <a:lnTo>
                    <a:pt x="19591" y="24341"/>
                  </a:lnTo>
                  <a:lnTo>
                    <a:pt x="15160" y="24341"/>
                  </a:lnTo>
                  <a:lnTo>
                    <a:pt x="15160" y="11630"/>
                  </a:lnTo>
                  <a:cubicBezTo>
                    <a:pt x="15308" y="10079"/>
                    <a:pt x="15308" y="8517"/>
                    <a:pt x="15160" y="6966"/>
                  </a:cubicBezTo>
                  <a:cubicBezTo>
                    <a:pt x="15015" y="6036"/>
                    <a:pt x="14513" y="5199"/>
                    <a:pt x="13761" y="4633"/>
                  </a:cubicBezTo>
                  <a:cubicBezTo>
                    <a:pt x="12932" y="4095"/>
                    <a:pt x="11947" y="3848"/>
                    <a:pt x="10962" y="3934"/>
                  </a:cubicBezTo>
                  <a:cubicBezTo>
                    <a:pt x="9125" y="3953"/>
                    <a:pt x="7307" y="4309"/>
                    <a:pt x="5597" y="4983"/>
                  </a:cubicBezTo>
                  <a:lnTo>
                    <a:pt x="4781" y="4983"/>
                  </a:lnTo>
                  <a:lnTo>
                    <a:pt x="4781" y="24341"/>
                  </a:lnTo>
                  <a:lnTo>
                    <a:pt x="350" y="24341"/>
                  </a:ln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48FAB2F7-4411-7F41-99FD-A028C182468E}"/>
                </a:ext>
              </a:extLst>
            </p:cNvPr>
            <p:cNvSpPr/>
            <p:nvPr/>
          </p:nvSpPr>
          <p:spPr>
            <a:xfrm>
              <a:off x="11315928" y="2003778"/>
              <a:ext cx="14693" cy="31222"/>
            </a:xfrm>
            <a:custGeom>
              <a:avLst/>
              <a:gdLst>
                <a:gd name="connsiteX0" fmla="*/ 5831 w 14693"/>
                <a:gd name="connsiteY0" fmla="*/ 30669 h 31222"/>
                <a:gd name="connsiteX1" fmla="*/ 3848 w 14693"/>
                <a:gd name="connsiteY1" fmla="*/ 27987 h 31222"/>
                <a:gd name="connsiteX2" fmla="*/ 3149 w 14693"/>
                <a:gd name="connsiteY2" fmla="*/ 22623 h 31222"/>
                <a:gd name="connsiteX3" fmla="*/ 3149 w 14693"/>
                <a:gd name="connsiteY3" fmla="*/ 10962 h 31222"/>
                <a:gd name="connsiteX4" fmla="*/ 0 w 14693"/>
                <a:gd name="connsiteY4" fmla="*/ 10962 h 31222"/>
                <a:gd name="connsiteX5" fmla="*/ 0 w 14693"/>
                <a:gd name="connsiteY5" fmla="*/ 7113 h 31222"/>
                <a:gd name="connsiteX6" fmla="*/ 3149 w 14693"/>
                <a:gd name="connsiteY6" fmla="*/ 7113 h 31222"/>
                <a:gd name="connsiteX7" fmla="*/ 3149 w 14693"/>
                <a:gd name="connsiteY7" fmla="*/ 0 h 31222"/>
                <a:gd name="connsiteX8" fmla="*/ 7697 w 14693"/>
                <a:gd name="connsiteY8" fmla="*/ 0 h 31222"/>
                <a:gd name="connsiteX9" fmla="*/ 7697 w 14693"/>
                <a:gd name="connsiteY9" fmla="*/ 7113 h 31222"/>
                <a:gd name="connsiteX10" fmla="*/ 14693 w 14693"/>
                <a:gd name="connsiteY10" fmla="*/ 7113 h 31222"/>
                <a:gd name="connsiteX11" fmla="*/ 14693 w 14693"/>
                <a:gd name="connsiteY11" fmla="*/ 10962 h 31222"/>
                <a:gd name="connsiteX12" fmla="*/ 7697 w 14693"/>
                <a:gd name="connsiteY12" fmla="*/ 10962 h 31222"/>
                <a:gd name="connsiteX13" fmla="*/ 7697 w 14693"/>
                <a:gd name="connsiteY13" fmla="*/ 21807 h 31222"/>
                <a:gd name="connsiteX14" fmla="*/ 7697 w 14693"/>
                <a:gd name="connsiteY14" fmla="*/ 25189 h 31222"/>
                <a:gd name="connsiteX15" fmla="*/ 8513 w 14693"/>
                <a:gd name="connsiteY15" fmla="*/ 26938 h 31222"/>
                <a:gd name="connsiteX16" fmla="*/ 10495 w 14693"/>
                <a:gd name="connsiteY16" fmla="*/ 27521 h 31222"/>
                <a:gd name="connsiteX17" fmla="*/ 14577 w 14693"/>
                <a:gd name="connsiteY17" fmla="*/ 27521 h 31222"/>
                <a:gd name="connsiteX18" fmla="*/ 14577 w 14693"/>
                <a:gd name="connsiteY18" fmla="*/ 31136 h 31222"/>
                <a:gd name="connsiteX19" fmla="*/ 9446 w 14693"/>
                <a:gd name="connsiteY19" fmla="*/ 31136 h 31222"/>
                <a:gd name="connsiteX20" fmla="*/ 5831 w 14693"/>
                <a:gd name="connsiteY20" fmla="*/ 30669 h 31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693" h="31222">
                  <a:moveTo>
                    <a:pt x="5831" y="30669"/>
                  </a:moveTo>
                  <a:cubicBezTo>
                    <a:pt x="4818" y="30098"/>
                    <a:pt x="4097" y="29123"/>
                    <a:pt x="3848" y="27987"/>
                  </a:cubicBezTo>
                  <a:cubicBezTo>
                    <a:pt x="3314" y="26251"/>
                    <a:pt x="3077" y="24438"/>
                    <a:pt x="3149" y="22623"/>
                  </a:cubicBezTo>
                  <a:lnTo>
                    <a:pt x="3149" y="10962"/>
                  </a:lnTo>
                  <a:lnTo>
                    <a:pt x="0" y="10962"/>
                  </a:lnTo>
                  <a:lnTo>
                    <a:pt x="0" y="7113"/>
                  </a:lnTo>
                  <a:lnTo>
                    <a:pt x="3149" y="7113"/>
                  </a:lnTo>
                  <a:lnTo>
                    <a:pt x="3149" y="0"/>
                  </a:lnTo>
                  <a:lnTo>
                    <a:pt x="7697" y="0"/>
                  </a:lnTo>
                  <a:lnTo>
                    <a:pt x="7697" y="7113"/>
                  </a:lnTo>
                  <a:lnTo>
                    <a:pt x="14693" y="7113"/>
                  </a:lnTo>
                  <a:lnTo>
                    <a:pt x="14693" y="10962"/>
                  </a:lnTo>
                  <a:lnTo>
                    <a:pt x="7697" y="10962"/>
                  </a:lnTo>
                  <a:lnTo>
                    <a:pt x="7697" y="21807"/>
                  </a:lnTo>
                  <a:cubicBezTo>
                    <a:pt x="7622" y="22933"/>
                    <a:pt x="7622" y="24063"/>
                    <a:pt x="7697" y="25189"/>
                  </a:cubicBezTo>
                  <a:cubicBezTo>
                    <a:pt x="7718" y="25859"/>
                    <a:pt x="8013" y="26491"/>
                    <a:pt x="8513" y="26938"/>
                  </a:cubicBezTo>
                  <a:cubicBezTo>
                    <a:pt x="9080" y="27368"/>
                    <a:pt x="9786" y="27575"/>
                    <a:pt x="10495" y="27521"/>
                  </a:cubicBezTo>
                  <a:lnTo>
                    <a:pt x="14577" y="27521"/>
                  </a:lnTo>
                  <a:lnTo>
                    <a:pt x="14577" y="31136"/>
                  </a:lnTo>
                  <a:cubicBezTo>
                    <a:pt x="12868" y="31252"/>
                    <a:pt x="11154" y="31252"/>
                    <a:pt x="9446" y="31136"/>
                  </a:cubicBezTo>
                  <a:cubicBezTo>
                    <a:pt x="8221" y="31272"/>
                    <a:pt x="6981" y="31112"/>
                    <a:pt x="5831" y="30669"/>
                  </a:cubicBez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0671A85E-CDE0-AF4F-999B-6823650318A0}"/>
                </a:ext>
              </a:extLst>
            </p:cNvPr>
            <p:cNvSpPr/>
            <p:nvPr/>
          </p:nvSpPr>
          <p:spPr>
            <a:xfrm>
              <a:off x="11333828" y="2009695"/>
              <a:ext cx="19998" cy="26040"/>
            </a:xfrm>
            <a:custGeom>
              <a:avLst/>
              <a:gdLst>
                <a:gd name="connsiteX0" fmla="*/ 2390 w 19998"/>
                <a:gd name="connsiteY0" fmla="*/ 22187 h 26040"/>
                <a:gd name="connsiteX1" fmla="*/ 58 w 19998"/>
                <a:gd name="connsiteY1" fmla="*/ 13091 h 26040"/>
                <a:gd name="connsiteX2" fmla="*/ 2507 w 19998"/>
                <a:gd name="connsiteY2" fmla="*/ 3296 h 26040"/>
                <a:gd name="connsiteX3" fmla="*/ 10320 w 19998"/>
                <a:gd name="connsiteY3" fmla="*/ 31 h 26040"/>
                <a:gd name="connsiteX4" fmla="*/ 19999 w 19998"/>
                <a:gd name="connsiteY4" fmla="*/ 11692 h 26040"/>
                <a:gd name="connsiteX5" fmla="*/ 19999 w 19998"/>
                <a:gd name="connsiteY5" fmla="*/ 14957 h 26040"/>
                <a:gd name="connsiteX6" fmla="*/ 4723 w 19998"/>
                <a:gd name="connsiteY6" fmla="*/ 14957 h 26040"/>
                <a:gd name="connsiteX7" fmla="*/ 5422 w 19998"/>
                <a:gd name="connsiteY7" fmla="*/ 18922 h 26040"/>
                <a:gd name="connsiteX8" fmla="*/ 7405 w 19998"/>
                <a:gd name="connsiteY8" fmla="*/ 21021 h 26040"/>
                <a:gd name="connsiteX9" fmla="*/ 11369 w 19998"/>
                <a:gd name="connsiteY9" fmla="*/ 21604 h 26040"/>
                <a:gd name="connsiteX10" fmla="*/ 18017 w 19998"/>
                <a:gd name="connsiteY10" fmla="*/ 21604 h 26040"/>
                <a:gd name="connsiteX11" fmla="*/ 19416 w 19998"/>
                <a:gd name="connsiteY11" fmla="*/ 21604 h 26040"/>
                <a:gd name="connsiteX12" fmla="*/ 19416 w 19998"/>
                <a:gd name="connsiteY12" fmla="*/ 25103 h 26040"/>
                <a:gd name="connsiteX13" fmla="*/ 10437 w 19998"/>
                <a:gd name="connsiteY13" fmla="*/ 26036 h 26040"/>
                <a:gd name="connsiteX14" fmla="*/ 2390 w 19998"/>
                <a:gd name="connsiteY14" fmla="*/ 22187 h 26040"/>
                <a:gd name="connsiteX15" fmla="*/ 15568 w 19998"/>
                <a:gd name="connsiteY15" fmla="*/ 10526 h 26040"/>
                <a:gd name="connsiteX16" fmla="*/ 14402 w 19998"/>
                <a:gd name="connsiteY16" fmla="*/ 5045 h 26040"/>
                <a:gd name="connsiteX17" fmla="*/ 10320 w 19998"/>
                <a:gd name="connsiteY17" fmla="*/ 3412 h 26040"/>
                <a:gd name="connsiteX18" fmla="*/ 5889 w 19998"/>
                <a:gd name="connsiteY18" fmla="*/ 5162 h 26040"/>
                <a:gd name="connsiteX19" fmla="*/ 4489 w 19998"/>
                <a:gd name="connsiteY19" fmla="*/ 10526 h 26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998" h="26040">
                  <a:moveTo>
                    <a:pt x="2390" y="22187"/>
                  </a:moveTo>
                  <a:cubicBezTo>
                    <a:pt x="589" y="19515"/>
                    <a:pt x="-235" y="16302"/>
                    <a:pt x="58" y="13091"/>
                  </a:cubicBezTo>
                  <a:cubicBezTo>
                    <a:pt x="-189" y="9649"/>
                    <a:pt x="669" y="6217"/>
                    <a:pt x="2507" y="3296"/>
                  </a:cubicBezTo>
                  <a:cubicBezTo>
                    <a:pt x="4427" y="1004"/>
                    <a:pt x="7340" y="-213"/>
                    <a:pt x="10320" y="31"/>
                  </a:cubicBezTo>
                  <a:cubicBezTo>
                    <a:pt x="16734" y="31"/>
                    <a:pt x="19999" y="3762"/>
                    <a:pt x="19999" y="11692"/>
                  </a:cubicBezTo>
                  <a:lnTo>
                    <a:pt x="19999" y="14957"/>
                  </a:lnTo>
                  <a:lnTo>
                    <a:pt x="4723" y="14957"/>
                  </a:lnTo>
                  <a:cubicBezTo>
                    <a:pt x="4653" y="16315"/>
                    <a:pt x="4892" y="17671"/>
                    <a:pt x="5422" y="18922"/>
                  </a:cubicBezTo>
                  <a:cubicBezTo>
                    <a:pt x="5786" y="19853"/>
                    <a:pt x="6496" y="20605"/>
                    <a:pt x="7405" y="21021"/>
                  </a:cubicBezTo>
                  <a:cubicBezTo>
                    <a:pt x="8683" y="21443"/>
                    <a:pt x="10024" y="21640"/>
                    <a:pt x="11369" y="21604"/>
                  </a:cubicBezTo>
                  <a:lnTo>
                    <a:pt x="18017" y="21604"/>
                  </a:lnTo>
                  <a:lnTo>
                    <a:pt x="19416" y="21604"/>
                  </a:lnTo>
                  <a:lnTo>
                    <a:pt x="19416" y="25103"/>
                  </a:lnTo>
                  <a:cubicBezTo>
                    <a:pt x="16450" y="25633"/>
                    <a:pt x="13449" y="25945"/>
                    <a:pt x="10437" y="26036"/>
                  </a:cubicBezTo>
                  <a:cubicBezTo>
                    <a:pt x="7288" y="26139"/>
                    <a:pt x="4286" y="24703"/>
                    <a:pt x="2390" y="22187"/>
                  </a:cubicBezTo>
                  <a:close/>
                  <a:moveTo>
                    <a:pt x="15568" y="10526"/>
                  </a:moveTo>
                  <a:cubicBezTo>
                    <a:pt x="15750" y="8623"/>
                    <a:pt x="15343" y="6709"/>
                    <a:pt x="14402" y="5045"/>
                  </a:cubicBezTo>
                  <a:cubicBezTo>
                    <a:pt x="13375" y="3887"/>
                    <a:pt x="11862" y="3281"/>
                    <a:pt x="10320" y="3412"/>
                  </a:cubicBezTo>
                  <a:cubicBezTo>
                    <a:pt x="8651" y="3272"/>
                    <a:pt x="7012" y="3919"/>
                    <a:pt x="5889" y="5162"/>
                  </a:cubicBezTo>
                  <a:cubicBezTo>
                    <a:pt x="4811" y="6732"/>
                    <a:pt x="4316" y="8629"/>
                    <a:pt x="4489" y="10526"/>
                  </a:cubicBez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D2C5D7FF-D35A-0F4D-9908-0B16DF00E30F}"/>
                </a:ext>
              </a:extLst>
            </p:cNvPr>
            <p:cNvSpPr/>
            <p:nvPr/>
          </p:nvSpPr>
          <p:spPr>
            <a:xfrm>
              <a:off x="11359191" y="2009725"/>
              <a:ext cx="12827" cy="24722"/>
            </a:xfrm>
            <a:custGeom>
              <a:avLst/>
              <a:gdLst>
                <a:gd name="connsiteX0" fmla="*/ 0 w 12827"/>
                <a:gd name="connsiteY0" fmla="*/ 583 h 24722"/>
                <a:gd name="connsiteX1" fmla="*/ 4431 w 12827"/>
                <a:gd name="connsiteY1" fmla="*/ 583 h 24722"/>
                <a:gd name="connsiteX2" fmla="*/ 4431 w 12827"/>
                <a:gd name="connsiteY2" fmla="*/ 3615 h 24722"/>
                <a:gd name="connsiteX3" fmla="*/ 12828 w 12827"/>
                <a:gd name="connsiteY3" fmla="*/ 0 h 24722"/>
                <a:gd name="connsiteX4" fmla="*/ 12828 w 12827"/>
                <a:gd name="connsiteY4" fmla="*/ 4548 h 24722"/>
                <a:gd name="connsiteX5" fmla="*/ 8863 w 12827"/>
                <a:gd name="connsiteY5" fmla="*/ 5597 h 24722"/>
                <a:gd name="connsiteX6" fmla="*/ 5597 w 12827"/>
                <a:gd name="connsiteY6" fmla="*/ 6880 h 24722"/>
                <a:gd name="connsiteX7" fmla="*/ 4431 w 12827"/>
                <a:gd name="connsiteY7" fmla="*/ 6880 h 24722"/>
                <a:gd name="connsiteX8" fmla="*/ 4431 w 12827"/>
                <a:gd name="connsiteY8" fmla="*/ 24722 h 24722"/>
                <a:gd name="connsiteX9" fmla="*/ 0 w 12827"/>
                <a:gd name="connsiteY9" fmla="*/ 24722 h 24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827" h="24722">
                  <a:moveTo>
                    <a:pt x="0" y="583"/>
                  </a:moveTo>
                  <a:lnTo>
                    <a:pt x="4431" y="583"/>
                  </a:lnTo>
                  <a:lnTo>
                    <a:pt x="4431" y="3615"/>
                  </a:lnTo>
                  <a:cubicBezTo>
                    <a:pt x="6964" y="1868"/>
                    <a:pt x="9818" y="639"/>
                    <a:pt x="12828" y="0"/>
                  </a:cubicBezTo>
                  <a:lnTo>
                    <a:pt x="12828" y="4548"/>
                  </a:lnTo>
                  <a:lnTo>
                    <a:pt x="8863" y="5597"/>
                  </a:lnTo>
                  <a:cubicBezTo>
                    <a:pt x="7744" y="5942"/>
                    <a:pt x="6652" y="6371"/>
                    <a:pt x="5597" y="6880"/>
                  </a:cubicBezTo>
                  <a:lnTo>
                    <a:pt x="4431" y="6880"/>
                  </a:lnTo>
                  <a:lnTo>
                    <a:pt x="4431" y="24722"/>
                  </a:lnTo>
                  <a:lnTo>
                    <a:pt x="0" y="24722"/>
                  </a:lnTo>
                  <a:close/>
                </a:path>
              </a:pathLst>
            </a:custGeom>
            <a:solidFill>
              <a:srgbClr val="00000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6DA34C16-E1A8-8848-A672-FD50B7CCE945}"/>
                </a:ext>
              </a:extLst>
            </p:cNvPr>
            <p:cNvSpPr/>
            <p:nvPr/>
          </p:nvSpPr>
          <p:spPr>
            <a:xfrm>
              <a:off x="10492985" y="1684013"/>
              <a:ext cx="53175" cy="48921"/>
            </a:xfrm>
            <a:custGeom>
              <a:avLst/>
              <a:gdLst>
                <a:gd name="connsiteX0" fmla="*/ 53176 w 53175"/>
                <a:gd name="connsiteY0" fmla="*/ 47238 h 48921"/>
                <a:gd name="connsiteX1" fmla="*/ 53176 w 53175"/>
                <a:gd name="connsiteY1" fmla="*/ 36393 h 48921"/>
                <a:gd name="connsiteX2" fmla="*/ 51777 w 53175"/>
                <a:gd name="connsiteY2" fmla="*/ 34877 h 48921"/>
                <a:gd name="connsiteX3" fmla="*/ 28454 w 53175"/>
                <a:gd name="connsiteY3" fmla="*/ 34877 h 48921"/>
                <a:gd name="connsiteX4" fmla="*/ 24955 w 53175"/>
                <a:gd name="connsiteY4" fmla="*/ 30563 h 48921"/>
                <a:gd name="connsiteX5" fmla="*/ 23323 w 53175"/>
                <a:gd name="connsiteY5" fmla="*/ 24265 h 48921"/>
                <a:gd name="connsiteX6" fmla="*/ 25888 w 53175"/>
                <a:gd name="connsiteY6" fmla="*/ 17152 h 48921"/>
                <a:gd name="connsiteX7" fmla="*/ 32652 w 53175"/>
                <a:gd name="connsiteY7" fmla="*/ 14586 h 48921"/>
                <a:gd name="connsiteX8" fmla="*/ 38249 w 53175"/>
                <a:gd name="connsiteY8" fmla="*/ 15869 h 48921"/>
                <a:gd name="connsiteX9" fmla="*/ 43031 w 53175"/>
                <a:gd name="connsiteY9" fmla="*/ 19601 h 48921"/>
                <a:gd name="connsiteX10" fmla="*/ 44197 w 53175"/>
                <a:gd name="connsiteY10" fmla="*/ 19601 h 48921"/>
                <a:gd name="connsiteX11" fmla="*/ 45363 w 53175"/>
                <a:gd name="connsiteY11" fmla="*/ 18901 h 48921"/>
                <a:gd name="connsiteX12" fmla="*/ 52360 w 53175"/>
                <a:gd name="connsiteY12" fmla="*/ 11321 h 48921"/>
                <a:gd name="connsiteX13" fmla="*/ 52360 w 53175"/>
                <a:gd name="connsiteY13" fmla="*/ 9339 h 48921"/>
                <a:gd name="connsiteX14" fmla="*/ 44080 w 53175"/>
                <a:gd name="connsiteY14" fmla="*/ 2692 h 48921"/>
                <a:gd name="connsiteX15" fmla="*/ 31719 w 53175"/>
                <a:gd name="connsiteY15" fmla="*/ 10 h 48921"/>
                <a:gd name="connsiteX16" fmla="*/ 20757 w 53175"/>
                <a:gd name="connsiteY16" fmla="*/ 1992 h 48921"/>
                <a:gd name="connsiteX17" fmla="*/ 13177 w 53175"/>
                <a:gd name="connsiteY17" fmla="*/ 7123 h 48921"/>
                <a:gd name="connsiteX18" fmla="*/ 8746 w 53175"/>
                <a:gd name="connsiteY18" fmla="*/ 14820 h 48921"/>
                <a:gd name="connsiteX19" fmla="*/ 7113 w 53175"/>
                <a:gd name="connsiteY19" fmla="*/ 23333 h 48921"/>
                <a:gd name="connsiteX20" fmla="*/ 7930 w 53175"/>
                <a:gd name="connsiteY20" fmla="*/ 29513 h 48921"/>
                <a:gd name="connsiteX21" fmla="*/ 9096 w 53175"/>
                <a:gd name="connsiteY21" fmla="*/ 35577 h 48921"/>
                <a:gd name="connsiteX22" fmla="*/ 1399 w 53175"/>
                <a:gd name="connsiteY22" fmla="*/ 35577 h 48921"/>
                <a:gd name="connsiteX23" fmla="*/ 0 w 53175"/>
                <a:gd name="connsiteY23" fmla="*/ 37093 h 48921"/>
                <a:gd name="connsiteX24" fmla="*/ 0 w 53175"/>
                <a:gd name="connsiteY24" fmla="*/ 47238 h 48921"/>
                <a:gd name="connsiteX25" fmla="*/ 1399 w 53175"/>
                <a:gd name="connsiteY25" fmla="*/ 48871 h 48921"/>
                <a:gd name="connsiteX26" fmla="*/ 51427 w 53175"/>
                <a:gd name="connsiteY26" fmla="*/ 48871 h 48921"/>
                <a:gd name="connsiteX27" fmla="*/ 53176 w 53175"/>
                <a:gd name="connsiteY27" fmla="*/ 47238 h 48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3175" h="48921">
                  <a:moveTo>
                    <a:pt x="53176" y="47238"/>
                  </a:moveTo>
                  <a:lnTo>
                    <a:pt x="53176" y="36393"/>
                  </a:lnTo>
                  <a:cubicBezTo>
                    <a:pt x="53176" y="35460"/>
                    <a:pt x="53176" y="34877"/>
                    <a:pt x="51777" y="34877"/>
                  </a:cubicBezTo>
                  <a:lnTo>
                    <a:pt x="28454" y="34877"/>
                  </a:lnTo>
                  <a:cubicBezTo>
                    <a:pt x="27041" y="33658"/>
                    <a:pt x="25857" y="32197"/>
                    <a:pt x="24955" y="30563"/>
                  </a:cubicBezTo>
                  <a:cubicBezTo>
                    <a:pt x="23825" y="28661"/>
                    <a:pt x="23259" y="26477"/>
                    <a:pt x="23323" y="24265"/>
                  </a:cubicBezTo>
                  <a:cubicBezTo>
                    <a:pt x="23191" y="21646"/>
                    <a:pt x="24115" y="19084"/>
                    <a:pt x="25888" y="17152"/>
                  </a:cubicBezTo>
                  <a:cubicBezTo>
                    <a:pt x="27691" y="15399"/>
                    <a:pt x="30140" y="14470"/>
                    <a:pt x="32652" y="14586"/>
                  </a:cubicBezTo>
                  <a:cubicBezTo>
                    <a:pt x="34601" y="14479"/>
                    <a:pt x="36541" y="14924"/>
                    <a:pt x="38249" y="15869"/>
                  </a:cubicBezTo>
                  <a:cubicBezTo>
                    <a:pt x="40014" y="16876"/>
                    <a:pt x="41625" y="18133"/>
                    <a:pt x="43031" y="19601"/>
                  </a:cubicBezTo>
                  <a:lnTo>
                    <a:pt x="44197" y="19601"/>
                  </a:lnTo>
                  <a:cubicBezTo>
                    <a:pt x="44674" y="19565"/>
                    <a:pt x="45106" y="19305"/>
                    <a:pt x="45363" y="18901"/>
                  </a:cubicBezTo>
                  <a:lnTo>
                    <a:pt x="52360" y="11321"/>
                  </a:lnTo>
                  <a:cubicBezTo>
                    <a:pt x="52360" y="11321"/>
                    <a:pt x="52360" y="10155"/>
                    <a:pt x="52360" y="9339"/>
                  </a:cubicBezTo>
                  <a:cubicBezTo>
                    <a:pt x="50223" y="6443"/>
                    <a:pt x="47369" y="4152"/>
                    <a:pt x="44080" y="2692"/>
                  </a:cubicBezTo>
                  <a:cubicBezTo>
                    <a:pt x="40235" y="816"/>
                    <a:pt x="35995" y="-104"/>
                    <a:pt x="31719" y="10"/>
                  </a:cubicBezTo>
                  <a:cubicBezTo>
                    <a:pt x="27968" y="-90"/>
                    <a:pt x="24236" y="585"/>
                    <a:pt x="20757" y="1992"/>
                  </a:cubicBezTo>
                  <a:cubicBezTo>
                    <a:pt x="17917" y="3185"/>
                    <a:pt x="15340" y="4929"/>
                    <a:pt x="13177" y="7123"/>
                  </a:cubicBezTo>
                  <a:cubicBezTo>
                    <a:pt x="11091" y="9286"/>
                    <a:pt x="9569" y="11929"/>
                    <a:pt x="8746" y="14820"/>
                  </a:cubicBezTo>
                  <a:cubicBezTo>
                    <a:pt x="7734" y="17547"/>
                    <a:pt x="7182" y="20424"/>
                    <a:pt x="7113" y="23333"/>
                  </a:cubicBezTo>
                  <a:cubicBezTo>
                    <a:pt x="7213" y="25412"/>
                    <a:pt x="7486" y="27479"/>
                    <a:pt x="7930" y="29513"/>
                  </a:cubicBezTo>
                  <a:cubicBezTo>
                    <a:pt x="8014" y="31581"/>
                    <a:pt x="8407" y="33625"/>
                    <a:pt x="9096" y="35577"/>
                  </a:cubicBezTo>
                  <a:lnTo>
                    <a:pt x="1399" y="35577"/>
                  </a:lnTo>
                  <a:cubicBezTo>
                    <a:pt x="466" y="35577"/>
                    <a:pt x="0" y="35577"/>
                    <a:pt x="0" y="37093"/>
                  </a:cubicBezTo>
                  <a:lnTo>
                    <a:pt x="0" y="47238"/>
                  </a:lnTo>
                  <a:cubicBezTo>
                    <a:pt x="0" y="48404"/>
                    <a:pt x="0" y="48871"/>
                    <a:pt x="1399" y="48871"/>
                  </a:cubicBezTo>
                  <a:lnTo>
                    <a:pt x="51427" y="48871"/>
                  </a:lnTo>
                  <a:cubicBezTo>
                    <a:pt x="52709" y="49104"/>
                    <a:pt x="53176" y="48521"/>
                    <a:pt x="53176" y="47238"/>
                  </a:cubicBez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3F365103-8EB2-8F46-BC50-96621C44AE3A}"/>
                </a:ext>
              </a:extLst>
            </p:cNvPr>
            <p:cNvSpPr/>
            <p:nvPr/>
          </p:nvSpPr>
          <p:spPr>
            <a:xfrm>
              <a:off x="10558288" y="1637961"/>
              <a:ext cx="19824" cy="95506"/>
            </a:xfrm>
            <a:custGeom>
              <a:avLst/>
              <a:gdLst>
                <a:gd name="connsiteX0" fmla="*/ 18425 w 19824"/>
                <a:gd name="connsiteY0" fmla="*/ 0 h 95506"/>
                <a:gd name="connsiteX1" fmla="*/ 19824 w 19824"/>
                <a:gd name="connsiteY1" fmla="*/ 0 h 95506"/>
                <a:gd name="connsiteX2" fmla="*/ 19824 w 19824"/>
                <a:gd name="connsiteY2" fmla="*/ 95507 h 95506"/>
                <a:gd name="connsiteX3" fmla="*/ 0 w 19824"/>
                <a:gd name="connsiteY3" fmla="*/ 95507 h 95506"/>
                <a:gd name="connsiteX4" fmla="*/ 0 w 19824"/>
                <a:gd name="connsiteY4" fmla="*/ 0 h 95506"/>
                <a:gd name="connsiteX5" fmla="*/ 18425 w 19824"/>
                <a:gd name="connsiteY5" fmla="*/ 0 h 95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824" h="95506">
                  <a:moveTo>
                    <a:pt x="18425" y="0"/>
                  </a:moveTo>
                  <a:lnTo>
                    <a:pt x="19824" y="0"/>
                  </a:lnTo>
                  <a:lnTo>
                    <a:pt x="19824" y="95507"/>
                  </a:lnTo>
                  <a:lnTo>
                    <a:pt x="0" y="95507"/>
                  </a:lnTo>
                  <a:lnTo>
                    <a:pt x="0" y="0"/>
                  </a:lnTo>
                  <a:lnTo>
                    <a:pt x="18425" y="0"/>
                  </a:ln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C7543305-EE97-C243-A7AE-61A88C5C33D0}"/>
                </a:ext>
              </a:extLst>
            </p:cNvPr>
            <p:cNvSpPr/>
            <p:nvPr/>
          </p:nvSpPr>
          <p:spPr>
            <a:xfrm>
              <a:off x="10592449" y="1671227"/>
              <a:ext cx="56869" cy="61543"/>
            </a:xfrm>
            <a:custGeom>
              <a:avLst/>
              <a:gdLst>
                <a:gd name="connsiteX0" fmla="*/ 31726 w 56869"/>
                <a:gd name="connsiteY0" fmla="*/ 202 h 61543"/>
                <a:gd name="connsiteX1" fmla="*/ 7353 w 56869"/>
                <a:gd name="connsiteY1" fmla="*/ 202 h 61543"/>
                <a:gd name="connsiteX2" fmla="*/ 5954 w 56869"/>
                <a:gd name="connsiteY2" fmla="*/ 1485 h 61543"/>
                <a:gd name="connsiteX3" fmla="*/ 5954 w 56869"/>
                <a:gd name="connsiteY3" fmla="*/ 15828 h 61543"/>
                <a:gd name="connsiteX4" fmla="*/ 7353 w 56869"/>
                <a:gd name="connsiteY4" fmla="*/ 17344 h 61543"/>
                <a:gd name="connsiteX5" fmla="*/ 23446 w 56869"/>
                <a:gd name="connsiteY5" fmla="*/ 17344 h 61543"/>
                <a:gd name="connsiteX6" fmla="*/ 32892 w 56869"/>
                <a:gd name="connsiteY6" fmla="*/ 19676 h 61543"/>
                <a:gd name="connsiteX7" fmla="*/ 36040 w 56869"/>
                <a:gd name="connsiteY7" fmla="*/ 27373 h 61543"/>
                <a:gd name="connsiteX8" fmla="*/ 36040 w 56869"/>
                <a:gd name="connsiteY8" fmla="*/ 34953 h 61543"/>
                <a:gd name="connsiteX9" fmla="*/ 36040 w 56869"/>
                <a:gd name="connsiteY9" fmla="*/ 39501 h 61543"/>
                <a:gd name="connsiteX10" fmla="*/ 34641 w 56869"/>
                <a:gd name="connsiteY10" fmla="*/ 42416 h 61543"/>
                <a:gd name="connsiteX11" fmla="*/ 31492 w 56869"/>
                <a:gd name="connsiteY11" fmla="*/ 44049 h 61543"/>
                <a:gd name="connsiteX12" fmla="*/ 25895 w 56869"/>
                <a:gd name="connsiteY12" fmla="*/ 44049 h 61543"/>
                <a:gd name="connsiteX13" fmla="*/ 1523 w 56869"/>
                <a:gd name="connsiteY13" fmla="*/ 44049 h 61543"/>
                <a:gd name="connsiteX14" fmla="*/ 14 w 56869"/>
                <a:gd name="connsiteY14" fmla="*/ 45056 h 61543"/>
                <a:gd name="connsiteX15" fmla="*/ 7 w 56869"/>
                <a:gd name="connsiteY15" fmla="*/ 45098 h 61543"/>
                <a:gd name="connsiteX16" fmla="*/ 7 w 56869"/>
                <a:gd name="connsiteY16" fmla="*/ 60025 h 61543"/>
                <a:gd name="connsiteX17" fmla="*/ 1173 w 56869"/>
                <a:gd name="connsiteY17" fmla="*/ 61541 h 61543"/>
                <a:gd name="connsiteX18" fmla="*/ 35341 w 56869"/>
                <a:gd name="connsiteY18" fmla="*/ 61541 h 61543"/>
                <a:gd name="connsiteX19" fmla="*/ 44670 w 56869"/>
                <a:gd name="connsiteY19" fmla="*/ 60258 h 61543"/>
                <a:gd name="connsiteX20" fmla="*/ 51317 w 56869"/>
                <a:gd name="connsiteY20" fmla="*/ 56293 h 61543"/>
                <a:gd name="connsiteX21" fmla="*/ 55165 w 56869"/>
                <a:gd name="connsiteY21" fmla="*/ 48713 h 61543"/>
                <a:gd name="connsiteX22" fmla="*/ 56564 w 56869"/>
                <a:gd name="connsiteY22" fmla="*/ 37052 h 61543"/>
                <a:gd name="connsiteX23" fmla="*/ 56564 w 56869"/>
                <a:gd name="connsiteY23" fmla="*/ 25041 h 61543"/>
                <a:gd name="connsiteX24" fmla="*/ 38992 w 56869"/>
                <a:gd name="connsiteY24" fmla="*/ 301 h 61543"/>
                <a:gd name="connsiteX25" fmla="*/ 31726 w 56869"/>
                <a:gd name="connsiteY25" fmla="*/ 318 h 61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6869" h="61543">
                  <a:moveTo>
                    <a:pt x="31726" y="202"/>
                  </a:moveTo>
                  <a:lnTo>
                    <a:pt x="7353" y="202"/>
                  </a:lnTo>
                  <a:cubicBezTo>
                    <a:pt x="6644" y="248"/>
                    <a:pt x="6062" y="782"/>
                    <a:pt x="5954" y="1485"/>
                  </a:cubicBezTo>
                  <a:lnTo>
                    <a:pt x="5954" y="15828"/>
                  </a:lnTo>
                  <a:cubicBezTo>
                    <a:pt x="5954" y="16878"/>
                    <a:pt x="5954" y="17344"/>
                    <a:pt x="7353" y="17344"/>
                  </a:cubicBezTo>
                  <a:lnTo>
                    <a:pt x="23446" y="17344"/>
                  </a:lnTo>
                  <a:cubicBezTo>
                    <a:pt x="26763" y="17096"/>
                    <a:pt x="30072" y="17914"/>
                    <a:pt x="32892" y="19676"/>
                  </a:cubicBezTo>
                  <a:cubicBezTo>
                    <a:pt x="35090" y="21606"/>
                    <a:pt x="36256" y="24456"/>
                    <a:pt x="36040" y="27373"/>
                  </a:cubicBezTo>
                  <a:lnTo>
                    <a:pt x="36040" y="34953"/>
                  </a:lnTo>
                  <a:cubicBezTo>
                    <a:pt x="36157" y="36466"/>
                    <a:pt x="36157" y="37987"/>
                    <a:pt x="36040" y="39501"/>
                  </a:cubicBezTo>
                  <a:cubicBezTo>
                    <a:pt x="35864" y="40587"/>
                    <a:pt x="35378" y="41599"/>
                    <a:pt x="34641" y="42416"/>
                  </a:cubicBezTo>
                  <a:cubicBezTo>
                    <a:pt x="33752" y="43226"/>
                    <a:pt x="32667" y="43789"/>
                    <a:pt x="31492" y="44049"/>
                  </a:cubicBezTo>
                  <a:cubicBezTo>
                    <a:pt x="29631" y="44222"/>
                    <a:pt x="27757" y="44222"/>
                    <a:pt x="25895" y="44049"/>
                  </a:cubicBezTo>
                  <a:lnTo>
                    <a:pt x="1523" y="44049"/>
                  </a:lnTo>
                  <a:cubicBezTo>
                    <a:pt x="828" y="43910"/>
                    <a:pt x="152" y="44362"/>
                    <a:pt x="14" y="45056"/>
                  </a:cubicBezTo>
                  <a:cubicBezTo>
                    <a:pt x="11" y="45070"/>
                    <a:pt x="9" y="45084"/>
                    <a:pt x="7" y="45098"/>
                  </a:cubicBezTo>
                  <a:lnTo>
                    <a:pt x="7" y="60025"/>
                  </a:lnTo>
                  <a:cubicBezTo>
                    <a:pt x="-65" y="60758"/>
                    <a:pt x="446" y="61421"/>
                    <a:pt x="1173" y="61541"/>
                  </a:cubicBezTo>
                  <a:lnTo>
                    <a:pt x="35341" y="61541"/>
                  </a:lnTo>
                  <a:cubicBezTo>
                    <a:pt x="38497" y="61581"/>
                    <a:pt x="41642" y="61149"/>
                    <a:pt x="44670" y="60258"/>
                  </a:cubicBezTo>
                  <a:cubicBezTo>
                    <a:pt x="47214" y="59587"/>
                    <a:pt x="49518" y="58213"/>
                    <a:pt x="51317" y="56293"/>
                  </a:cubicBezTo>
                  <a:cubicBezTo>
                    <a:pt x="53228" y="54138"/>
                    <a:pt x="54554" y="51528"/>
                    <a:pt x="55165" y="48713"/>
                  </a:cubicBezTo>
                  <a:cubicBezTo>
                    <a:pt x="56222" y="44920"/>
                    <a:pt x="56694" y="40987"/>
                    <a:pt x="56564" y="37052"/>
                  </a:cubicBezTo>
                  <a:lnTo>
                    <a:pt x="56564" y="25041"/>
                  </a:lnTo>
                  <a:cubicBezTo>
                    <a:pt x="58544" y="13357"/>
                    <a:pt x="50676" y="2281"/>
                    <a:pt x="38992" y="301"/>
                  </a:cubicBezTo>
                  <a:cubicBezTo>
                    <a:pt x="36587" y="-106"/>
                    <a:pt x="34129" y="-100"/>
                    <a:pt x="31726" y="318"/>
                  </a:cubicBez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20D3536D-B7A5-754E-AD3E-05C5B0C2A2AA}"/>
                </a:ext>
              </a:extLst>
            </p:cNvPr>
            <p:cNvSpPr/>
            <p:nvPr/>
          </p:nvSpPr>
          <p:spPr>
            <a:xfrm>
              <a:off x="10660209" y="1637817"/>
              <a:ext cx="82991" cy="95267"/>
            </a:xfrm>
            <a:custGeom>
              <a:avLst/>
              <a:gdLst>
                <a:gd name="connsiteX0" fmla="*/ 1399 w 82991"/>
                <a:gd name="connsiteY0" fmla="*/ 95183 h 95267"/>
                <a:gd name="connsiteX1" fmla="*/ 66587 w 82991"/>
                <a:gd name="connsiteY1" fmla="*/ 95183 h 95267"/>
                <a:gd name="connsiteX2" fmla="*/ 79181 w 82991"/>
                <a:gd name="connsiteY2" fmla="*/ 90869 h 95267"/>
                <a:gd name="connsiteX3" fmla="*/ 82913 w 82991"/>
                <a:gd name="connsiteY3" fmla="*/ 77458 h 95267"/>
                <a:gd name="connsiteX4" fmla="*/ 82912 w 82991"/>
                <a:gd name="connsiteY4" fmla="*/ 1426 h 95267"/>
                <a:gd name="connsiteX5" fmla="*/ 81758 w 82991"/>
                <a:gd name="connsiteY5" fmla="*/ 27 h 95267"/>
                <a:gd name="connsiteX6" fmla="*/ 81513 w 82991"/>
                <a:gd name="connsiteY6" fmla="*/ 27 h 95267"/>
                <a:gd name="connsiteX7" fmla="*/ 64371 w 82991"/>
                <a:gd name="connsiteY7" fmla="*/ 27 h 95267"/>
                <a:gd name="connsiteX8" fmla="*/ 63114 w 82991"/>
                <a:gd name="connsiteY8" fmla="*/ 816 h 95267"/>
                <a:gd name="connsiteX9" fmla="*/ 63088 w 82991"/>
                <a:gd name="connsiteY9" fmla="*/ 1076 h 95267"/>
                <a:gd name="connsiteX10" fmla="*/ 63088 w 82991"/>
                <a:gd name="connsiteY10" fmla="*/ 71044 h 95267"/>
                <a:gd name="connsiteX11" fmla="*/ 61455 w 82991"/>
                <a:gd name="connsiteY11" fmla="*/ 76758 h 95267"/>
                <a:gd name="connsiteX12" fmla="*/ 56324 w 82991"/>
                <a:gd name="connsiteY12" fmla="*/ 78391 h 95267"/>
                <a:gd name="connsiteX13" fmla="*/ 43497 w 82991"/>
                <a:gd name="connsiteY13" fmla="*/ 78391 h 95267"/>
                <a:gd name="connsiteX14" fmla="*/ 43497 w 82991"/>
                <a:gd name="connsiteY14" fmla="*/ 21250 h 95267"/>
                <a:gd name="connsiteX15" fmla="*/ 42214 w 82991"/>
                <a:gd name="connsiteY15" fmla="*/ 19851 h 95267"/>
                <a:gd name="connsiteX16" fmla="*/ 25072 w 82991"/>
                <a:gd name="connsiteY16" fmla="*/ 19851 h 95267"/>
                <a:gd name="connsiteX17" fmla="*/ 23693 w 82991"/>
                <a:gd name="connsiteY17" fmla="*/ 20756 h 95267"/>
                <a:gd name="connsiteX18" fmla="*/ 23673 w 82991"/>
                <a:gd name="connsiteY18" fmla="*/ 20900 h 95267"/>
                <a:gd name="connsiteX19" fmla="*/ 23673 w 82991"/>
                <a:gd name="connsiteY19" fmla="*/ 78508 h 95267"/>
                <a:gd name="connsiteX20" fmla="*/ 1399 w 82991"/>
                <a:gd name="connsiteY20" fmla="*/ 78508 h 95267"/>
                <a:gd name="connsiteX21" fmla="*/ 21 w 82991"/>
                <a:gd name="connsiteY21" fmla="*/ 79413 h 95267"/>
                <a:gd name="connsiteX22" fmla="*/ 0 w 82991"/>
                <a:gd name="connsiteY22" fmla="*/ 79557 h 95267"/>
                <a:gd name="connsiteX23" fmla="*/ 0 w 82991"/>
                <a:gd name="connsiteY23" fmla="*/ 79557 h 95267"/>
                <a:gd name="connsiteX24" fmla="*/ 0 w 82991"/>
                <a:gd name="connsiteY24" fmla="*/ 93784 h 95267"/>
                <a:gd name="connsiteX25" fmla="*/ 1255 w 82991"/>
                <a:gd name="connsiteY25" fmla="*/ 94854 h 95267"/>
                <a:gd name="connsiteX26" fmla="*/ 1399 w 82991"/>
                <a:gd name="connsiteY26" fmla="*/ 94834 h 9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2991" h="95267">
                  <a:moveTo>
                    <a:pt x="1399" y="95183"/>
                  </a:moveTo>
                  <a:lnTo>
                    <a:pt x="66587" y="95183"/>
                  </a:lnTo>
                  <a:cubicBezTo>
                    <a:pt x="71214" y="95662"/>
                    <a:pt x="75819" y="94085"/>
                    <a:pt x="79181" y="90869"/>
                  </a:cubicBezTo>
                  <a:cubicBezTo>
                    <a:pt x="82014" y="87001"/>
                    <a:pt x="83341" y="82233"/>
                    <a:pt x="82913" y="77458"/>
                  </a:cubicBezTo>
                  <a:lnTo>
                    <a:pt x="82912" y="1426"/>
                  </a:lnTo>
                  <a:cubicBezTo>
                    <a:pt x="82980" y="721"/>
                    <a:pt x="82463" y="94"/>
                    <a:pt x="81758" y="27"/>
                  </a:cubicBezTo>
                  <a:cubicBezTo>
                    <a:pt x="81676" y="19"/>
                    <a:pt x="81594" y="19"/>
                    <a:pt x="81513" y="27"/>
                  </a:cubicBezTo>
                  <a:lnTo>
                    <a:pt x="64371" y="27"/>
                  </a:lnTo>
                  <a:cubicBezTo>
                    <a:pt x="63806" y="-102"/>
                    <a:pt x="63243" y="251"/>
                    <a:pt x="63114" y="816"/>
                  </a:cubicBezTo>
                  <a:cubicBezTo>
                    <a:pt x="63095" y="901"/>
                    <a:pt x="63086" y="989"/>
                    <a:pt x="63088" y="1076"/>
                  </a:cubicBezTo>
                  <a:lnTo>
                    <a:pt x="63088" y="71044"/>
                  </a:lnTo>
                  <a:cubicBezTo>
                    <a:pt x="63318" y="73090"/>
                    <a:pt x="62731" y="75143"/>
                    <a:pt x="61455" y="76758"/>
                  </a:cubicBezTo>
                  <a:cubicBezTo>
                    <a:pt x="60003" y="77912"/>
                    <a:pt x="58177" y="78493"/>
                    <a:pt x="56324" y="78391"/>
                  </a:cubicBezTo>
                  <a:lnTo>
                    <a:pt x="43497" y="78391"/>
                  </a:lnTo>
                  <a:lnTo>
                    <a:pt x="43497" y="21250"/>
                  </a:lnTo>
                  <a:cubicBezTo>
                    <a:pt x="43497" y="20201"/>
                    <a:pt x="43497" y="19851"/>
                    <a:pt x="42214" y="19851"/>
                  </a:cubicBezTo>
                  <a:lnTo>
                    <a:pt x="25072" y="19851"/>
                  </a:lnTo>
                  <a:cubicBezTo>
                    <a:pt x="24441" y="19720"/>
                    <a:pt x="23824" y="20125"/>
                    <a:pt x="23693" y="20756"/>
                  </a:cubicBezTo>
                  <a:cubicBezTo>
                    <a:pt x="23683" y="20804"/>
                    <a:pt x="23677" y="20852"/>
                    <a:pt x="23673" y="20900"/>
                  </a:cubicBezTo>
                  <a:lnTo>
                    <a:pt x="23673" y="78508"/>
                  </a:lnTo>
                  <a:lnTo>
                    <a:pt x="1399" y="78508"/>
                  </a:lnTo>
                  <a:cubicBezTo>
                    <a:pt x="769" y="78377"/>
                    <a:pt x="151" y="78782"/>
                    <a:pt x="21" y="79413"/>
                  </a:cubicBezTo>
                  <a:cubicBezTo>
                    <a:pt x="11" y="79460"/>
                    <a:pt x="4" y="79509"/>
                    <a:pt x="0" y="79557"/>
                  </a:cubicBezTo>
                  <a:lnTo>
                    <a:pt x="0" y="79557"/>
                  </a:lnTo>
                  <a:lnTo>
                    <a:pt x="0" y="93784"/>
                  </a:lnTo>
                  <a:cubicBezTo>
                    <a:pt x="51" y="94426"/>
                    <a:pt x="613" y="94905"/>
                    <a:pt x="1255" y="94854"/>
                  </a:cubicBezTo>
                  <a:cubicBezTo>
                    <a:pt x="1303" y="94850"/>
                    <a:pt x="1352" y="94843"/>
                    <a:pt x="1399" y="94834"/>
                  </a:cubicBez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8B584C44-5BA7-B543-89BA-B0E96444105D}"/>
                </a:ext>
              </a:extLst>
            </p:cNvPr>
            <p:cNvSpPr/>
            <p:nvPr/>
          </p:nvSpPr>
          <p:spPr>
            <a:xfrm>
              <a:off x="10676185" y="1618836"/>
              <a:ext cx="33584" cy="29616"/>
            </a:xfrm>
            <a:custGeom>
              <a:avLst/>
              <a:gdLst>
                <a:gd name="connsiteX0" fmla="*/ 1516 w 33584"/>
                <a:gd name="connsiteY0" fmla="*/ 29387 h 29616"/>
                <a:gd name="connsiteX1" fmla="*/ 32769 w 33584"/>
                <a:gd name="connsiteY1" fmla="*/ 29387 h 29616"/>
                <a:gd name="connsiteX2" fmla="*/ 33585 w 33584"/>
                <a:gd name="connsiteY2" fmla="*/ 28337 h 29616"/>
                <a:gd name="connsiteX3" fmla="*/ 33585 w 33584"/>
                <a:gd name="connsiteY3" fmla="*/ 22040 h 29616"/>
                <a:gd name="connsiteX4" fmla="*/ 32769 w 33584"/>
                <a:gd name="connsiteY4" fmla="*/ 20991 h 29616"/>
                <a:gd name="connsiteX5" fmla="*/ 18775 w 33584"/>
                <a:gd name="connsiteY5" fmla="*/ 20991 h 29616"/>
                <a:gd name="connsiteX6" fmla="*/ 15859 w 33584"/>
                <a:gd name="connsiteY6" fmla="*/ 18192 h 29616"/>
                <a:gd name="connsiteX7" fmla="*/ 14577 w 33584"/>
                <a:gd name="connsiteY7" fmla="*/ 13877 h 29616"/>
                <a:gd name="connsiteX8" fmla="*/ 16209 w 33584"/>
                <a:gd name="connsiteY8" fmla="*/ 9446 h 29616"/>
                <a:gd name="connsiteX9" fmla="*/ 20524 w 33584"/>
                <a:gd name="connsiteY9" fmla="*/ 7697 h 29616"/>
                <a:gd name="connsiteX10" fmla="*/ 27171 w 33584"/>
                <a:gd name="connsiteY10" fmla="*/ 10962 h 29616"/>
                <a:gd name="connsiteX11" fmla="*/ 28488 w 33584"/>
                <a:gd name="connsiteY11" fmla="*/ 11044 h 29616"/>
                <a:gd name="connsiteX12" fmla="*/ 28570 w 33584"/>
                <a:gd name="connsiteY12" fmla="*/ 10962 h 29616"/>
                <a:gd name="connsiteX13" fmla="*/ 32769 w 33584"/>
                <a:gd name="connsiteY13" fmla="*/ 6530 h 29616"/>
                <a:gd name="connsiteX14" fmla="*/ 32769 w 33584"/>
                <a:gd name="connsiteY14" fmla="*/ 5364 h 29616"/>
                <a:gd name="connsiteX15" fmla="*/ 32769 w 33584"/>
                <a:gd name="connsiteY15" fmla="*/ 5364 h 29616"/>
                <a:gd name="connsiteX16" fmla="*/ 27754 w 33584"/>
                <a:gd name="connsiteY16" fmla="*/ 1399 h 29616"/>
                <a:gd name="connsiteX17" fmla="*/ 12944 w 33584"/>
                <a:gd name="connsiteY17" fmla="*/ 1399 h 29616"/>
                <a:gd name="connsiteX18" fmla="*/ 8396 w 33584"/>
                <a:gd name="connsiteY18" fmla="*/ 4548 h 29616"/>
                <a:gd name="connsiteX19" fmla="*/ 5598 w 33584"/>
                <a:gd name="connsiteY19" fmla="*/ 9096 h 29616"/>
                <a:gd name="connsiteX20" fmla="*/ 4665 w 33584"/>
                <a:gd name="connsiteY20" fmla="*/ 14227 h 29616"/>
                <a:gd name="connsiteX21" fmla="*/ 4665 w 33584"/>
                <a:gd name="connsiteY21" fmla="*/ 18308 h 29616"/>
                <a:gd name="connsiteX22" fmla="*/ 6064 w 33584"/>
                <a:gd name="connsiteY22" fmla="*/ 21574 h 29616"/>
                <a:gd name="connsiteX23" fmla="*/ 816 w 33584"/>
                <a:gd name="connsiteY23" fmla="*/ 21574 h 29616"/>
                <a:gd name="connsiteX24" fmla="*/ 0 w 33584"/>
                <a:gd name="connsiteY24" fmla="*/ 22623 h 29616"/>
                <a:gd name="connsiteX25" fmla="*/ 0 w 33584"/>
                <a:gd name="connsiteY25" fmla="*/ 28920 h 29616"/>
                <a:gd name="connsiteX26" fmla="*/ 1139 w 33584"/>
                <a:gd name="connsiteY26" fmla="*/ 29586 h 29616"/>
                <a:gd name="connsiteX27" fmla="*/ 1516 w 33584"/>
                <a:gd name="connsiteY27" fmla="*/ 29387 h 29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584" h="29616">
                  <a:moveTo>
                    <a:pt x="1516" y="29387"/>
                  </a:moveTo>
                  <a:lnTo>
                    <a:pt x="32769" y="29387"/>
                  </a:lnTo>
                  <a:cubicBezTo>
                    <a:pt x="32769" y="29387"/>
                    <a:pt x="33585" y="29387"/>
                    <a:pt x="33585" y="28337"/>
                  </a:cubicBezTo>
                  <a:lnTo>
                    <a:pt x="33585" y="22040"/>
                  </a:lnTo>
                  <a:cubicBezTo>
                    <a:pt x="33585" y="22040"/>
                    <a:pt x="33585" y="20991"/>
                    <a:pt x="32769" y="20991"/>
                  </a:cubicBezTo>
                  <a:lnTo>
                    <a:pt x="18775" y="20991"/>
                  </a:lnTo>
                  <a:cubicBezTo>
                    <a:pt x="17615" y="20276"/>
                    <a:pt x="16621" y="19322"/>
                    <a:pt x="15859" y="18192"/>
                  </a:cubicBezTo>
                  <a:cubicBezTo>
                    <a:pt x="15036" y="16902"/>
                    <a:pt x="14591" y="15407"/>
                    <a:pt x="14577" y="13877"/>
                  </a:cubicBezTo>
                  <a:cubicBezTo>
                    <a:pt x="14456" y="12234"/>
                    <a:pt x="15052" y="10618"/>
                    <a:pt x="16209" y="9446"/>
                  </a:cubicBezTo>
                  <a:cubicBezTo>
                    <a:pt x="17364" y="8323"/>
                    <a:pt x="18913" y="7695"/>
                    <a:pt x="20524" y="7697"/>
                  </a:cubicBezTo>
                  <a:cubicBezTo>
                    <a:pt x="23099" y="7807"/>
                    <a:pt x="25510" y="8992"/>
                    <a:pt x="27171" y="10962"/>
                  </a:cubicBezTo>
                  <a:cubicBezTo>
                    <a:pt x="27512" y="11348"/>
                    <a:pt x="28101" y="11385"/>
                    <a:pt x="28488" y="11044"/>
                  </a:cubicBezTo>
                  <a:cubicBezTo>
                    <a:pt x="28517" y="11019"/>
                    <a:pt x="28545" y="10991"/>
                    <a:pt x="28570" y="10962"/>
                  </a:cubicBezTo>
                  <a:lnTo>
                    <a:pt x="32769" y="6530"/>
                  </a:lnTo>
                  <a:cubicBezTo>
                    <a:pt x="33042" y="6190"/>
                    <a:pt x="33042" y="5705"/>
                    <a:pt x="32769" y="5364"/>
                  </a:cubicBezTo>
                  <a:lnTo>
                    <a:pt x="32769" y="5364"/>
                  </a:lnTo>
                  <a:cubicBezTo>
                    <a:pt x="31458" y="3641"/>
                    <a:pt x="29734" y="2277"/>
                    <a:pt x="27754" y="1399"/>
                  </a:cubicBezTo>
                  <a:cubicBezTo>
                    <a:pt x="22994" y="-466"/>
                    <a:pt x="17705" y="-466"/>
                    <a:pt x="12944" y="1399"/>
                  </a:cubicBezTo>
                  <a:cubicBezTo>
                    <a:pt x="11198" y="2069"/>
                    <a:pt x="9638" y="3149"/>
                    <a:pt x="8396" y="4548"/>
                  </a:cubicBezTo>
                  <a:cubicBezTo>
                    <a:pt x="7143" y="5842"/>
                    <a:pt x="6188" y="7394"/>
                    <a:pt x="5598" y="9096"/>
                  </a:cubicBezTo>
                  <a:cubicBezTo>
                    <a:pt x="4997" y="10741"/>
                    <a:pt x="4682" y="12476"/>
                    <a:pt x="4665" y="14227"/>
                  </a:cubicBezTo>
                  <a:cubicBezTo>
                    <a:pt x="4495" y="15582"/>
                    <a:pt x="4495" y="16953"/>
                    <a:pt x="4665" y="18308"/>
                  </a:cubicBezTo>
                  <a:cubicBezTo>
                    <a:pt x="5010" y="19445"/>
                    <a:pt x="5479" y="20540"/>
                    <a:pt x="6064" y="21574"/>
                  </a:cubicBezTo>
                  <a:lnTo>
                    <a:pt x="816" y="21574"/>
                  </a:lnTo>
                  <a:cubicBezTo>
                    <a:pt x="816" y="21574"/>
                    <a:pt x="0" y="21574"/>
                    <a:pt x="0" y="22623"/>
                  </a:cubicBezTo>
                  <a:lnTo>
                    <a:pt x="0" y="28920"/>
                  </a:lnTo>
                  <a:cubicBezTo>
                    <a:pt x="131" y="29419"/>
                    <a:pt x="640" y="29717"/>
                    <a:pt x="1139" y="29586"/>
                  </a:cubicBezTo>
                  <a:cubicBezTo>
                    <a:pt x="1278" y="29550"/>
                    <a:pt x="1407" y="29481"/>
                    <a:pt x="1516" y="29387"/>
                  </a:cubicBez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69AEE820-7891-1C4C-9538-3988C7598357}"/>
                </a:ext>
              </a:extLst>
            </p:cNvPr>
            <p:cNvSpPr/>
            <p:nvPr/>
          </p:nvSpPr>
          <p:spPr>
            <a:xfrm>
              <a:off x="10759913" y="1637961"/>
              <a:ext cx="19707" cy="95506"/>
            </a:xfrm>
            <a:custGeom>
              <a:avLst/>
              <a:gdLst>
                <a:gd name="connsiteX0" fmla="*/ 18425 w 19707"/>
                <a:gd name="connsiteY0" fmla="*/ 0 h 95506"/>
                <a:gd name="connsiteX1" fmla="*/ 19708 w 19707"/>
                <a:gd name="connsiteY1" fmla="*/ 0 h 95506"/>
                <a:gd name="connsiteX2" fmla="*/ 19708 w 19707"/>
                <a:gd name="connsiteY2" fmla="*/ 95507 h 95506"/>
                <a:gd name="connsiteX3" fmla="*/ 0 w 19707"/>
                <a:gd name="connsiteY3" fmla="*/ 95507 h 95506"/>
                <a:gd name="connsiteX4" fmla="*/ 0 w 19707"/>
                <a:gd name="connsiteY4" fmla="*/ 0 h 95506"/>
                <a:gd name="connsiteX5" fmla="*/ 18425 w 19707"/>
                <a:gd name="connsiteY5" fmla="*/ 0 h 95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707" h="95506">
                  <a:moveTo>
                    <a:pt x="18425" y="0"/>
                  </a:moveTo>
                  <a:lnTo>
                    <a:pt x="19708" y="0"/>
                  </a:lnTo>
                  <a:lnTo>
                    <a:pt x="19708" y="95507"/>
                  </a:lnTo>
                  <a:lnTo>
                    <a:pt x="0" y="95507"/>
                  </a:lnTo>
                  <a:lnTo>
                    <a:pt x="0" y="0"/>
                  </a:lnTo>
                  <a:lnTo>
                    <a:pt x="18425" y="0"/>
                  </a:ln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E6FF6E73-C9B5-6844-935B-38BD39F9C05C}"/>
                </a:ext>
              </a:extLst>
            </p:cNvPr>
            <p:cNvSpPr/>
            <p:nvPr/>
          </p:nvSpPr>
          <p:spPr>
            <a:xfrm>
              <a:off x="10836295" y="1643092"/>
              <a:ext cx="20174" cy="16675"/>
            </a:xfrm>
            <a:custGeom>
              <a:avLst/>
              <a:gdLst>
                <a:gd name="connsiteX0" fmla="*/ 18891 w 20174"/>
                <a:gd name="connsiteY0" fmla="*/ 0 h 16675"/>
                <a:gd name="connsiteX1" fmla="*/ 20174 w 20174"/>
                <a:gd name="connsiteY1" fmla="*/ 0 h 16675"/>
                <a:gd name="connsiteX2" fmla="*/ 20174 w 20174"/>
                <a:gd name="connsiteY2" fmla="*/ 16676 h 16675"/>
                <a:gd name="connsiteX3" fmla="*/ 0 w 20174"/>
                <a:gd name="connsiteY3" fmla="*/ 16676 h 16675"/>
                <a:gd name="connsiteX4" fmla="*/ 0 w 20174"/>
                <a:gd name="connsiteY4" fmla="*/ 0 h 16675"/>
                <a:gd name="connsiteX5" fmla="*/ 18891 w 20174"/>
                <a:gd name="connsiteY5" fmla="*/ 0 h 1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74" h="16675">
                  <a:moveTo>
                    <a:pt x="18891" y="0"/>
                  </a:moveTo>
                  <a:lnTo>
                    <a:pt x="20174" y="0"/>
                  </a:lnTo>
                  <a:lnTo>
                    <a:pt x="20174" y="16676"/>
                  </a:lnTo>
                  <a:lnTo>
                    <a:pt x="0" y="16676"/>
                  </a:lnTo>
                  <a:lnTo>
                    <a:pt x="0" y="0"/>
                  </a:lnTo>
                  <a:lnTo>
                    <a:pt x="18891" y="0"/>
                  </a:ln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CBD91F1E-974B-9E40-BB20-7F1A3A4957D1}"/>
                </a:ext>
              </a:extLst>
            </p:cNvPr>
            <p:cNvSpPr/>
            <p:nvPr/>
          </p:nvSpPr>
          <p:spPr>
            <a:xfrm>
              <a:off x="10821719" y="1636211"/>
              <a:ext cx="381618" cy="125700"/>
            </a:xfrm>
            <a:custGeom>
              <a:avLst/>
              <a:gdLst>
                <a:gd name="connsiteX0" fmla="*/ 138887 w 381618"/>
                <a:gd name="connsiteY0" fmla="*/ 96789 h 125700"/>
                <a:gd name="connsiteX1" fmla="*/ 360453 w 381618"/>
                <a:gd name="connsiteY1" fmla="*/ 96789 h 125700"/>
                <a:gd name="connsiteX2" fmla="*/ 369782 w 381618"/>
                <a:gd name="connsiteY2" fmla="*/ 95623 h 125700"/>
                <a:gd name="connsiteX3" fmla="*/ 376313 w 381618"/>
                <a:gd name="connsiteY3" fmla="*/ 91659 h 125700"/>
                <a:gd name="connsiteX4" fmla="*/ 380278 w 381618"/>
                <a:gd name="connsiteY4" fmla="*/ 84079 h 125700"/>
                <a:gd name="connsiteX5" fmla="*/ 381560 w 381618"/>
                <a:gd name="connsiteY5" fmla="*/ 72417 h 125700"/>
                <a:gd name="connsiteX6" fmla="*/ 381560 w 381618"/>
                <a:gd name="connsiteY6" fmla="*/ 64021 h 125700"/>
                <a:gd name="connsiteX7" fmla="*/ 380044 w 381618"/>
                <a:gd name="connsiteY7" fmla="*/ 50727 h 125700"/>
                <a:gd name="connsiteX8" fmla="*/ 374447 w 381618"/>
                <a:gd name="connsiteY8" fmla="*/ 42214 h 125700"/>
                <a:gd name="connsiteX9" fmla="*/ 365118 w 381618"/>
                <a:gd name="connsiteY9" fmla="*/ 37783 h 125700"/>
                <a:gd name="connsiteX10" fmla="*/ 352290 w 381618"/>
                <a:gd name="connsiteY10" fmla="*/ 36267 h 125700"/>
                <a:gd name="connsiteX11" fmla="*/ 373281 w 381618"/>
                <a:gd name="connsiteY11" fmla="*/ 11778 h 125700"/>
                <a:gd name="connsiteX12" fmla="*/ 373281 w 381618"/>
                <a:gd name="connsiteY12" fmla="*/ 9796 h 125700"/>
                <a:gd name="connsiteX13" fmla="*/ 361619 w 381618"/>
                <a:gd name="connsiteY13" fmla="*/ 0 h 125700"/>
                <a:gd name="connsiteX14" fmla="*/ 359870 w 381618"/>
                <a:gd name="connsiteY14" fmla="*/ 0 h 125700"/>
                <a:gd name="connsiteX15" fmla="*/ 330134 w 381618"/>
                <a:gd name="connsiteY15" fmla="*/ 34984 h 125700"/>
                <a:gd name="connsiteX16" fmla="*/ 328151 w 381618"/>
                <a:gd name="connsiteY16" fmla="*/ 37200 h 125700"/>
                <a:gd name="connsiteX17" fmla="*/ 327102 w 381618"/>
                <a:gd name="connsiteY17" fmla="*/ 39299 h 125700"/>
                <a:gd name="connsiteX18" fmla="*/ 327102 w 381618"/>
                <a:gd name="connsiteY18" fmla="*/ 50960 h 125700"/>
                <a:gd name="connsiteX19" fmla="*/ 328501 w 381618"/>
                <a:gd name="connsiteY19" fmla="*/ 52360 h 125700"/>
                <a:gd name="connsiteX20" fmla="*/ 349491 w 381618"/>
                <a:gd name="connsiteY20" fmla="*/ 52360 h 125700"/>
                <a:gd name="connsiteX21" fmla="*/ 359054 w 381618"/>
                <a:gd name="connsiteY21" fmla="*/ 54925 h 125700"/>
                <a:gd name="connsiteX22" fmla="*/ 362086 w 381618"/>
                <a:gd name="connsiteY22" fmla="*/ 63088 h 125700"/>
                <a:gd name="connsiteX23" fmla="*/ 362086 w 381618"/>
                <a:gd name="connsiteY23" fmla="*/ 69735 h 125700"/>
                <a:gd name="connsiteX24" fmla="*/ 362086 w 381618"/>
                <a:gd name="connsiteY24" fmla="*/ 74283 h 125700"/>
                <a:gd name="connsiteX25" fmla="*/ 360686 w 381618"/>
                <a:gd name="connsiteY25" fmla="*/ 77198 h 125700"/>
                <a:gd name="connsiteX26" fmla="*/ 357421 w 381618"/>
                <a:gd name="connsiteY26" fmla="*/ 78714 h 125700"/>
                <a:gd name="connsiteX27" fmla="*/ 352057 w 381618"/>
                <a:gd name="connsiteY27" fmla="*/ 78714 h 125700"/>
                <a:gd name="connsiteX28" fmla="*/ 45479 w 381618"/>
                <a:gd name="connsiteY28" fmla="*/ 78714 h 125700"/>
                <a:gd name="connsiteX29" fmla="*/ 37783 w 381618"/>
                <a:gd name="connsiteY29" fmla="*/ 76732 h 125700"/>
                <a:gd name="connsiteX30" fmla="*/ 34868 w 381618"/>
                <a:gd name="connsiteY30" fmla="*/ 71134 h 125700"/>
                <a:gd name="connsiteX31" fmla="*/ 34868 w 381618"/>
                <a:gd name="connsiteY31" fmla="*/ 39066 h 125700"/>
                <a:gd name="connsiteX32" fmla="*/ 33713 w 381618"/>
                <a:gd name="connsiteY32" fmla="*/ 37666 h 125700"/>
                <a:gd name="connsiteX33" fmla="*/ 33468 w 381618"/>
                <a:gd name="connsiteY33" fmla="*/ 37666 h 125700"/>
                <a:gd name="connsiteX34" fmla="*/ 16326 w 381618"/>
                <a:gd name="connsiteY34" fmla="*/ 37666 h 125700"/>
                <a:gd name="connsiteX35" fmla="*/ 14947 w 381618"/>
                <a:gd name="connsiteY35" fmla="*/ 38571 h 125700"/>
                <a:gd name="connsiteX36" fmla="*/ 14927 w 381618"/>
                <a:gd name="connsiteY36" fmla="*/ 38716 h 125700"/>
                <a:gd name="connsiteX37" fmla="*/ 14927 w 381618"/>
                <a:gd name="connsiteY37" fmla="*/ 98189 h 125700"/>
                <a:gd name="connsiteX38" fmla="*/ 13527 w 381618"/>
                <a:gd name="connsiteY38" fmla="*/ 103903 h 125700"/>
                <a:gd name="connsiteX39" fmla="*/ 10379 w 381618"/>
                <a:gd name="connsiteY39" fmla="*/ 107401 h 125700"/>
                <a:gd name="connsiteX40" fmla="*/ 4548 w 381618"/>
                <a:gd name="connsiteY40" fmla="*/ 108567 h 125700"/>
                <a:gd name="connsiteX41" fmla="*/ 1516 w 381618"/>
                <a:gd name="connsiteY41" fmla="*/ 108567 h 125700"/>
                <a:gd name="connsiteX42" fmla="*/ 19 w 381618"/>
                <a:gd name="connsiteY42" fmla="*/ 109592 h 125700"/>
                <a:gd name="connsiteX43" fmla="*/ 0 w 381618"/>
                <a:gd name="connsiteY43" fmla="*/ 109734 h 125700"/>
                <a:gd name="connsiteX44" fmla="*/ 0 w 381618"/>
                <a:gd name="connsiteY44" fmla="*/ 124194 h 125700"/>
                <a:gd name="connsiteX45" fmla="*/ 1166 w 381618"/>
                <a:gd name="connsiteY45" fmla="*/ 125593 h 125700"/>
                <a:gd name="connsiteX46" fmla="*/ 7930 w 381618"/>
                <a:gd name="connsiteY46" fmla="*/ 125593 h 125700"/>
                <a:gd name="connsiteX47" fmla="*/ 28920 w 381618"/>
                <a:gd name="connsiteY47" fmla="*/ 117897 h 125700"/>
                <a:gd name="connsiteX48" fmla="*/ 35101 w 381618"/>
                <a:gd name="connsiteY48" fmla="*/ 94574 h 125700"/>
                <a:gd name="connsiteX49" fmla="*/ 35101 w 381618"/>
                <a:gd name="connsiteY49" fmla="*/ 92242 h 125700"/>
                <a:gd name="connsiteX50" fmla="*/ 40815 w 381618"/>
                <a:gd name="connsiteY50" fmla="*/ 96206 h 125700"/>
                <a:gd name="connsiteX51" fmla="*/ 48395 w 381618"/>
                <a:gd name="connsiteY51" fmla="*/ 97023 h 125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81618" h="125700">
                  <a:moveTo>
                    <a:pt x="138887" y="96789"/>
                  </a:moveTo>
                  <a:lnTo>
                    <a:pt x="360453" y="96789"/>
                  </a:lnTo>
                  <a:cubicBezTo>
                    <a:pt x="363604" y="96870"/>
                    <a:pt x="366749" y="96477"/>
                    <a:pt x="369782" y="95623"/>
                  </a:cubicBezTo>
                  <a:cubicBezTo>
                    <a:pt x="372273" y="94906"/>
                    <a:pt x="374527" y="93537"/>
                    <a:pt x="376313" y="91659"/>
                  </a:cubicBezTo>
                  <a:cubicBezTo>
                    <a:pt x="378237" y="89496"/>
                    <a:pt x="379599" y="86893"/>
                    <a:pt x="380278" y="84079"/>
                  </a:cubicBezTo>
                  <a:cubicBezTo>
                    <a:pt x="381233" y="80268"/>
                    <a:pt x="381664" y="76345"/>
                    <a:pt x="381560" y="72417"/>
                  </a:cubicBezTo>
                  <a:lnTo>
                    <a:pt x="381560" y="64021"/>
                  </a:lnTo>
                  <a:cubicBezTo>
                    <a:pt x="381803" y="59536"/>
                    <a:pt x="381290" y="55042"/>
                    <a:pt x="380044" y="50727"/>
                  </a:cubicBezTo>
                  <a:cubicBezTo>
                    <a:pt x="378982" y="47435"/>
                    <a:pt x="377048" y="44493"/>
                    <a:pt x="374447" y="42214"/>
                  </a:cubicBezTo>
                  <a:cubicBezTo>
                    <a:pt x="371727" y="40026"/>
                    <a:pt x="368532" y="38509"/>
                    <a:pt x="365118" y="37783"/>
                  </a:cubicBezTo>
                  <a:cubicBezTo>
                    <a:pt x="360899" y="36876"/>
                    <a:pt x="356604" y="36369"/>
                    <a:pt x="352290" y="36267"/>
                  </a:cubicBezTo>
                  <a:lnTo>
                    <a:pt x="373281" y="11778"/>
                  </a:lnTo>
                  <a:cubicBezTo>
                    <a:pt x="373773" y="11209"/>
                    <a:pt x="373773" y="10365"/>
                    <a:pt x="373281" y="9796"/>
                  </a:cubicBezTo>
                  <a:lnTo>
                    <a:pt x="361619" y="0"/>
                  </a:lnTo>
                  <a:cubicBezTo>
                    <a:pt x="361036" y="0"/>
                    <a:pt x="360453" y="0"/>
                    <a:pt x="359870" y="0"/>
                  </a:cubicBezTo>
                  <a:lnTo>
                    <a:pt x="330134" y="34984"/>
                  </a:lnTo>
                  <a:lnTo>
                    <a:pt x="328151" y="37200"/>
                  </a:lnTo>
                  <a:cubicBezTo>
                    <a:pt x="327511" y="37712"/>
                    <a:pt x="327127" y="38479"/>
                    <a:pt x="327102" y="39299"/>
                  </a:cubicBezTo>
                  <a:lnTo>
                    <a:pt x="327102" y="50960"/>
                  </a:lnTo>
                  <a:cubicBezTo>
                    <a:pt x="327102" y="52010"/>
                    <a:pt x="327102" y="52360"/>
                    <a:pt x="328501" y="52360"/>
                  </a:cubicBezTo>
                  <a:lnTo>
                    <a:pt x="349491" y="52360"/>
                  </a:lnTo>
                  <a:cubicBezTo>
                    <a:pt x="352874" y="52138"/>
                    <a:pt x="356236" y="53040"/>
                    <a:pt x="359054" y="54925"/>
                  </a:cubicBezTo>
                  <a:cubicBezTo>
                    <a:pt x="361285" y="57023"/>
                    <a:pt x="362407" y="60043"/>
                    <a:pt x="362086" y="63088"/>
                  </a:cubicBezTo>
                  <a:lnTo>
                    <a:pt x="362086" y="69735"/>
                  </a:lnTo>
                  <a:cubicBezTo>
                    <a:pt x="362202" y="71249"/>
                    <a:pt x="362202" y="72769"/>
                    <a:pt x="362086" y="74283"/>
                  </a:cubicBezTo>
                  <a:cubicBezTo>
                    <a:pt x="361938" y="75378"/>
                    <a:pt x="361448" y="76398"/>
                    <a:pt x="360686" y="77198"/>
                  </a:cubicBezTo>
                  <a:cubicBezTo>
                    <a:pt x="359749" y="77980"/>
                    <a:pt x="358623" y="78502"/>
                    <a:pt x="357421" y="78714"/>
                  </a:cubicBezTo>
                  <a:lnTo>
                    <a:pt x="352057" y="78714"/>
                  </a:lnTo>
                  <a:lnTo>
                    <a:pt x="45479" y="78714"/>
                  </a:lnTo>
                  <a:cubicBezTo>
                    <a:pt x="42775" y="78818"/>
                    <a:pt x="40100" y="78129"/>
                    <a:pt x="37783" y="76732"/>
                  </a:cubicBezTo>
                  <a:cubicBezTo>
                    <a:pt x="36031" y="75389"/>
                    <a:pt x="34964" y="73340"/>
                    <a:pt x="34868" y="71134"/>
                  </a:cubicBezTo>
                  <a:lnTo>
                    <a:pt x="34868" y="39066"/>
                  </a:lnTo>
                  <a:cubicBezTo>
                    <a:pt x="34935" y="38360"/>
                    <a:pt x="34418" y="37734"/>
                    <a:pt x="33713" y="37666"/>
                  </a:cubicBezTo>
                  <a:cubicBezTo>
                    <a:pt x="33632" y="37658"/>
                    <a:pt x="33550" y="37658"/>
                    <a:pt x="33468" y="37666"/>
                  </a:cubicBezTo>
                  <a:lnTo>
                    <a:pt x="16326" y="37666"/>
                  </a:lnTo>
                  <a:cubicBezTo>
                    <a:pt x="15695" y="37535"/>
                    <a:pt x="15078" y="37941"/>
                    <a:pt x="14947" y="38571"/>
                  </a:cubicBezTo>
                  <a:cubicBezTo>
                    <a:pt x="14937" y="38619"/>
                    <a:pt x="14931" y="38667"/>
                    <a:pt x="14927" y="38716"/>
                  </a:cubicBezTo>
                  <a:lnTo>
                    <a:pt x="14927" y="98189"/>
                  </a:lnTo>
                  <a:cubicBezTo>
                    <a:pt x="14793" y="100160"/>
                    <a:pt x="14320" y="102093"/>
                    <a:pt x="13527" y="103903"/>
                  </a:cubicBezTo>
                  <a:cubicBezTo>
                    <a:pt x="12876" y="105373"/>
                    <a:pt x="11773" y="106599"/>
                    <a:pt x="10379" y="107401"/>
                  </a:cubicBezTo>
                  <a:cubicBezTo>
                    <a:pt x="8558" y="108254"/>
                    <a:pt x="6557" y="108654"/>
                    <a:pt x="4548" y="108567"/>
                  </a:cubicBezTo>
                  <a:lnTo>
                    <a:pt x="1516" y="108567"/>
                  </a:lnTo>
                  <a:cubicBezTo>
                    <a:pt x="820" y="108437"/>
                    <a:pt x="149" y="108895"/>
                    <a:pt x="19" y="109592"/>
                  </a:cubicBezTo>
                  <a:cubicBezTo>
                    <a:pt x="10" y="109638"/>
                    <a:pt x="4" y="109686"/>
                    <a:pt x="0" y="109734"/>
                  </a:cubicBezTo>
                  <a:lnTo>
                    <a:pt x="0" y="124194"/>
                  </a:lnTo>
                  <a:cubicBezTo>
                    <a:pt x="-9" y="124884"/>
                    <a:pt x="486" y="125478"/>
                    <a:pt x="1166" y="125593"/>
                  </a:cubicBezTo>
                  <a:lnTo>
                    <a:pt x="7930" y="125593"/>
                  </a:lnTo>
                  <a:cubicBezTo>
                    <a:pt x="15727" y="126303"/>
                    <a:pt x="23430" y="123478"/>
                    <a:pt x="28920" y="117897"/>
                  </a:cubicBezTo>
                  <a:cubicBezTo>
                    <a:pt x="33548" y="111040"/>
                    <a:pt x="35725" y="102822"/>
                    <a:pt x="35101" y="94574"/>
                  </a:cubicBezTo>
                  <a:lnTo>
                    <a:pt x="35101" y="92242"/>
                  </a:lnTo>
                  <a:cubicBezTo>
                    <a:pt x="36558" y="94114"/>
                    <a:pt x="38551" y="95497"/>
                    <a:pt x="40815" y="96206"/>
                  </a:cubicBezTo>
                  <a:cubicBezTo>
                    <a:pt x="43291" y="96829"/>
                    <a:pt x="45843" y="97104"/>
                    <a:pt x="48395" y="97023"/>
                  </a:cubicBez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9DC91903-DF27-F941-B8B5-432B8D37C0D5}"/>
                </a:ext>
              </a:extLst>
            </p:cNvPr>
            <p:cNvSpPr/>
            <p:nvPr/>
          </p:nvSpPr>
          <p:spPr>
            <a:xfrm>
              <a:off x="11211208" y="1671654"/>
              <a:ext cx="159197" cy="90293"/>
            </a:xfrm>
            <a:custGeom>
              <a:avLst/>
              <a:gdLst>
                <a:gd name="connsiteX0" fmla="*/ 128159 w 159197"/>
                <a:gd name="connsiteY0" fmla="*/ 16917 h 90293"/>
                <a:gd name="connsiteX1" fmla="*/ 139820 w 159197"/>
                <a:gd name="connsiteY1" fmla="*/ 31028 h 90293"/>
                <a:gd name="connsiteX2" fmla="*/ 137021 w 159197"/>
                <a:gd name="connsiteY2" fmla="*/ 42689 h 90293"/>
                <a:gd name="connsiteX3" fmla="*/ 128275 w 159197"/>
                <a:gd name="connsiteY3" fmla="*/ 45838 h 90293"/>
                <a:gd name="connsiteX4" fmla="*/ 119995 w 159197"/>
                <a:gd name="connsiteY4" fmla="*/ 42922 h 90293"/>
                <a:gd name="connsiteX5" fmla="*/ 117080 w 159197"/>
                <a:gd name="connsiteY5" fmla="*/ 31261 h 90293"/>
                <a:gd name="connsiteX6" fmla="*/ 128159 w 159197"/>
                <a:gd name="connsiteY6" fmla="*/ 16917 h 90293"/>
                <a:gd name="connsiteX7" fmla="*/ 104136 w 159197"/>
                <a:gd name="connsiteY7" fmla="*/ 53767 h 90293"/>
                <a:gd name="connsiteX8" fmla="*/ 114515 w 159197"/>
                <a:gd name="connsiteY8" fmla="*/ 60531 h 90293"/>
                <a:gd name="connsiteX9" fmla="*/ 128159 w 159197"/>
                <a:gd name="connsiteY9" fmla="*/ 62397 h 90293"/>
                <a:gd name="connsiteX10" fmla="*/ 140520 w 159197"/>
                <a:gd name="connsiteY10" fmla="*/ 60764 h 90293"/>
                <a:gd name="connsiteX11" fmla="*/ 156845 w 159197"/>
                <a:gd name="connsiteY11" fmla="*/ 46188 h 90293"/>
                <a:gd name="connsiteX12" fmla="*/ 159178 w 159197"/>
                <a:gd name="connsiteY12" fmla="*/ 31727 h 90293"/>
                <a:gd name="connsiteX13" fmla="*/ 156729 w 159197"/>
                <a:gd name="connsiteY13" fmla="*/ 16451 h 90293"/>
                <a:gd name="connsiteX14" fmla="*/ 149849 w 159197"/>
                <a:gd name="connsiteY14" fmla="*/ 6772 h 90293"/>
                <a:gd name="connsiteX15" fmla="*/ 139936 w 159197"/>
                <a:gd name="connsiteY15" fmla="*/ 1525 h 90293"/>
                <a:gd name="connsiteX16" fmla="*/ 128275 w 159197"/>
                <a:gd name="connsiteY16" fmla="*/ 9 h 90293"/>
                <a:gd name="connsiteX17" fmla="*/ 116614 w 159197"/>
                <a:gd name="connsiteY17" fmla="*/ 1408 h 90293"/>
                <a:gd name="connsiteX18" fmla="*/ 100054 w 159197"/>
                <a:gd name="connsiteY18" fmla="*/ 15168 h 90293"/>
                <a:gd name="connsiteX19" fmla="*/ 97372 w 159197"/>
                <a:gd name="connsiteY19" fmla="*/ 29162 h 90293"/>
                <a:gd name="connsiteX20" fmla="*/ 97373 w 159197"/>
                <a:gd name="connsiteY20" fmla="*/ 31844 h 90293"/>
                <a:gd name="connsiteX21" fmla="*/ 94457 w 159197"/>
                <a:gd name="connsiteY21" fmla="*/ 41873 h 90293"/>
                <a:gd name="connsiteX22" fmla="*/ 88743 w 159197"/>
                <a:gd name="connsiteY22" fmla="*/ 44555 h 90293"/>
                <a:gd name="connsiteX23" fmla="*/ 45479 w 159197"/>
                <a:gd name="connsiteY23" fmla="*/ 44555 h 90293"/>
                <a:gd name="connsiteX24" fmla="*/ 37900 w 159197"/>
                <a:gd name="connsiteY24" fmla="*/ 42572 h 90293"/>
                <a:gd name="connsiteX25" fmla="*/ 34868 w 159197"/>
                <a:gd name="connsiteY25" fmla="*/ 36975 h 90293"/>
                <a:gd name="connsiteX26" fmla="*/ 34868 w 159197"/>
                <a:gd name="connsiteY26" fmla="*/ 3623 h 90293"/>
                <a:gd name="connsiteX27" fmla="*/ 33712 w 159197"/>
                <a:gd name="connsiteY27" fmla="*/ 2225 h 90293"/>
                <a:gd name="connsiteX28" fmla="*/ 33702 w 159197"/>
                <a:gd name="connsiteY28" fmla="*/ 2224 h 90293"/>
                <a:gd name="connsiteX29" fmla="*/ 16326 w 159197"/>
                <a:gd name="connsiteY29" fmla="*/ 2224 h 90293"/>
                <a:gd name="connsiteX30" fmla="*/ 14947 w 159197"/>
                <a:gd name="connsiteY30" fmla="*/ 3129 h 90293"/>
                <a:gd name="connsiteX31" fmla="*/ 14927 w 159197"/>
                <a:gd name="connsiteY31" fmla="*/ 3274 h 90293"/>
                <a:gd name="connsiteX32" fmla="*/ 14927 w 159197"/>
                <a:gd name="connsiteY32" fmla="*/ 62747 h 90293"/>
                <a:gd name="connsiteX33" fmla="*/ 13527 w 159197"/>
                <a:gd name="connsiteY33" fmla="*/ 68461 h 90293"/>
                <a:gd name="connsiteX34" fmla="*/ 10495 w 159197"/>
                <a:gd name="connsiteY34" fmla="*/ 71959 h 90293"/>
                <a:gd name="connsiteX35" fmla="*/ 4548 w 159197"/>
                <a:gd name="connsiteY35" fmla="*/ 73125 h 90293"/>
                <a:gd name="connsiteX36" fmla="*/ 1516 w 159197"/>
                <a:gd name="connsiteY36" fmla="*/ 73125 h 90293"/>
                <a:gd name="connsiteX37" fmla="*/ 0 w 159197"/>
                <a:gd name="connsiteY37" fmla="*/ 74525 h 90293"/>
                <a:gd name="connsiteX38" fmla="*/ 0 w 159197"/>
                <a:gd name="connsiteY38" fmla="*/ 88751 h 90293"/>
                <a:gd name="connsiteX39" fmla="*/ 1516 w 159197"/>
                <a:gd name="connsiteY39" fmla="*/ 90151 h 90293"/>
                <a:gd name="connsiteX40" fmla="*/ 7930 w 159197"/>
                <a:gd name="connsiteY40" fmla="*/ 90151 h 90293"/>
                <a:gd name="connsiteX41" fmla="*/ 28920 w 159197"/>
                <a:gd name="connsiteY41" fmla="*/ 82454 h 90293"/>
                <a:gd name="connsiteX42" fmla="*/ 35101 w 159197"/>
                <a:gd name="connsiteY42" fmla="*/ 59132 h 90293"/>
                <a:gd name="connsiteX43" fmla="*/ 35101 w 159197"/>
                <a:gd name="connsiteY43" fmla="*/ 56799 h 90293"/>
                <a:gd name="connsiteX44" fmla="*/ 40815 w 159197"/>
                <a:gd name="connsiteY44" fmla="*/ 60764 h 90293"/>
                <a:gd name="connsiteX45" fmla="*/ 48395 w 159197"/>
                <a:gd name="connsiteY45" fmla="*/ 61580 h 90293"/>
                <a:gd name="connsiteX46" fmla="*/ 89093 w 159197"/>
                <a:gd name="connsiteY46" fmla="*/ 61580 h 90293"/>
                <a:gd name="connsiteX47" fmla="*/ 94224 w 159197"/>
                <a:gd name="connsiteY47" fmla="*/ 60764 h 90293"/>
                <a:gd name="connsiteX48" fmla="*/ 99471 w 159197"/>
                <a:gd name="connsiteY48" fmla="*/ 58432 h 90293"/>
                <a:gd name="connsiteX49" fmla="*/ 104136 w 159197"/>
                <a:gd name="connsiteY49" fmla="*/ 53767 h 90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59197" h="90293">
                  <a:moveTo>
                    <a:pt x="128159" y="16917"/>
                  </a:moveTo>
                  <a:cubicBezTo>
                    <a:pt x="135855" y="16917"/>
                    <a:pt x="139820" y="21582"/>
                    <a:pt x="139820" y="31028"/>
                  </a:cubicBezTo>
                  <a:cubicBezTo>
                    <a:pt x="140377" y="35128"/>
                    <a:pt x="139378" y="39288"/>
                    <a:pt x="137021" y="42689"/>
                  </a:cubicBezTo>
                  <a:cubicBezTo>
                    <a:pt x="134668" y="44905"/>
                    <a:pt x="131501" y="46046"/>
                    <a:pt x="128275" y="45838"/>
                  </a:cubicBezTo>
                  <a:cubicBezTo>
                    <a:pt x="125241" y="45981"/>
                    <a:pt x="122270" y="44935"/>
                    <a:pt x="119995" y="42922"/>
                  </a:cubicBezTo>
                  <a:cubicBezTo>
                    <a:pt x="117658" y="39510"/>
                    <a:pt x="116623" y="35372"/>
                    <a:pt x="117080" y="31261"/>
                  </a:cubicBezTo>
                  <a:cubicBezTo>
                    <a:pt x="116769" y="21699"/>
                    <a:pt x="120462" y="16917"/>
                    <a:pt x="128159" y="16917"/>
                  </a:cubicBezTo>
                  <a:close/>
                  <a:moveTo>
                    <a:pt x="104136" y="53767"/>
                  </a:moveTo>
                  <a:cubicBezTo>
                    <a:pt x="106923" y="56916"/>
                    <a:pt x="110509" y="59253"/>
                    <a:pt x="114515" y="60531"/>
                  </a:cubicBezTo>
                  <a:cubicBezTo>
                    <a:pt x="118953" y="61788"/>
                    <a:pt x="123546" y="62416"/>
                    <a:pt x="128159" y="62397"/>
                  </a:cubicBezTo>
                  <a:cubicBezTo>
                    <a:pt x="132336" y="62444"/>
                    <a:pt x="136498" y="61895"/>
                    <a:pt x="140520" y="60764"/>
                  </a:cubicBezTo>
                  <a:cubicBezTo>
                    <a:pt x="148045" y="58919"/>
                    <a:pt x="154163" y="53457"/>
                    <a:pt x="156845" y="46188"/>
                  </a:cubicBezTo>
                  <a:cubicBezTo>
                    <a:pt x="158544" y="41562"/>
                    <a:pt x="159336" y="36653"/>
                    <a:pt x="159178" y="31727"/>
                  </a:cubicBezTo>
                  <a:cubicBezTo>
                    <a:pt x="159304" y="26528"/>
                    <a:pt x="158474" y="21350"/>
                    <a:pt x="156729" y="16451"/>
                  </a:cubicBezTo>
                  <a:cubicBezTo>
                    <a:pt x="155248" y="12718"/>
                    <a:pt x="152887" y="9398"/>
                    <a:pt x="149849" y="6772"/>
                  </a:cubicBezTo>
                  <a:cubicBezTo>
                    <a:pt x="147007" y="4262"/>
                    <a:pt x="143610" y="2463"/>
                    <a:pt x="139936" y="1525"/>
                  </a:cubicBezTo>
                  <a:cubicBezTo>
                    <a:pt x="136147" y="437"/>
                    <a:pt x="132216" y="-74"/>
                    <a:pt x="128275" y="9"/>
                  </a:cubicBezTo>
                  <a:cubicBezTo>
                    <a:pt x="124346" y="5"/>
                    <a:pt x="120430" y="474"/>
                    <a:pt x="116614" y="1408"/>
                  </a:cubicBezTo>
                  <a:cubicBezTo>
                    <a:pt x="109257" y="3176"/>
                    <a:pt x="103139" y="8260"/>
                    <a:pt x="100054" y="15168"/>
                  </a:cubicBezTo>
                  <a:cubicBezTo>
                    <a:pt x="98184" y="19592"/>
                    <a:pt x="97270" y="24361"/>
                    <a:pt x="97372" y="29162"/>
                  </a:cubicBezTo>
                  <a:lnTo>
                    <a:pt x="97373" y="31844"/>
                  </a:lnTo>
                  <a:cubicBezTo>
                    <a:pt x="97599" y="35425"/>
                    <a:pt x="96568" y="38972"/>
                    <a:pt x="94457" y="41873"/>
                  </a:cubicBezTo>
                  <a:cubicBezTo>
                    <a:pt x="92997" y="43508"/>
                    <a:pt x="90934" y="44476"/>
                    <a:pt x="88743" y="44555"/>
                  </a:cubicBezTo>
                  <a:lnTo>
                    <a:pt x="45479" y="44555"/>
                  </a:lnTo>
                  <a:cubicBezTo>
                    <a:pt x="42810" y="44678"/>
                    <a:pt x="40167" y="43986"/>
                    <a:pt x="37900" y="42572"/>
                  </a:cubicBezTo>
                  <a:cubicBezTo>
                    <a:pt x="36091" y="41264"/>
                    <a:pt x="34976" y="39205"/>
                    <a:pt x="34868" y="36975"/>
                  </a:cubicBezTo>
                  <a:lnTo>
                    <a:pt x="34868" y="3623"/>
                  </a:lnTo>
                  <a:cubicBezTo>
                    <a:pt x="34935" y="2918"/>
                    <a:pt x="34417" y="2292"/>
                    <a:pt x="33712" y="2225"/>
                  </a:cubicBezTo>
                  <a:cubicBezTo>
                    <a:pt x="33708" y="2225"/>
                    <a:pt x="33705" y="2224"/>
                    <a:pt x="33702" y="2224"/>
                  </a:cubicBezTo>
                  <a:lnTo>
                    <a:pt x="16326" y="2224"/>
                  </a:lnTo>
                  <a:cubicBezTo>
                    <a:pt x="15695" y="2093"/>
                    <a:pt x="15078" y="2498"/>
                    <a:pt x="14947" y="3129"/>
                  </a:cubicBezTo>
                  <a:cubicBezTo>
                    <a:pt x="14937" y="3177"/>
                    <a:pt x="14931" y="3225"/>
                    <a:pt x="14927" y="3274"/>
                  </a:cubicBezTo>
                  <a:lnTo>
                    <a:pt x="14927" y="62747"/>
                  </a:lnTo>
                  <a:cubicBezTo>
                    <a:pt x="14793" y="64718"/>
                    <a:pt x="14319" y="66651"/>
                    <a:pt x="13527" y="68461"/>
                  </a:cubicBezTo>
                  <a:cubicBezTo>
                    <a:pt x="12881" y="69899"/>
                    <a:pt x="11827" y="71115"/>
                    <a:pt x="10495" y="71959"/>
                  </a:cubicBezTo>
                  <a:cubicBezTo>
                    <a:pt x="8630" y="72805"/>
                    <a:pt x="6594" y="73204"/>
                    <a:pt x="4548" y="73125"/>
                  </a:cubicBezTo>
                  <a:lnTo>
                    <a:pt x="1516" y="73125"/>
                  </a:lnTo>
                  <a:cubicBezTo>
                    <a:pt x="467" y="73125"/>
                    <a:pt x="0" y="73125"/>
                    <a:pt x="0" y="74525"/>
                  </a:cubicBezTo>
                  <a:lnTo>
                    <a:pt x="0" y="88751"/>
                  </a:lnTo>
                  <a:cubicBezTo>
                    <a:pt x="0" y="89684"/>
                    <a:pt x="0" y="90151"/>
                    <a:pt x="1516" y="90151"/>
                  </a:cubicBezTo>
                  <a:lnTo>
                    <a:pt x="7930" y="90151"/>
                  </a:lnTo>
                  <a:cubicBezTo>
                    <a:pt x="15742" y="90983"/>
                    <a:pt x="23498" y="88139"/>
                    <a:pt x="28920" y="82454"/>
                  </a:cubicBezTo>
                  <a:cubicBezTo>
                    <a:pt x="33548" y="75598"/>
                    <a:pt x="35725" y="67380"/>
                    <a:pt x="35101" y="59132"/>
                  </a:cubicBezTo>
                  <a:lnTo>
                    <a:pt x="35101" y="56799"/>
                  </a:lnTo>
                  <a:cubicBezTo>
                    <a:pt x="36519" y="58712"/>
                    <a:pt x="38527" y="60106"/>
                    <a:pt x="40815" y="60764"/>
                  </a:cubicBezTo>
                  <a:cubicBezTo>
                    <a:pt x="43292" y="61387"/>
                    <a:pt x="45843" y="61661"/>
                    <a:pt x="48395" y="61580"/>
                  </a:cubicBezTo>
                  <a:lnTo>
                    <a:pt x="89093" y="61580"/>
                  </a:lnTo>
                  <a:cubicBezTo>
                    <a:pt x="90833" y="61546"/>
                    <a:pt x="92559" y="61271"/>
                    <a:pt x="94224" y="60764"/>
                  </a:cubicBezTo>
                  <a:cubicBezTo>
                    <a:pt x="96052" y="60178"/>
                    <a:pt x="97812" y="59397"/>
                    <a:pt x="99471" y="58432"/>
                  </a:cubicBezTo>
                  <a:cubicBezTo>
                    <a:pt x="101400" y="57302"/>
                    <a:pt x="103006" y="55696"/>
                    <a:pt x="104136" y="53767"/>
                  </a:cubicBez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139EB6F1-5F22-3B48-ACC9-4A9D931B3D7B}"/>
                </a:ext>
              </a:extLst>
            </p:cNvPr>
            <p:cNvSpPr/>
            <p:nvPr/>
          </p:nvSpPr>
          <p:spPr>
            <a:xfrm>
              <a:off x="10603068" y="1818362"/>
              <a:ext cx="20174" cy="16559"/>
            </a:xfrm>
            <a:custGeom>
              <a:avLst/>
              <a:gdLst>
                <a:gd name="connsiteX0" fmla="*/ 18775 w 20174"/>
                <a:gd name="connsiteY0" fmla="*/ 0 h 16559"/>
                <a:gd name="connsiteX1" fmla="*/ 20174 w 20174"/>
                <a:gd name="connsiteY1" fmla="*/ 0 h 16559"/>
                <a:gd name="connsiteX2" fmla="*/ 20174 w 20174"/>
                <a:gd name="connsiteY2" fmla="*/ 16559 h 16559"/>
                <a:gd name="connsiteX3" fmla="*/ 0 w 20174"/>
                <a:gd name="connsiteY3" fmla="*/ 16559 h 16559"/>
                <a:gd name="connsiteX4" fmla="*/ 0 w 20174"/>
                <a:gd name="connsiteY4" fmla="*/ 0 h 16559"/>
                <a:gd name="connsiteX5" fmla="*/ 18775 w 20174"/>
                <a:gd name="connsiteY5" fmla="*/ 0 h 16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74" h="16559">
                  <a:moveTo>
                    <a:pt x="18775" y="0"/>
                  </a:moveTo>
                  <a:lnTo>
                    <a:pt x="20174" y="0"/>
                  </a:lnTo>
                  <a:lnTo>
                    <a:pt x="20174" y="16559"/>
                  </a:lnTo>
                  <a:lnTo>
                    <a:pt x="0" y="16559"/>
                  </a:lnTo>
                  <a:lnTo>
                    <a:pt x="0" y="0"/>
                  </a:lnTo>
                  <a:lnTo>
                    <a:pt x="18775" y="0"/>
                  </a:ln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2CFEC32F-49BE-9E46-8EFB-AF41C545A350}"/>
                </a:ext>
              </a:extLst>
            </p:cNvPr>
            <p:cNvSpPr/>
            <p:nvPr/>
          </p:nvSpPr>
          <p:spPr>
            <a:xfrm>
              <a:off x="10494885" y="1846583"/>
              <a:ext cx="149344" cy="90450"/>
            </a:xfrm>
            <a:custGeom>
              <a:avLst/>
              <a:gdLst>
                <a:gd name="connsiteX0" fmla="*/ 126958 w 149344"/>
                <a:gd name="connsiteY0" fmla="*/ 41981 h 90450"/>
                <a:gd name="connsiteX1" fmla="*/ 118329 w 149344"/>
                <a:gd name="connsiteY1" fmla="*/ 45013 h 90450"/>
                <a:gd name="connsiteX2" fmla="*/ 109816 w 149344"/>
                <a:gd name="connsiteY2" fmla="*/ 41981 h 90450"/>
                <a:gd name="connsiteX3" fmla="*/ 106900 w 149344"/>
                <a:gd name="connsiteY3" fmla="*/ 30319 h 90450"/>
                <a:gd name="connsiteX4" fmla="*/ 118562 w 149344"/>
                <a:gd name="connsiteY4" fmla="*/ 16442 h 90450"/>
                <a:gd name="connsiteX5" fmla="*/ 130223 w 149344"/>
                <a:gd name="connsiteY5" fmla="*/ 30669 h 90450"/>
                <a:gd name="connsiteX6" fmla="*/ 127308 w 149344"/>
                <a:gd name="connsiteY6" fmla="*/ 41631 h 90450"/>
                <a:gd name="connsiteX7" fmla="*/ 47661 w 149344"/>
                <a:gd name="connsiteY7" fmla="*/ 34401 h 90450"/>
                <a:gd name="connsiteX8" fmla="*/ 40081 w 149344"/>
                <a:gd name="connsiteY8" fmla="*/ 41281 h 90450"/>
                <a:gd name="connsiteX9" fmla="*/ 34717 w 149344"/>
                <a:gd name="connsiteY9" fmla="*/ 29620 h 90450"/>
                <a:gd name="connsiteX10" fmla="*/ 25038 w 149344"/>
                <a:gd name="connsiteY10" fmla="*/ 20057 h 90450"/>
                <a:gd name="connsiteX11" fmla="*/ 29935 w 149344"/>
                <a:gd name="connsiteY11" fmla="*/ 18425 h 90450"/>
                <a:gd name="connsiteX12" fmla="*/ 38448 w 149344"/>
                <a:gd name="connsiteY12" fmla="*/ 17492 h 90450"/>
                <a:gd name="connsiteX13" fmla="*/ 47544 w 149344"/>
                <a:gd name="connsiteY13" fmla="*/ 19591 h 90450"/>
                <a:gd name="connsiteX14" fmla="*/ 50809 w 149344"/>
                <a:gd name="connsiteY14" fmla="*/ 26121 h 90450"/>
                <a:gd name="connsiteX15" fmla="*/ 47661 w 149344"/>
                <a:gd name="connsiteY15" fmla="*/ 34401 h 90450"/>
                <a:gd name="connsiteX16" fmla="*/ 140019 w 149344"/>
                <a:gd name="connsiteY16" fmla="*/ 6880 h 90450"/>
                <a:gd name="connsiteX17" fmla="*/ 130106 w 149344"/>
                <a:gd name="connsiteY17" fmla="*/ 1633 h 90450"/>
                <a:gd name="connsiteX18" fmla="*/ 118445 w 149344"/>
                <a:gd name="connsiteY18" fmla="*/ 0 h 90450"/>
                <a:gd name="connsiteX19" fmla="*/ 106784 w 149344"/>
                <a:gd name="connsiteY19" fmla="*/ 1633 h 90450"/>
                <a:gd name="connsiteX20" fmla="*/ 96872 w 149344"/>
                <a:gd name="connsiteY20" fmla="*/ 6880 h 90450"/>
                <a:gd name="connsiteX21" fmla="*/ 89875 w 149344"/>
                <a:gd name="connsiteY21" fmla="*/ 16559 h 90450"/>
                <a:gd name="connsiteX22" fmla="*/ 87309 w 149344"/>
                <a:gd name="connsiteY22" fmla="*/ 31836 h 90450"/>
                <a:gd name="connsiteX23" fmla="*/ 89525 w 149344"/>
                <a:gd name="connsiteY23" fmla="*/ 44430 h 90450"/>
                <a:gd name="connsiteX24" fmla="*/ 58039 w 149344"/>
                <a:gd name="connsiteY24" fmla="*/ 44430 h 90450"/>
                <a:gd name="connsiteX25" fmla="*/ 62704 w 149344"/>
                <a:gd name="connsiteY25" fmla="*/ 40348 h 90450"/>
                <a:gd name="connsiteX26" fmla="*/ 66902 w 149344"/>
                <a:gd name="connsiteY26" fmla="*/ 35217 h 90450"/>
                <a:gd name="connsiteX27" fmla="*/ 70050 w 149344"/>
                <a:gd name="connsiteY27" fmla="*/ 29037 h 90450"/>
                <a:gd name="connsiteX28" fmla="*/ 71217 w 149344"/>
                <a:gd name="connsiteY28" fmla="*/ 21923 h 90450"/>
                <a:gd name="connsiteX29" fmla="*/ 69351 w 149344"/>
                <a:gd name="connsiteY29" fmla="*/ 13294 h 90450"/>
                <a:gd name="connsiteX30" fmla="*/ 63287 w 149344"/>
                <a:gd name="connsiteY30" fmla="*/ 6414 h 90450"/>
                <a:gd name="connsiteX31" fmla="*/ 53025 w 149344"/>
                <a:gd name="connsiteY31" fmla="*/ 1749 h 90450"/>
                <a:gd name="connsiteX32" fmla="*/ 38332 w 149344"/>
                <a:gd name="connsiteY32" fmla="*/ 117 h 90450"/>
                <a:gd name="connsiteX33" fmla="*/ 25737 w 149344"/>
                <a:gd name="connsiteY33" fmla="*/ 1166 h 90450"/>
                <a:gd name="connsiteX34" fmla="*/ 15242 w 149344"/>
                <a:gd name="connsiteY34" fmla="*/ 3615 h 90450"/>
                <a:gd name="connsiteX35" fmla="*/ 8012 w 149344"/>
                <a:gd name="connsiteY35" fmla="*/ 6880 h 90450"/>
                <a:gd name="connsiteX36" fmla="*/ 5330 w 149344"/>
                <a:gd name="connsiteY36" fmla="*/ 10262 h 90450"/>
                <a:gd name="connsiteX37" fmla="*/ 5330 w 149344"/>
                <a:gd name="connsiteY37" fmla="*/ 19358 h 90450"/>
                <a:gd name="connsiteX38" fmla="*/ 5330 w 149344"/>
                <a:gd name="connsiteY38" fmla="*/ 22856 h 90450"/>
                <a:gd name="connsiteX39" fmla="*/ 6962 w 149344"/>
                <a:gd name="connsiteY39" fmla="*/ 24722 h 90450"/>
                <a:gd name="connsiteX40" fmla="*/ 23755 w 149344"/>
                <a:gd name="connsiteY40" fmla="*/ 45479 h 90450"/>
                <a:gd name="connsiteX41" fmla="*/ 14776 w 149344"/>
                <a:gd name="connsiteY41" fmla="*/ 48162 h 90450"/>
                <a:gd name="connsiteX42" fmla="*/ 7196 w 149344"/>
                <a:gd name="connsiteY42" fmla="*/ 52826 h 90450"/>
                <a:gd name="connsiteX43" fmla="*/ 1948 w 149344"/>
                <a:gd name="connsiteY43" fmla="*/ 59823 h 90450"/>
                <a:gd name="connsiteX44" fmla="*/ 82 w 149344"/>
                <a:gd name="connsiteY44" fmla="*/ 69618 h 90450"/>
                <a:gd name="connsiteX45" fmla="*/ 7662 w 149344"/>
                <a:gd name="connsiteY45" fmla="*/ 85711 h 90450"/>
                <a:gd name="connsiteX46" fmla="*/ 29002 w 149344"/>
                <a:gd name="connsiteY46" fmla="*/ 90376 h 90450"/>
                <a:gd name="connsiteX47" fmla="*/ 43346 w 149344"/>
                <a:gd name="connsiteY47" fmla="*/ 90376 h 90450"/>
                <a:gd name="connsiteX48" fmla="*/ 44725 w 149344"/>
                <a:gd name="connsiteY48" fmla="*/ 89471 h 90450"/>
                <a:gd name="connsiteX49" fmla="*/ 44745 w 149344"/>
                <a:gd name="connsiteY49" fmla="*/ 89326 h 90450"/>
                <a:gd name="connsiteX50" fmla="*/ 44745 w 149344"/>
                <a:gd name="connsiteY50" fmla="*/ 74866 h 90450"/>
                <a:gd name="connsiteX51" fmla="*/ 43579 w 149344"/>
                <a:gd name="connsiteY51" fmla="*/ 73467 h 90450"/>
                <a:gd name="connsiteX52" fmla="*/ 32967 w 149344"/>
                <a:gd name="connsiteY52" fmla="*/ 73467 h 90450"/>
                <a:gd name="connsiteX53" fmla="*/ 23172 w 149344"/>
                <a:gd name="connsiteY53" fmla="*/ 72184 h 90450"/>
                <a:gd name="connsiteX54" fmla="*/ 20606 w 149344"/>
                <a:gd name="connsiteY54" fmla="*/ 67986 h 90450"/>
                <a:gd name="connsiteX55" fmla="*/ 22239 w 149344"/>
                <a:gd name="connsiteY55" fmla="*/ 64137 h 90450"/>
                <a:gd name="connsiteX56" fmla="*/ 26204 w 149344"/>
                <a:gd name="connsiteY56" fmla="*/ 61572 h 90450"/>
                <a:gd name="connsiteX57" fmla="*/ 32151 w 149344"/>
                <a:gd name="connsiteY57" fmla="*/ 59473 h 90450"/>
                <a:gd name="connsiteX58" fmla="*/ 39264 w 149344"/>
                <a:gd name="connsiteY58" fmla="*/ 57257 h 90450"/>
                <a:gd name="connsiteX59" fmla="*/ 47544 w 149344"/>
                <a:gd name="connsiteY59" fmla="*/ 60639 h 90450"/>
                <a:gd name="connsiteX60" fmla="*/ 56173 w 149344"/>
                <a:gd name="connsiteY60" fmla="*/ 61689 h 90450"/>
                <a:gd name="connsiteX61" fmla="*/ 118212 w 149344"/>
                <a:gd name="connsiteY61" fmla="*/ 61689 h 90450"/>
                <a:gd name="connsiteX62" fmla="*/ 130573 w 149344"/>
                <a:gd name="connsiteY62" fmla="*/ 60173 h 90450"/>
                <a:gd name="connsiteX63" fmla="*/ 140369 w 149344"/>
                <a:gd name="connsiteY63" fmla="*/ 55391 h 90450"/>
                <a:gd name="connsiteX64" fmla="*/ 146899 w 149344"/>
                <a:gd name="connsiteY64" fmla="*/ 46296 h 90450"/>
                <a:gd name="connsiteX65" fmla="*/ 146899 w 149344"/>
                <a:gd name="connsiteY65" fmla="*/ 16676 h 90450"/>
                <a:gd name="connsiteX66" fmla="*/ 140019 w 149344"/>
                <a:gd name="connsiteY66" fmla="*/ 6880 h 90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149344" h="90450">
                  <a:moveTo>
                    <a:pt x="126958" y="41981"/>
                  </a:moveTo>
                  <a:cubicBezTo>
                    <a:pt x="124687" y="44243"/>
                    <a:pt x="121515" y="45357"/>
                    <a:pt x="118329" y="45013"/>
                  </a:cubicBezTo>
                  <a:cubicBezTo>
                    <a:pt x="115185" y="45289"/>
                    <a:pt x="112077" y="44182"/>
                    <a:pt x="109816" y="41981"/>
                  </a:cubicBezTo>
                  <a:cubicBezTo>
                    <a:pt x="107363" y="38621"/>
                    <a:pt x="106317" y="34438"/>
                    <a:pt x="106900" y="30319"/>
                  </a:cubicBezTo>
                  <a:cubicBezTo>
                    <a:pt x="106900" y="21107"/>
                    <a:pt x="110749" y="16442"/>
                    <a:pt x="118562" y="16442"/>
                  </a:cubicBezTo>
                  <a:cubicBezTo>
                    <a:pt x="126375" y="16442"/>
                    <a:pt x="130223" y="21224"/>
                    <a:pt x="130223" y="30669"/>
                  </a:cubicBezTo>
                  <a:cubicBezTo>
                    <a:pt x="130682" y="34561"/>
                    <a:pt x="129640" y="38481"/>
                    <a:pt x="127308" y="41631"/>
                  </a:cubicBezTo>
                  <a:close/>
                  <a:moveTo>
                    <a:pt x="47661" y="34401"/>
                  </a:moveTo>
                  <a:cubicBezTo>
                    <a:pt x="45539" y="37104"/>
                    <a:pt x="42976" y="39430"/>
                    <a:pt x="40081" y="41281"/>
                  </a:cubicBezTo>
                  <a:cubicBezTo>
                    <a:pt x="38946" y="37126"/>
                    <a:pt x="37133" y="33186"/>
                    <a:pt x="34717" y="29620"/>
                  </a:cubicBezTo>
                  <a:cubicBezTo>
                    <a:pt x="32223" y="25767"/>
                    <a:pt x="28920" y="22504"/>
                    <a:pt x="25038" y="20057"/>
                  </a:cubicBezTo>
                  <a:cubicBezTo>
                    <a:pt x="26614" y="19357"/>
                    <a:pt x="28254" y="18810"/>
                    <a:pt x="29935" y="18425"/>
                  </a:cubicBezTo>
                  <a:cubicBezTo>
                    <a:pt x="32724" y="17766"/>
                    <a:pt x="35583" y="17453"/>
                    <a:pt x="38448" y="17492"/>
                  </a:cubicBezTo>
                  <a:cubicBezTo>
                    <a:pt x="41613" y="17366"/>
                    <a:pt x="44754" y="18091"/>
                    <a:pt x="47544" y="19591"/>
                  </a:cubicBezTo>
                  <a:cubicBezTo>
                    <a:pt x="49714" y="21035"/>
                    <a:pt x="50956" y="23519"/>
                    <a:pt x="50809" y="26121"/>
                  </a:cubicBezTo>
                  <a:cubicBezTo>
                    <a:pt x="50747" y="29162"/>
                    <a:pt x="49634" y="32087"/>
                    <a:pt x="47661" y="34401"/>
                  </a:cubicBezTo>
                  <a:close/>
                  <a:moveTo>
                    <a:pt x="140019" y="6880"/>
                  </a:moveTo>
                  <a:cubicBezTo>
                    <a:pt x="137207" y="4327"/>
                    <a:pt x="133799" y="2522"/>
                    <a:pt x="130106" y="1633"/>
                  </a:cubicBezTo>
                  <a:cubicBezTo>
                    <a:pt x="126308" y="579"/>
                    <a:pt x="122387" y="30"/>
                    <a:pt x="118445" y="0"/>
                  </a:cubicBezTo>
                  <a:cubicBezTo>
                    <a:pt x="114501" y="-2"/>
                    <a:pt x="110576" y="548"/>
                    <a:pt x="106784" y="1633"/>
                  </a:cubicBezTo>
                  <a:cubicBezTo>
                    <a:pt x="103121" y="2599"/>
                    <a:pt x="99730" y="4395"/>
                    <a:pt x="96872" y="6880"/>
                  </a:cubicBezTo>
                  <a:cubicBezTo>
                    <a:pt x="93797" y="9499"/>
                    <a:pt x="91397" y="12819"/>
                    <a:pt x="89875" y="16559"/>
                  </a:cubicBezTo>
                  <a:cubicBezTo>
                    <a:pt x="88035" y="21436"/>
                    <a:pt x="87164" y="26625"/>
                    <a:pt x="87309" y="31836"/>
                  </a:cubicBezTo>
                  <a:cubicBezTo>
                    <a:pt x="87103" y="36146"/>
                    <a:pt x="87860" y="40449"/>
                    <a:pt x="89525" y="44430"/>
                  </a:cubicBezTo>
                  <a:lnTo>
                    <a:pt x="58039" y="44430"/>
                  </a:lnTo>
                  <a:cubicBezTo>
                    <a:pt x="59727" y="43230"/>
                    <a:pt x="61290" y="41862"/>
                    <a:pt x="62704" y="40348"/>
                  </a:cubicBezTo>
                  <a:cubicBezTo>
                    <a:pt x="64322" y="38829"/>
                    <a:pt x="65734" y="37104"/>
                    <a:pt x="66902" y="35217"/>
                  </a:cubicBezTo>
                  <a:cubicBezTo>
                    <a:pt x="68204" y="33296"/>
                    <a:pt x="69261" y="31219"/>
                    <a:pt x="70050" y="29037"/>
                  </a:cubicBezTo>
                  <a:cubicBezTo>
                    <a:pt x="70786" y="26736"/>
                    <a:pt x="71179" y="24339"/>
                    <a:pt x="71217" y="21923"/>
                  </a:cubicBezTo>
                  <a:cubicBezTo>
                    <a:pt x="71193" y="18949"/>
                    <a:pt x="70558" y="16012"/>
                    <a:pt x="69351" y="13294"/>
                  </a:cubicBezTo>
                  <a:cubicBezTo>
                    <a:pt x="67950" y="10520"/>
                    <a:pt x="65862" y="8152"/>
                    <a:pt x="63287" y="6414"/>
                  </a:cubicBezTo>
                  <a:cubicBezTo>
                    <a:pt x="60199" y="4211"/>
                    <a:pt x="56714" y="2627"/>
                    <a:pt x="53025" y="1749"/>
                  </a:cubicBezTo>
                  <a:cubicBezTo>
                    <a:pt x="48209" y="624"/>
                    <a:pt x="43277" y="76"/>
                    <a:pt x="38332" y="117"/>
                  </a:cubicBezTo>
                  <a:cubicBezTo>
                    <a:pt x="34112" y="118"/>
                    <a:pt x="29899" y="469"/>
                    <a:pt x="25737" y="1166"/>
                  </a:cubicBezTo>
                  <a:cubicBezTo>
                    <a:pt x="22188" y="1747"/>
                    <a:pt x="18682" y="2565"/>
                    <a:pt x="15242" y="3615"/>
                  </a:cubicBezTo>
                  <a:cubicBezTo>
                    <a:pt x="12703" y="4391"/>
                    <a:pt x="10273" y="5488"/>
                    <a:pt x="8012" y="6880"/>
                  </a:cubicBezTo>
                  <a:cubicBezTo>
                    <a:pt x="6263" y="8046"/>
                    <a:pt x="5330" y="9212"/>
                    <a:pt x="5330" y="10262"/>
                  </a:cubicBezTo>
                  <a:lnTo>
                    <a:pt x="5330" y="19358"/>
                  </a:lnTo>
                  <a:cubicBezTo>
                    <a:pt x="5213" y="20521"/>
                    <a:pt x="5213" y="21693"/>
                    <a:pt x="5330" y="22856"/>
                  </a:cubicBezTo>
                  <a:cubicBezTo>
                    <a:pt x="5596" y="23675"/>
                    <a:pt x="6186" y="24350"/>
                    <a:pt x="6962" y="24722"/>
                  </a:cubicBezTo>
                  <a:cubicBezTo>
                    <a:pt x="14582" y="29727"/>
                    <a:pt x="20451" y="36983"/>
                    <a:pt x="23755" y="45479"/>
                  </a:cubicBezTo>
                  <a:cubicBezTo>
                    <a:pt x="20679" y="46070"/>
                    <a:pt x="17671" y="46968"/>
                    <a:pt x="14776" y="48162"/>
                  </a:cubicBezTo>
                  <a:cubicBezTo>
                    <a:pt x="12005" y="49279"/>
                    <a:pt x="9442" y="50856"/>
                    <a:pt x="7196" y="52826"/>
                  </a:cubicBezTo>
                  <a:cubicBezTo>
                    <a:pt x="4964" y="54754"/>
                    <a:pt x="3174" y="57141"/>
                    <a:pt x="1948" y="59823"/>
                  </a:cubicBezTo>
                  <a:cubicBezTo>
                    <a:pt x="627" y="62915"/>
                    <a:pt x="-9" y="66257"/>
                    <a:pt x="82" y="69618"/>
                  </a:cubicBezTo>
                  <a:cubicBezTo>
                    <a:pt x="-537" y="75967"/>
                    <a:pt x="2373" y="82145"/>
                    <a:pt x="7662" y="85711"/>
                  </a:cubicBezTo>
                  <a:cubicBezTo>
                    <a:pt x="14205" y="89216"/>
                    <a:pt x="21594" y="90831"/>
                    <a:pt x="29002" y="90376"/>
                  </a:cubicBezTo>
                  <a:lnTo>
                    <a:pt x="43346" y="90376"/>
                  </a:lnTo>
                  <a:cubicBezTo>
                    <a:pt x="43977" y="90506"/>
                    <a:pt x="44594" y="90101"/>
                    <a:pt x="44725" y="89471"/>
                  </a:cubicBezTo>
                  <a:cubicBezTo>
                    <a:pt x="44734" y="89423"/>
                    <a:pt x="44741" y="89375"/>
                    <a:pt x="44745" y="89326"/>
                  </a:cubicBezTo>
                  <a:lnTo>
                    <a:pt x="44745" y="74866"/>
                  </a:lnTo>
                  <a:cubicBezTo>
                    <a:pt x="44745" y="74050"/>
                    <a:pt x="44745" y="73467"/>
                    <a:pt x="43579" y="73467"/>
                  </a:cubicBezTo>
                  <a:lnTo>
                    <a:pt x="32967" y="73467"/>
                  </a:lnTo>
                  <a:cubicBezTo>
                    <a:pt x="29652" y="73623"/>
                    <a:pt x="26335" y="73189"/>
                    <a:pt x="23172" y="72184"/>
                  </a:cubicBezTo>
                  <a:cubicBezTo>
                    <a:pt x="21524" y="71457"/>
                    <a:pt x="20502" y="69783"/>
                    <a:pt x="20606" y="67986"/>
                  </a:cubicBezTo>
                  <a:cubicBezTo>
                    <a:pt x="20473" y="66511"/>
                    <a:pt x="21086" y="65067"/>
                    <a:pt x="22239" y="64137"/>
                  </a:cubicBezTo>
                  <a:cubicBezTo>
                    <a:pt x="23372" y="63021"/>
                    <a:pt x="24721" y="62148"/>
                    <a:pt x="26204" y="61572"/>
                  </a:cubicBezTo>
                  <a:cubicBezTo>
                    <a:pt x="28146" y="60762"/>
                    <a:pt x="30131" y="60062"/>
                    <a:pt x="32151" y="59473"/>
                  </a:cubicBezTo>
                  <a:lnTo>
                    <a:pt x="39264" y="57257"/>
                  </a:lnTo>
                  <a:cubicBezTo>
                    <a:pt x="41792" y="58886"/>
                    <a:pt x="44599" y="60032"/>
                    <a:pt x="47544" y="60639"/>
                  </a:cubicBezTo>
                  <a:cubicBezTo>
                    <a:pt x="50387" y="61225"/>
                    <a:pt x="53273" y="61577"/>
                    <a:pt x="56173" y="61689"/>
                  </a:cubicBezTo>
                  <a:lnTo>
                    <a:pt x="118212" y="61689"/>
                  </a:lnTo>
                  <a:cubicBezTo>
                    <a:pt x="122380" y="61709"/>
                    <a:pt x="126533" y="61199"/>
                    <a:pt x="130573" y="60173"/>
                  </a:cubicBezTo>
                  <a:cubicBezTo>
                    <a:pt x="134153" y="59328"/>
                    <a:pt x="137500" y="57694"/>
                    <a:pt x="140369" y="55391"/>
                  </a:cubicBezTo>
                  <a:cubicBezTo>
                    <a:pt x="143191" y="52880"/>
                    <a:pt x="145422" y="49773"/>
                    <a:pt x="146899" y="46296"/>
                  </a:cubicBezTo>
                  <a:cubicBezTo>
                    <a:pt x="150160" y="36692"/>
                    <a:pt x="150160" y="26280"/>
                    <a:pt x="146899" y="16676"/>
                  </a:cubicBezTo>
                  <a:cubicBezTo>
                    <a:pt x="145442" y="12896"/>
                    <a:pt x="143080" y="9532"/>
                    <a:pt x="140019" y="6880"/>
                  </a:cubicBez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DAF40367-9F0E-BD4F-A069-5AE029B87E09}"/>
                </a:ext>
              </a:extLst>
            </p:cNvPr>
            <p:cNvSpPr/>
            <p:nvPr/>
          </p:nvSpPr>
          <p:spPr>
            <a:xfrm>
              <a:off x="10701490" y="1818362"/>
              <a:ext cx="20290" cy="16559"/>
            </a:xfrm>
            <a:custGeom>
              <a:avLst/>
              <a:gdLst>
                <a:gd name="connsiteX0" fmla="*/ 18891 w 20290"/>
                <a:gd name="connsiteY0" fmla="*/ 0 h 16559"/>
                <a:gd name="connsiteX1" fmla="*/ 20291 w 20290"/>
                <a:gd name="connsiteY1" fmla="*/ 0 h 16559"/>
                <a:gd name="connsiteX2" fmla="*/ 20291 w 20290"/>
                <a:gd name="connsiteY2" fmla="*/ 16559 h 16559"/>
                <a:gd name="connsiteX3" fmla="*/ 0 w 20290"/>
                <a:gd name="connsiteY3" fmla="*/ 16559 h 16559"/>
                <a:gd name="connsiteX4" fmla="*/ 0 w 20290"/>
                <a:gd name="connsiteY4" fmla="*/ 0 h 16559"/>
                <a:gd name="connsiteX5" fmla="*/ 18891 w 20290"/>
                <a:gd name="connsiteY5" fmla="*/ 0 h 16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90" h="16559">
                  <a:moveTo>
                    <a:pt x="18891" y="0"/>
                  </a:moveTo>
                  <a:lnTo>
                    <a:pt x="20291" y="0"/>
                  </a:lnTo>
                  <a:lnTo>
                    <a:pt x="20291" y="16559"/>
                  </a:lnTo>
                  <a:lnTo>
                    <a:pt x="0" y="16559"/>
                  </a:lnTo>
                  <a:lnTo>
                    <a:pt x="0" y="0"/>
                  </a:lnTo>
                  <a:lnTo>
                    <a:pt x="18891" y="0"/>
                  </a:ln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7911FE38-F197-134C-990D-53B9B1A71137}"/>
                </a:ext>
              </a:extLst>
            </p:cNvPr>
            <p:cNvSpPr/>
            <p:nvPr/>
          </p:nvSpPr>
          <p:spPr>
            <a:xfrm>
              <a:off x="10658752" y="1812413"/>
              <a:ext cx="195095" cy="96684"/>
            </a:xfrm>
            <a:custGeom>
              <a:avLst/>
              <a:gdLst>
                <a:gd name="connsiteX0" fmla="*/ 128333 w 195095"/>
                <a:gd name="connsiteY0" fmla="*/ 76734 h 96684"/>
                <a:gd name="connsiteX1" fmla="*/ 119703 w 195095"/>
                <a:gd name="connsiteY1" fmla="*/ 79882 h 96684"/>
                <a:gd name="connsiteX2" fmla="*/ 111074 w 195095"/>
                <a:gd name="connsiteY2" fmla="*/ 76734 h 96684"/>
                <a:gd name="connsiteX3" fmla="*/ 108275 w 195095"/>
                <a:gd name="connsiteY3" fmla="*/ 65072 h 96684"/>
                <a:gd name="connsiteX4" fmla="*/ 119937 w 195095"/>
                <a:gd name="connsiteY4" fmla="*/ 50962 h 96684"/>
                <a:gd name="connsiteX5" fmla="*/ 131598 w 195095"/>
                <a:gd name="connsiteY5" fmla="*/ 65072 h 96684"/>
                <a:gd name="connsiteX6" fmla="*/ 128333 w 195095"/>
                <a:gd name="connsiteY6" fmla="*/ 76734 h 96684"/>
                <a:gd name="connsiteX7" fmla="*/ 193170 w 195095"/>
                <a:gd name="connsiteY7" fmla="*/ 468 h 96684"/>
                <a:gd name="connsiteX8" fmla="*/ 176028 w 195095"/>
                <a:gd name="connsiteY8" fmla="*/ 468 h 96684"/>
                <a:gd name="connsiteX9" fmla="*/ 174628 w 195095"/>
                <a:gd name="connsiteY9" fmla="*/ 1751 h 96684"/>
                <a:gd name="connsiteX10" fmla="*/ 174628 w 195095"/>
                <a:gd name="connsiteY10" fmla="*/ 71719 h 96684"/>
                <a:gd name="connsiteX11" fmla="*/ 172996 w 195095"/>
                <a:gd name="connsiteY11" fmla="*/ 77550 h 96684"/>
                <a:gd name="connsiteX12" fmla="*/ 167982 w 195095"/>
                <a:gd name="connsiteY12" fmla="*/ 79182 h 96684"/>
                <a:gd name="connsiteX13" fmla="*/ 159119 w 195095"/>
                <a:gd name="connsiteY13" fmla="*/ 79182 h 96684"/>
                <a:gd name="connsiteX14" fmla="*/ 153055 w 195095"/>
                <a:gd name="connsiteY14" fmla="*/ 76967 h 96684"/>
                <a:gd name="connsiteX15" fmla="*/ 150373 w 195095"/>
                <a:gd name="connsiteY15" fmla="*/ 70203 h 96684"/>
                <a:gd name="connsiteX16" fmla="*/ 150373 w 195095"/>
                <a:gd name="connsiteY16" fmla="*/ 66472 h 96684"/>
                <a:gd name="connsiteX17" fmla="*/ 125669 w 195095"/>
                <a:gd name="connsiteY17" fmla="*/ 34708 h 96684"/>
                <a:gd name="connsiteX18" fmla="*/ 119237 w 195095"/>
                <a:gd name="connsiteY18" fmla="*/ 34636 h 96684"/>
                <a:gd name="connsiteX19" fmla="*/ 95914 w 195095"/>
                <a:gd name="connsiteY19" fmla="*/ 42216 h 96684"/>
                <a:gd name="connsiteX20" fmla="*/ 87985 w 195095"/>
                <a:gd name="connsiteY20" fmla="*/ 63790 h 96684"/>
                <a:gd name="connsiteX21" fmla="*/ 87984 w 195095"/>
                <a:gd name="connsiteY21" fmla="*/ 66588 h 96684"/>
                <a:gd name="connsiteX22" fmla="*/ 85069 w 195095"/>
                <a:gd name="connsiteY22" fmla="*/ 76500 h 96684"/>
                <a:gd name="connsiteX23" fmla="*/ 79355 w 195095"/>
                <a:gd name="connsiteY23" fmla="*/ 79182 h 96684"/>
                <a:gd name="connsiteX24" fmla="*/ 72591 w 195095"/>
                <a:gd name="connsiteY24" fmla="*/ 79182 h 96684"/>
                <a:gd name="connsiteX25" fmla="*/ 65012 w 195095"/>
                <a:gd name="connsiteY25" fmla="*/ 77200 h 96684"/>
                <a:gd name="connsiteX26" fmla="*/ 61980 w 195095"/>
                <a:gd name="connsiteY26" fmla="*/ 71719 h 96684"/>
                <a:gd name="connsiteX27" fmla="*/ 61980 w 195095"/>
                <a:gd name="connsiteY27" fmla="*/ 38484 h 96684"/>
                <a:gd name="connsiteX28" fmla="*/ 60825 w 195095"/>
                <a:gd name="connsiteY28" fmla="*/ 37085 h 96684"/>
                <a:gd name="connsiteX29" fmla="*/ 60580 w 195095"/>
                <a:gd name="connsiteY29" fmla="*/ 37085 h 96684"/>
                <a:gd name="connsiteX30" fmla="*/ 44371 w 195095"/>
                <a:gd name="connsiteY30" fmla="*/ 37085 h 96684"/>
                <a:gd name="connsiteX31" fmla="*/ 42389 w 195095"/>
                <a:gd name="connsiteY31" fmla="*/ 38368 h 96684"/>
                <a:gd name="connsiteX32" fmla="*/ 42389 w 195095"/>
                <a:gd name="connsiteY32" fmla="*/ 67871 h 96684"/>
                <a:gd name="connsiteX33" fmla="*/ 41106 w 195095"/>
                <a:gd name="connsiteY33" fmla="*/ 76617 h 96684"/>
                <a:gd name="connsiteX34" fmla="*/ 35625 w 195095"/>
                <a:gd name="connsiteY34" fmla="*/ 79066 h 96684"/>
                <a:gd name="connsiteX35" fmla="*/ 26412 w 195095"/>
                <a:gd name="connsiteY35" fmla="*/ 79066 h 96684"/>
                <a:gd name="connsiteX36" fmla="*/ 21281 w 195095"/>
                <a:gd name="connsiteY36" fmla="*/ 77433 h 96684"/>
                <a:gd name="connsiteX37" fmla="*/ 19765 w 195095"/>
                <a:gd name="connsiteY37" fmla="*/ 71719 h 96684"/>
                <a:gd name="connsiteX38" fmla="*/ 19765 w 195095"/>
                <a:gd name="connsiteY38" fmla="*/ 1751 h 96684"/>
                <a:gd name="connsiteX39" fmla="*/ 18249 w 195095"/>
                <a:gd name="connsiteY39" fmla="*/ 352 h 96684"/>
                <a:gd name="connsiteX40" fmla="*/ 1457 w 195095"/>
                <a:gd name="connsiteY40" fmla="*/ 352 h 96684"/>
                <a:gd name="connsiteX41" fmla="*/ 78 w 195095"/>
                <a:gd name="connsiteY41" fmla="*/ 1256 h 96684"/>
                <a:gd name="connsiteX42" fmla="*/ 58 w 195095"/>
                <a:gd name="connsiteY42" fmla="*/ 1401 h 96684"/>
                <a:gd name="connsiteX43" fmla="*/ 58 w 195095"/>
                <a:gd name="connsiteY43" fmla="*/ 77900 h 96684"/>
                <a:gd name="connsiteX44" fmla="*/ 3789 w 195095"/>
                <a:gd name="connsiteY44" fmla="*/ 91194 h 96684"/>
                <a:gd name="connsiteX45" fmla="*/ 16384 w 195095"/>
                <a:gd name="connsiteY45" fmla="*/ 95625 h 96684"/>
                <a:gd name="connsiteX46" fmla="*/ 41572 w 195095"/>
                <a:gd name="connsiteY46" fmla="*/ 95625 h 96684"/>
                <a:gd name="connsiteX47" fmla="*/ 53234 w 195095"/>
                <a:gd name="connsiteY47" fmla="*/ 94226 h 96684"/>
                <a:gd name="connsiteX48" fmla="*/ 59881 w 195095"/>
                <a:gd name="connsiteY48" fmla="*/ 88512 h 96684"/>
                <a:gd name="connsiteX49" fmla="*/ 66411 w 195095"/>
                <a:gd name="connsiteY49" fmla="*/ 94342 h 96684"/>
                <a:gd name="connsiteX50" fmla="*/ 74807 w 195095"/>
                <a:gd name="connsiteY50" fmla="*/ 95508 h 96684"/>
                <a:gd name="connsiteX51" fmla="*/ 76556 w 195095"/>
                <a:gd name="connsiteY51" fmla="*/ 95508 h 96684"/>
                <a:gd name="connsiteX52" fmla="*/ 80638 w 195095"/>
                <a:gd name="connsiteY52" fmla="*/ 95508 h 96684"/>
                <a:gd name="connsiteX53" fmla="*/ 86002 w 195095"/>
                <a:gd name="connsiteY53" fmla="*/ 94459 h 96684"/>
                <a:gd name="connsiteX54" fmla="*/ 91250 w 195095"/>
                <a:gd name="connsiteY54" fmla="*/ 92243 h 96684"/>
                <a:gd name="connsiteX55" fmla="*/ 95331 w 195095"/>
                <a:gd name="connsiteY55" fmla="*/ 88162 h 96684"/>
                <a:gd name="connsiteX56" fmla="*/ 105710 w 195095"/>
                <a:gd name="connsiteY56" fmla="*/ 94809 h 96684"/>
                <a:gd name="connsiteX57" fmla="*/ 119354 w 195095"/>
                <a:gd name="connsiteY57" fmla="*/ 96675 h 96684"/>
                <a:gd name="connsiteX58" fmla="*/ 133347 w 195095"/>
                <a:gd name="connsiteY58" fmla="*/ 94692 h 96684"/>
                <a:gd name="connsiteX59" fmla="*/ 143959 w 195095"/>
                <a:gd name="connsiteY59" fmla="*/ 87579 h 96684"/>
                <a:gd name="connsiteX60" fmla="*/ 148507 w 195095"/>
                <a:gd name="connsiteY60" fmla="*/ 91777 h 96684"/>
                <a:gd name="connsiteX61" fmla="*/ 153172 w 195095"/>
                <a:gd name="connsiteY61" fmla="*/ 94226 h 96684"/>
                <a:gd name="connsiteX62" fmla="*/ 158419 w 195095"/>
                <a:gd name="connsiteY62" fmla="*/ 95275 h 96684"/>
                <a:gd name="connsiteX63" fmla="*/ 178593 w 195095"/>
                <a:gd name="connsiteY63" fmla="*/ 95275 h 96684"/>
                <a:gd name="connsiteX64" fmla="*/ 191188 w 195095"/>
                <a:gd name="connsiteY64" fmla="*/ 90960 h 96684"/>
                <a:gd name="connsiteX65" fmla="*/ 194919 w 195095"/>
                <a:gd name="connsiteY65" fmla="*/ 77550 h 96684"/>
                <a:gd name="connsiteX66" fmla="*/ 194919 w 195095"/>
                <a:gd name="connsiteY66" fmla="*/ 1634 h 96684"/>
                <a:gd name="connsiteX67" fmla="*/ 194628 w 195095"/>
                <a:gd name="connsiteY67" fmla="*/ 177 h 96684"/>
                <a:gd name="connsiteX68" fmla="*/ 193170 w 195095"/>
                <a:gd name="connsiteY68" fmla="*/ 468 h 96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195095" h="96684">
                  <a:moveTo>
                    <a:pt x="128333" y="76734"/>
                  </a:moveTo>
                  <a:cubicBezTo>
                    <a:pt x="126113" y="79084"/>
                    <a:pt x="122915" y="80251"/>
                    <a:pt x="119703" y="79882"/>
                  </a:cubicBezTo>
                  <a:cubicBezTo>
                    <a:pt x="116505" y="80147"/>
                    <a:pt x="113351" y="78996"/>
                    <a:pt x="111074" y="76734"/>
                  </a:cubicBezTo>
                  <a:cubicBezTo>
                    <a:pt x="108717" y="73333"/>
                    <a:pt x="107718" y="69172"/>
                    <a:pt x="108275" y="65072"/>
                  </a:cubicBezTo>
                  <a:cubicBezTo>
                    <a:pt x="108275" y="55627"/>
                    <a:pt x="112007" y="50962"/>
                    <a:pt x="119937" y="50962"/>
                  </a:cubicBezTo>
                  <a:cubicBezTo>
                    <a:pt x="127866" y="50962"/>
                    <a:pt x="131598" y="55627"/>
                    <a:pt x="131598" y="65072"/>
                  </a:cubicBezTo>
                  <a:cubicBezTo>
                    <a:pt x="132021" y="69232"/>
                    <a:pt x="130855" y="73398"/>
                    <a:pt x="128333" y="76734"/>
                  </a:cubicBezTo>
                  <a:close/>
                  <a:moveTo>
                    <a:pt x="193170" y="468"/>
                  </a:moveTo>
                  <a:lnTo>
                    <a:pt x="176028" y="468"/>
                  </a:lnTo>
                  <a:cubicBezTo>
                    <a:pt x="175095" y="468"/>
                    <a:pt x="174628" y="468"/>
                    <a:pt x="174628" y="1751"/>
                  </a:cubicBezTo>
                  <a:lnTo>
                    <a:pt x="174628" y="71719"/>
                  </a:lnTo>
                  <a:cubicBezTo>
                    <a:pt x="174864" y="73801"/>
                    <a:pt x="174278" y="75893"/>
                    <a:pt x="172996" y="77550"/>
                  </a:cubicBezTo>
                  <a:cubicBezTo>
                    <a:pt x="171601" y="78727"/>
                    <a:pt x="169802" y="79313"/>
                    <a:pt x="167982" y="79182"/>
                  </a:cubicBezTo>
                  <a:lnTo>
                    <a:pt x="159119" y="79182"/>
                  </a:lnTo>
                  <a:cubicBezTo>
                    <a:pt x="156891" y="79233"/>
                    <a:pt x="154726" y="78442"/>
                    <a:pt x="153055" y="76967"/>
                  </a:cubicBezTo>
                  <a:cubicBezTo>
                    <a:pt x="151315" y="75147"/>
                    <a:pt x="150353" y="72721"/>
                    <a:pt x="150373" y="70203"/>
                  </a:cubicBezTo>
                  <a:lnTo>
                    <a:pt x="150373" y="66472"/>
                  </a:lnTo>
                  <a:cubicBezTo>
                    <a:pt x="152322" y="50878"/>
                    <a:pt x="141262" y="36657"/>
                    <a:pt x="125669" y="34708"/>
                  </a:cubicBezTo>
                  <a:cubicBezTo>
                    <a:pt x="123535" y="34441"/>
                    <a:pt x="121377" y="34417"/>
                    <a:pt x="119237" y="34636"/>
                  </a:cubicBezTo>
                  <a:cubicBezTo>
                    <a:pt x="110767" y="33986"/>
                    <a:pt x="102383" y="36711"/>
                    <a:pt x="95914" y="42216"/>
                  </a:cubicBezTo>
                  <a:cubicBezTo>
                    <a:pt x="90342" y="47964"/>
                    <a:pt x="87462" y="55801"/>
                    <a:pt x="87985" y="63790"/>
                  </a:cubicBezTo>
                  <a:lnTo>
                    <a:pt x="87984" y="66588"/>
                  </a:lnTo>
                  <a:cubicBezTo>
                    <a:pt x="88213" y="70133"/>
                    <a:pt x="87181" y="73644"/>
                    <a:pt x="85069" y="76500"/>
                  </a:cubicBezTo>
                  <a:cubicBezTo>
                    <a:pt x="83676" y="78222"/>
                    <a:pt x="81570" y="79211"/>
                    <a:pt x="79355" y="79182"/>
                  </a:cubicBezTo>
                  <a:lnTo>
                    <a:pt x="72591" y="79182"/>
                  </a:lnTo>
                  <a:cubicBezTo>
                    <a:pt x="69912" y="79416"/>
                    <a:pt x="67234" y="78715"/>
                    <a:pt x="65012" y="77200"/>
                  </a:cubicBezTo>
                  <a:cubicBezTo>
                    <a:pt x="63194" y="75953"/>
                    <a:pt x="62070" y="73922"/>
                    <a:pt x="61980" y="71719"/>
                  </a:cubicBezTo>
                  <a:lnTo>
                    <a:pt x="61980" y="38484"/>
                  </a:lnTo>
                  <a:cubicBezTo>
                    <a:pt x="62047" y="37779"/>
                    <a:pt x="61530" y="37153"/>
                    <a:pt x="60825" y="37085"/>
                  </a:cubicBezTo>
                  <a:cubicBezTo>
                    <a:pt x="60744" y="37077"/>
                    <a:pt x="60662" y="37077"/>
                    <a:pt x="60580" y="37085"/>
                  </a:cubicBezTo>
                  <a:lnTo>
                    <a:pt x="44371" y="37085"/>
                  </a:lnTo>
                  <a:cubicBezTo>
                    <a:pt x="43088" y="37085"/>
                    <a:pt x="42389" y="37085"/>
                    <a:pt x="42389" y="38368"/>
                  </a:cubicBezTo>
                  <a:lnTo>
                    <a:pt x="42389" y="67871"/>
                  </a:lnTo>
                  <a:cubicBezTo>
                    <a:pt x="42601" y="70845"/>
                    <a:pt x="42164" y="73829"/>
                    <a:pt x="41106" y="76617"/>
                  </a:cubicBezTo>
                  <a:cubicBezTo>
                    <a:pt x="40406" y="78250"/>
                    <a:pt x="38540" y="79066"/>
                    <a:pt x="35625" y="79066"/>
                  </a:cubicBezTo>
                  <a:lnTo>
                    <a:pt x="26412" y="79066"/>
                  </a:lnTo>
                  <a:cubicBezTo>
                    <a:pt x="24553" y="79228"/>
                    <a:pt x="22705" y="78640"/>
                    <a:pt x="21281" y="77433"/>
                  </a:cubicBezTo>
                  <a:cubicBezTo>
                    <a:pt x="20100" y="75775"/>
                    <a:pt x="19561" y="73745"/>
                    <a:pt x="19765" y="71719"/>
                  </a:cubicBezTo>
                  <a:lnTo>
                    <a:pt x="19765" y="1751"/>
                  </a:lnTo>
                  <a:cubicBezTo>
                    <a:pt x="19765" y="818"/>
                    <a:pt x="19765" y="352"/>
                    <a:pt x="18249" y="352"/>
                  </a:cubicBezTo>
                  <a:lnTo>
                    <a:pt x="1457" y="352"/>
                  </a:lnTo>
                  <a:cubicBezTo>
                    <a:pt x="826" y="221"/>
                    <a:pt x="209" y="626"/>
                    <a:pt x="78" y="1256"/>
                  </a:cubicBezTo>
                  <a:cubicBezTo>
                    <a:pt x="68" y="1304"/>
                    <a:pt x="62" y="1352"/>
                    <a:pt x="58" y="1401"/>
                  </a:cubicBezTo>
                  <a:lnTo>
                    <a:pt x="58" y="77900"/>
                  </a:lnTo>
                  <a:cubicBezTo>
                    <a:pt x="-301" y="82632"/>
                    <a:pt x="1021" y="87339"/>
                    <a:pt x="3789" y="91194"/>
                  </a:cubicBezTo>
                  <a:cubicBezTo>
                    <a:pt x="7156" y="94411"/>
                    <a:pt x="11744" y="96026"/>
                    <a:pt x="16384" y="95625"/>
                  </a:cubicBezTo>
                  <a:lnTo>
                    <a:pt x="41572" y="95625"/>
                  </a:lnTo>
                  <a:cubicBezTo>
                    <a:pt x="45507" y="95732"/>
                    <a:pt x="49436" y="95260"/>
                    <a:pt x="53234" y="94226"/>
                  </a:cubicBezTo>
                  <a:cubicBezTo>
                    <a:pt x="56108" y="93258"/>
                    <a:pt x="58492" y="91208"/>
                    <a:pt x="59881" y="88512"/>
                  </a:cubicBezTo>
                  <a:cubicBezTo>
                    <a:pt x="61264" y="91193"/>
                    <a:pt x="63590" y="93270"/>
                    <a:pt x="66411" y="94342"/>
                  </a:cubicBezTo>
                  <a:cubicBezTo>
                    <a:pt x="69152" y="95070"/>
                    <a:pt x="71971" y="95461"/>
                    <a:pt x="74807" y="95508"/>
                  </a:cubicBezTo>
                  <a:lnTo>
                    <a:pt x="76556" y="95508"/>
                  </a:lnTo>
                  <a:cubicBezTo>
                    <a:pt x="77914" y="95628"/>
                    <a:pt x="79280" y="95628"/>
                    <a:pt x="80638" y="95508"/>
                  </a:cubicBezTo>
                  <a:cubicBezTo>
                    <a:pt x="82463" y="95385"/>
                    <a:pt x="84265" y="95032"/>
                    <a:pt x="86002" y="94459"/>
                  </a:cubicBezTo>
                  <a:cubicBezTo>
                    <a:pt x="87844" y="93964"/>
                    <a:pt x="89610" y="93218"/>
                    <a:pt x="91250" y="92243"/>
                  </a:cubicBezTo>
                  <a:cubicBezTo>
                    <a:pt x="92886" y="91189"/>
                    <a:pt x="94277" y="89798"/>
                    <a:pt x="95331" y="88162"/>
                  </a:cubicBezTo>
                  <a:cubicBezTo>
                    <a:pt x="98105" y="91300"/>
                    <a:pt x="101699" y="93602"/>
                    <a:pt x="105710" y="94809"/>
                  </a:cubicBezTo>
                  <a:cubicBezTo>
                    <a:pt x="110136" y="96121"/>
                    <a:pt x="114737" y="96751"/>
                    <a:pt x="119354" y="96675"/>
                  </a:cubicBezTo>
                  <a:cubicBezTo>
                    <a:pt x="124095" y="96777"/>
                    <a:pt x="128821" y="96107"/>
                    <a:pt x="133347" y="94692"/>
                  </a:cubicBezTo>
                  <a:cubicBezTo>
                    <a:pt x="137478" y="93355"/>
                    <a:pt x="141153" y="90891"/>
                    <a:pt x="143959" y="87579"/>
                  </a:cubicBezTo>
                  <a:cubicBezTo>
                    <a:pt x="145117" y="89322"/>
                    <a:pt x="146677" y="90762"/>
                    <a:pt x="148507" y="91777"/>
                  </a:cubicBezTo>
                  <a:cubicBezTo>
                    <a:pt x="149932" y="92819"/>
                    <a:pt x="151504" y="93645"/>
                    <a:pt x="153172" y="94226"/>
                  </a:cubicBezTo>
                  <a:cubicBezTo>
                    <a:pt x="154869" y="94798"/>
                    <a:pt x="156632" y="95151"/>
                    <a:pt x="158419" y="95275"/>
                  </a:cubicBezTo>
                  <a:lnTo>
                    <a:pt x="178593" y="95275"/>
                  </a:lnTo>
                  <a:cubicBezTo>
                    <a:pt x="183216" y="95707"/>
                    <a:pt x="187801" y="94136"/>
                    <a:pt x="191188" y="90960"/>
                  </a:cubicBezTo>
                  <a:cubicBezTo>
                    <a:pt x="194021" y="87093"/>
                    <a:pt x="195348" y="82325"/>
                    <a:pt x="194919" y="77550"/>
                  </a:cubicBezTo>
                  <a:lnTo>
                    <a:pt x="194919" y="1634"/>
                  </a:lnTo>
                  <a:cubicBezTo>
                    <a:pt x="195241" y="1151"/>
                    <a:pt x="195111" y="499"/>
                    <a:pt x="194628" y="177"/>
                  </a:cubicBezTo>
                  <a:cubicBezTo>
                    <a:pt x="194145" y="-145"/>
                    <a:pt x="193492" y="-15"/>
                    <a:pt x="193170" y="468"/>
                  </a:cubicBez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9CA67B1E-706F-CB4D-AC80-2213507AE810}"/>
                </a:ext>
              </a:extLst>
            </p:cNvPr>
            <p:cNvSpPr/>
            <p:nvPr/>
          </p:nvSpPr>
          <p:spPr>
            <a:xfrm>
              <a:off x="10870230" y="1812881"/>
              <a:ext cx="19824" cy="95623"/>
            </a:xfrm>
            <a:custGeom>
              <a:avLst/>
              <a:gdLst>
                <a:gd name="connsiteX0" fmla="*/ 18425 w 19824"/>
                <a:gd name="connsiteY0" fmla="*/ 0 h 95623"/>
                <a:gd name="connsiteX1" fmla="*/ 19824 w 19824"/>
                <a:gd name="connsiteY1" fmla="*/ 0 h 95623"/>
                <a:gd name="connsiteX2" fmla="*/ 19824 w 19824"/>
                <a:gd name="connsiteY2" fmla="*/ 95623 h 95623"/>
                <a:gd name="connsiteX3" fmla="*/ 0 w 19824"/>
                <a:gd name="connsiteY3" fmla="*/ 95623 h 95623"/>
                <a:gd name="connsiteX4" fmla="*/ 0 w 19824"/>
                <a:gd name="connsiteY4" fmla="*/ 0 h 95623"/>
                <a:gd name="connsiteX5" fmla="*/ 18425 w 19824"/>
                <a:gd name="connsiteY5" fmla="*/ 0 h 95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824" h="95623">
                  <a:moveTo>
                    <a:pt x="18425" y="0"/>
                  </a:moveTo>
                  <a:lnTo>
                    <a:pt x="19824" y="0"/>
                  </a:lnTo>
                  <a:lnTo>
                    <a:pt x="19824" y="95623"/>
                  </a:lnTo>
                  <a:lnTo>
                    <a:pt x="0" y="95623"/>
                  </a:lnTo>
                  <a:lnTo>
                    <a:pt x="0" y="0"/>
                  </a:lnTo>
                  <a:lnTo>
                    <a:pt x="18425" y="0"/>
                  </a:ln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A16DB6F7-FC99-274B-B1C3-1C773BC4136C}"/>
                </a:ext>
              </a:extLst>
            </p:cNvPr>
            <p:cNvSpPr/>
            <p:nvPr/>
          </p:nvSpPr>
          <p:spPr>
            <a:xfrm>
              <a:off x="10989876" y="1818362"/>
              <a:ext cx="16792" cy="16559"/>
            </a:xfrm>
            <a:custGeom>
              <a:avLst/>
              <a:gdLst>
                <a:gd name="connsiteX0" fmla="*/ 15393 w 16792"/>
                <a:gd name="connsiteY0" fmla="*/ 0 h 16559"/>
                <a:gd name="connsiteX1" fmla="*/ 16792 w 16792"/>
                <a:gd name="connsiteY1" fmla="*/ 0 h 16559"/>
                <a:gd name="connsiteX2" fmla="*/ 16792 w 16792"/>
                <a:gd name="connsiteY2" fmla="*/ 16559 h 16559"/>
                <a:gd name="connsiteX3" fmla="*/ 0 w 16792"/>
                <a:gd name="connsiteY3" fmla="*/ 16559 h 16559"/>
                <a:gd name="connsiteX4" fmla="*/ 0 w 16792"/>
                <a:gd name="connsiteY4" fmla="*/ 0 h 16559"/>
                <a:gd name="connsiteX5" fmla="*/ 15393 w 16792"/>
                <a:gd name="connsiteY5" fmla="*/ 0 h 16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92" h="16559">
                  <a:moveTo>
                    <a:pt x="15393" y="0"/>
                  </a:moveTo>
                  <a:lnTo>
                    <a:pt x="16792" y="0"/>
                  </a:lnTo>
                  <a:lnTo>
                    <a:pt x="16792" y="16559"/>
                  </a:lnTo>
                  <a:lnTo>
                    <a:pt x="0" y="16559"/>
                  </a:lnTo>
                  <a:lnTo>
                    <a:pt x="0" y="0"/>
                  </a:lnTo>
                  <a:lnTo>
                    <a:pt x="15393" y="0"/>
                  </a:ln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E1D69962-8C23-EE4C-9682-8E419C600ABF}"/>
                </a:ext>
              </a:extLst>
            </p:cNvPr>
            <p:cNvSpPr/>
            <p:nvPr/>
          </p:nvSpPr>
          <p:spPr>
            <a:xfrm>
              <a:off x="11011216" y="1818362"/>
              <a:ext cx="17025" cy="16559"/>
            </a:xfrm>
            <a:custGeom>
              <a:avLst/>
              <a:gdLst>
                <a:gd name="connsiteX0" fmla="*/ 15626 w 17025"/>
                <a:gd name="connsiteY0" fmla="*/ 0 h 16559"/>
                <a:gd name="connsiteX1" fmla="*/ 17026 w 17025"/>
                <a:gd name="connsiteY1" fmla="*/ 0 h 16559"/>
                <a:gd name="connsiteX2" fmla="*/ 17026 w 17025"/>
                <a:gd name="connsiteY2" fmla="*/ 16559 h 16559"/>
                <a:gd name="connsiteX3" fmla="*/ 0 w 17025"/>
                <a:gd name="connsiteY3" fmla="*/ 16559 h 16559"/>
                <a:gd name="connsiteX4" fmla="*/ 0 w 17025"/>
                <a:gd name="connsiteY4" fmla="*/ 0 h 16559"/>
                <a:gd name="connsiteX5" fmla="*/ 15626 w 17025"/>
                <a:gd name="connsiteY5" fmla="*/ 0 h 16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25" h="16559">
                  <a:moveTo>
                    <a:pt x="15626" y="0"/>
                  </a:moveTo>
                  <a:lnTo>
                    <a:pt x="17026" y="0"/>
                  </a:lnTo>
                  <a:lnTo>
                    <a:pt x="17026" y="16559"/>
                  </a:lnTo>
                  <a:lnTo>
                    <a:pt x="0" y="16559"/>
                  </a:lnTo>
                  <a:lnTo>
                    <a:pt x="0" y="0"/>
                  </a:lnTo>
                  <a:lnTo>
                    <a:pt x="15626" y="0"/>
                  </a:ln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B36254D7-01B6-F049-9C10-F51CA7E0E70C}"/>
                </a:ext>
              </a:extLst>
            </p:cNvPr>
            <p:cNvSpPr/>
            <p:nvPr/>
          </p:nvSpPr>
          <p:spPr>
            <a:xfrm>
              <a:off x="11076053" y="1920399"/>
              <a:ext cx="16908" cy="16559"/>
            </a:xfrm>
            <a:custGeom>
              <a:avLst/>
              <a:gdLst>
                <a:gd name="connsiteX0" fmla="*/ 15510 w 16908"/>
                <a:gd name="connsiteY0" fmla="*/ 0 h 16559"/>
                <a:gd name="connsiteX1" fmla="*/ 16909 w 16908"/>
                <a:gd name="connsiteY1" fmla="*/ 0 h 16559"/>
                <a:gd name="connsiteX2" fmla="*/ 16909 w 16908"/>
                <a:gd name="connsiteY2" fmla="*/ 16559 h 16559"/>
                <a:gd name="connsiteX3" fmla="*/ 0 w 16908"/>
                <a:gd name="connsiteY3" fmla="*/ 16559 h 16559"/>
                <a:gd name="connsiteX4" fmla="*/ 0 w 16908"/>
                <a:gd name="connsiteY4" fmla="*/ 0 h 16559"/>
                <a:gd name="connsiteX5" fmla="*/ 15510 w 16908"/>
                <a:gd name="connsiteY5" fmla="*/ 0 h 16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08" h="16559">
                  <a:moveTo>
                    <a:pt x="15510" y="0"/>
                  </a:moveTo>
                  <a:lnTo>
                    <a:pt x="16909" y="0"/>
                  </a:lnTo>
                  <a:lnTo>
                    <a:pt x="16909" y="16559"/>
                  </a:lnTo>
                  <a:lnTo>
                    <a:pt x="0" y="16559"/>
                  </a:lnTo>
                  <a:lnTo>
                    <a:pt x="0" y="0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D32DF710-280E-4F46-B939-68A0D2ADB4D0}"/>
                </a:ext>
              </a:extLst>
            </p:cNvPr>
            <p:cNvSpPr/>
            <p:nvPr/>
          </p:nvSpPr>
          <p:spPr>
            <a:xfrm>
              <a:off x="11054480" y="1920399"/>
              <a:ext cx="16792" cy="16559"/>
            </a:xfrm>
            <a:custGeom>
              <a:avLst/>
              <a:gdLst>
                <a:gd name="connsiteX0" fmla="*/ 15393 w 16792"/>
                <a:gd name="connsiteY0" fmla="*/ 0 h 16559"/>
                <a:gd name="connsiteX1" fmla="*/ 16792 w 16792"/>
                <a:gd name="connsiteY1" fmla="*/ 0 h 16559"/>
                <a:gd name="connsiteX2" fmla="*/ 16792 w 16792"/>
                <a:gd name="connsiteY2" fmla="*/ 16559 h 16559"/>
                <a:gd name="connsiteX3" fmla="*/ 0 w 16792"/>
                <a:gd name="connsiteY3" fmla="*/ 16559 h 16559"/>
                <a:gd name="connsiteX4" fmla="*/ 0 w 16792"/>
                <a:gd name="connsiteY4" fmla="*/ 0 h 16559"/>
                <a:gd name="connsiteX5" fmla="*/ 15393 w 16792"/>
                <a:gd name="connsiteY5" fmla="*/ 0 h 16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92" h="16559">
                  <a:moveTo>
                    <a:pt x="15393" y="0"/>
                  </a:moveTo>
                  <a:lnTo>
                    <a:pt x="16792" y="0"/>
                  </a:lnTo>
                  <a:lnTo>
                    <a:pt x="16792" y="16559"/>
                  </a:lnTo>
                  <a:lnTo>
                    <a:pt x="0" y="16559"/>
                  </a:lnTo>
                  <a:lnTo>
                    <a:pt x="0" y="0"/>
                  </a:lnTo>
                  <a:lnTo>
                    <a:pt x="15393" y="0"/>
                  </a:ln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A58F6C65-DAF1-3342-80F2-6B36A9EE0619}"/>
                </a:ext>
              </a:extLst>
            </p:cNvPr>
            <p:cNvSpPr/>
            <p:nvPr/>
          </p:nvSpPr>
          <p:spPr>
            <a:xfrm>
              <a:off x="11140307" y="1818362"/>
              <a:ext cx="16908" cy="16559"/>
            </a:xfrm>
            <a:custGeom>
              <a:avLst/>
              <a:gdLst>
                <a:gd name="connsiteX0" fmla="*/ 15626 w 16908"/>
                <a:gd name="connsiteY0" fmla="*/ 0 h 16559"/>
                <a:gd name="connsiteX1" fmla="*/ 16909 w 16908"/>
                <a:gd name="connsiteY1" fmla="*/ 0 h 16559"/>
                <a:gd name="connsiteX2" fmla="*/ 16909 w 16908"/>
                <a:gd name="connsiteY2" fmla="*/ 16559 h 16559"/>
                <a:gd name="connsiteX3" fmla="*/ 0 w 16908"/>
                <a:gd name="connsiteY3" fmla="*/ 16559 h 16559"/>
                <a:gd name="connsiteX4" fmla="*/ 0 w 16908"/>
                <a:gd name="connsiteY4" fmla="*/ 0 h 16559"/>
                <a:gd name="connsiteX5" fmla="*/ 15626 w 16908"/>
                <a:gd name="connsiteY5" fmla="*/ 0 h 16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08" h="16559">
                  <a:moveTo>
                    <a:pt x="15626" y="0"/>
                  </a:moveTo>
                  <a:lnTo>
                    <a:pt x="16909" y="0"/>
                  </a:lnTo>
                  <a:lnTo>
                    <a:pt x="16909" y="16559"/>
                  </a:lnTo>
                  <a:lnTo>
                    <a:pt x="0" y="16559"/>
                  </a:lnTo>
                  <a:lnTo>
                    <a:pt x="0" y="0"/>
                  </a:lnTo>
                  <a:lnTo>
                    <a:pt x="15626" y="0"/>
                  </a:ln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06CE3068-51BC-F140-ACB0-5CF6E3998C06}"/>
                </a:ext>
              </a:extLst>
            </p:cNvPr>
            <p:cNvSpPr/>
            <p:nvPr/>
          </p:nvSpPr>
          <p:spPr>
            <a:xfrm>
              <a:off x="11118734" y="1818362"/>
              <a:ext cx="16792" cy="16559"/>
            </a:xfrm>
            <a:custGeom>
              <a:avLst/>
              <a:gdLst>
                <a:gd name="connsiteX0" fmla="*/ 15510 w 16792"/>
                <a:gd name="connsiteY0" fmla="*/ 0 h 16559"/>
                <a:gd name="connsiteX1" fmla="*/ 16792 w 16792"/>
                <a:gd name="connsiteY1" fmla="*/ 0 h 16559"/>
                <a:gd name="connsiteX2" fmla="*/ 16792 w 16792"/>
                <a:gd name="connsiteY2" fmla="*/ 16559 h 16559"/>
                <a:gd name="connsiteX3" fmla="*/ 0 w 16792"/>
                <a:gd name="connsiteY3" fmla="*/ 16559 h 16559"/>
                <a:gd name="connsiteX4" fmla="*/ 0 w 16792"/>
                <a:gd name="connsiteY4" fmla="*/ 0 h 16559"/>
                <a:gd name="connsiteX5" fmla="*/ 15510 w 16792"/>
                <a:gd name="connsiteY5" fmla="*/ 0 h 16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92" h="16559">
                  <a:moveTo>
                    <a:pt x="15510" y="0"/>
                  </a:moveTo>
                  <a:lnTo>
                    <a:pt x="16792" y="0"/>
                  </a:lnTo>
                  <a:lnTo>
                    <a:pt x="16792" y="16559"/>
                  </a:lnTo>
                  <a:lnTo>
                    <a:pt x="0" y="16559"/>
                  </a:lnTo>
                  <a:lnTo>
                    <a:pt x="0" y="0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8BBBEB6B-E04D-3048-80BA-238C5EBD1693}"/>
                </a:ext>
              </a:extLst>
            </p:cNvPr>
            <p:cNvSpPr/>
            <p:nvPr/>
          </p:nvSpPr>
          <p:spPr>
            <a:xfrm>
              <a:off x="10935999" y="1845506"/>
              <a:ext cx="355005" cy="89884"/>
            </a:xfrm>
            <a:custGeom>
              <a:avLst/>
              <a:gdLst>
                <a:gd name="connsiteX0" fmla="*/ 209673 w 355005"/>
                <a:gd name="connsiteY0" fmla="*/ 37344 h 89884"/>
                <a:gd name="connsiteX1" fmla="*/ 202093 w 355005"/>
                <a:gd name="connsiteY1" fmla="*/ 43408 h 89884"/>
                <a:gd name="connsiteX2" fmla="*/ 194513 w 355005"/>
                <a:gd name="connsiteY2" fmla="*/ 37344 h 89884"/>
                <a:gd name="connsiteX3" fmla="*/ 191132 w 355005"/>
                <a:gd name="connsiteY3" fmla="*/ 26965 h 89884"/>
                <a:gd name="connsiteX4" fmla="*/ 194513 w 355005"/>
                <a:gd name="connsiteY4" fmla="*/ 17986 h 89884"/>
                <a:gd name="connsiteX5" fmla="*/ 202093 w 355005"/>
                <a:gd name="connsiteY5" fmla="*/ 15187 h 89884"/>
                <a:gd name="connsiteX6" fmla="*/ 209673 w 355005"/>
                <a:gd name="connsiteY6" fmla="*/ 17986 h 89884"/>
                <a:gd name="connsiteX7" fmla="*/ 213171 w 355005"/>
                <a:gd name="connsiteY7" fmla="*/ 26965 h 89884"/>
                <a:gd name="connsiteX8" fmla="*/ 209673 w 355005"/>
                <a:gd name="connsiteY8" fmla="*/ 37344 h 89884"/>
                <a:gd name="connsiteX9" fmla="*/ 84313 w 355005"/>
                <a:gd name="connsiteY9" fmla="*/ 45740 h 89884"/>
                <a:gd name="connsiteX10" fmla="*/ 73468 w 355005"/>
                <a:gd name="connsiteY10" fmla="*/ 45740 h 89884"/>
                <a:gd name="connsiteX11" fmla="*/ 64955 w 355005"/>
                <a:gd name="connsiteY11" fmla="*/ 43058 h 89884"/>
                <a:gd name="connsiteX12" fmla="*/ 61690 w 355005"/>
                <a:gd name="connsiteY12" fmla="*/ 32563 h 89884"/>
                <a:gd name="connsiteX13" fmla="*/ 64605 w 355005"/>
                <a:gd name="connsiteY13" fmla="*/ 22067 h 89884"/>
                <a:gd name="connsiteX14" fmla="*/ 73002 w 355005"/>
                <a:gd name="connsiteY14" fmla="*/ 18336 h 89884"/>
                <a:gd name="connsiteX15" fmla="*/ 84663 w 355005"/>
                <a:gd name="connsiteY15" fmla="*/ 32329 h 89884"/>
                <a:gd name="connsiteX16" fmla="*/ 354507 w 355005"/>
                <a:gd name="connsiteY16" fmla="*/ 3642 h 89884"/>
                <a:gd name="connsiteX17" fmla="*/ 337598 w 355005"/>
                <a:gd name="connsiteY17" fmla="*/ 3642 h 89884"/>
                <a:gd name="connsiteX18" fmla="*/ 336199 w 355005"/>
                <a:gd name="connsiteY18" fmla="*/ 4692 h 89884"/>
                <a:gd name="connsiteX19" fmla="*/ 336199 w 355005"/>
                <a:gd name="connsiteY19" fmla="*/ 38393 h 89884"/>
                <a:gd name="connsiteX20" fmla="*/ 334683 w 355005"/>
                <a:gd name="connsiteY20" fmla="*/ 44224 h 89884"/>
                <a:gd name="connsiteX21" fmla="*/ 329435 w 355005"/>
                <a:gd name="connsiteY21" fmla="*/ 45740 h 89884"/>
                <a:gd name="connsiteX22" fmla="*/ 317774 w 355005"/>
                <a:gd name="connsiteY22" fmla="*/ 45740 h 89884"/>
                <a:gd name="connsiteX23" fmla="*/ 310194 w 355005"/>
                <a:gd name="connsiteY23" fmla="*/ 43874 h 89884"/>
                <a:gd name="connsiteX24" fmla="*/ 307162 w 355005"/>
                <a:gd name="connsiteY24" fmla="*/ 38510 h 89884"/>
                <a:gd name="connsiteX25" fmla="*/ 307162 w 355005"/>
                <a:gd name="connsiteY25" fmla="*/ 36178 h 89884"/>
                <a:gd name="connsiteX26" fmla="*/ 305296 w 355005"/>
                <a:gd name="connsiteY26" fmla="*/ 22301 h 89884"/>
                <a:gd name="connsiteX27" fmla="*/ 299466 w 355005"/>
                <a:gd name="connsiteY27" fmla="*/ 10639 h 89884"/>
                <a:gd name="connsiteX28" fmla="*/ 289203 w 355005"/>
                <a:gd name="connsiteY28" fmla="*/ 3059 h 89884"/>
                <a:gd name="connsiteX29" fmla="*/ 273461 w 355005"/>
                <a:gd name="connsiteY29" fmla="*/ 261 h 89884"/>
                <a:gd name="connsiteX30" fmla="*/ 258301 w 355005"/>
                <a:gd name="connsiteY30" fmla="*/ 3526 h 89884"/>
                <a:gd name="connsiteX31" fmla="*/ 246639 w 355005"/>
                <a:gd name="connsiteY31" fmla="*/ 11572 h 89884"/>
                <a:gd name="connsiteX32" fmla="*/ 246640 w 355005"/>
                <a:gd name="connsiteY32" fmla="*/ 13671 h 89884"/>
                <a:gd name="connsiteX33" fmla="*/ 254919 w 355005"/>
                <a:gd name="connsiteY33" fmla="*/ 23700 h 89884"/>
                <a:gd name="connsiteX34" fmla="*/ 256668 w 355005"/>
                <a:gd name="connsiteY34" fmla="*/ 23700 h 89884"/>
                <a:gd name="connsiteX35" fmla="*/ 256668 w 355005"/>
                <a:gd name="connsiteY35" fmla="*/ 23700 h 89884"/>
                <a:gd name="connsiteX36" fmla="*/ 263082 w 355005"/>
                <a:gd name="connsiteY36" fmla="*/ 19269 h 89884"/>
                <a:gd name="connsiteX37" fmla="*/ 270662 w 355005"/>
                <a:gd name="connsiteY37" fmla="*/ 17520 h 89884"/>
                <a:gd name="connsiteX38" fmla="*/ 277542 w 355005"/>
                <a:gd name="connsiteY38" fmla="*/ 18802 h 89884"/>
                <a:gd name="connsiteX39" fmla="*/ 281973 w 355005"/>
                <a:gd name="connsiteY39" fmla="*/ 22417 h 89884"/>
                <a:gd name="connsiteX40" fmla="*/ 284306 w 355005"/>
                <a:gd name="connsiteY40" fmla="*/ 27898 h 89884"/>
                <a:gd name="connsiteX41" fmla="*/ 285005 w 355005"/>
                <a:gd name="connsiteY41" fmla="*/ 34428 h 89884"/>
                <a:gd name="connsiteX42" fmla="*/ 285005 w 355005"/>
                <a:gd name="connsiteY42" fmla="*/ 39560 h 89884"/>
                <a:gd name="connsiteX43" fmla="*/ 283256 w 355005"/>
                <a:gd name="connsiteY43" fmla="*/ 42825 h 89884"/>
                <a:gd name="connsiteX44" fmla="*/ 279991 w 355005"/>
                <a:gd name="connsiteY44" fmla="*/ 44574 h 89884"/>
                <a:gd name="connsiteX45" fmla="*/ 274510 w 355005"/>
                <a:gd name="connsiteY45" fmla="*/ 44574 h 89884"/>
                <a:gd name="connsiteX46" fmla="*/ 221451 w 355005"/>
                <a:gd name="connsiteY46" fmla="*/ 44574 h 89884"/>
                <a:gd name="connsiteX47" fmla="*/ 229031 w 355005"/>
                <a:gd name="connsiteY47" fmla="*/ 36061 h 89884"/>
                <a:gd name="connsiteX48" fmla="*/ 232063 w 355005"/>
                <a:gd name="connsiteY48" fmla="*/ 24400 h 89884"/>
                <a:gd name="connsiteX49" fmla="*/ 229964 w 355005"/>
                <a:gd name="connsiteY49" fmla="*/ 13904 h 89884"/>
                <a:gd name="connsiteX50" fmla="*/ 223667 w 355005"/>
                <a:gd name="connsiteY50" fmla="*/ 6325 h 89884"/>
                <a:gd name="connsiteX51" fmla="*/ 213871 w 355005"/>
                <a:gd name="connsiteY51" fmla="*/ 1660 h 89884"/>
                <a:gd name="connsiteX52" fmla="*/ 188099 w 355005"/>
                <a:gd name="connsiteY52" fmla="*/ 1660 h 89884"/>
                <a:gd name="connsiteX53" fmla="*/ 178304 w 355005"/>
                <a:gd name="connsiteY53" fmla="*/ 6325 h 89884"/>
                <a:gd name="connsiteX54" fmla="*/ 172007 w 355005"/>
                <a:gd name="connsiteY54" fmla="*/ 13904 h 89884"/>
                <a:gd name="connsiteX55" fmla="*/ 180520 w 355005"/>
                <a:gd name="connsiteY55" fmla="*/ 44690 h 89884"/>
                <a:gd name="connsiteX56" fmla="*/ 158596 w 355005"/>
                <a:gd name="connsiteY56" fmla="*/ 44690 h 89884"/>
                <a:gd name="connsiteX57" fmla="*/ 151016 w 355005"/>
                <a:gd name="connsiteY57" fmla="*/ 42708 h 89884"/>
                <a:gd name="connsiteX58" fmla="*/ 147984 w 355005"/>
                <a:gd name="connsiteY58" fmla="*/ 37111 h 89884"/>
                <a:gd name="connsiteX59" fmla="*/ 147984 w 355005"/>
                <a:gd name="connsiteY59" fmla="*/ 3992 h 89884"/>
                <a:gd name="connsiteX60" fmla="*/ 147079 w 355005"/>
                <a:gd name="connsiteY60" fmla="*/ 2614 h 89884"/>
                <a:gd name="connsiteX61" fmla="*/ 146935 w 355005"/>
                <a:gd name="connsiteY61" fmla="*/ 2593 h 89884"/>
                <a:gd name="connsiteX62" fmla="*/ 129559 w 355005"/>
                <a:gd name="connsiteY62" fmla="*/ 2593 h 89884"/>
                <a:gd name="connsiteX63" fmla="*/ 128278 w 355005"/>
                <a:gd name="connsiteY63" fmla="*/ 3631 h 89884"/>
                <a:gd name="connsiteX64" fmla="*/ 128277 w 355005"/>
                <a:gd name="connsiteY64" fmla="*/ 3642 h 89884"/>
                <a:gd name="connsiteX65" fmla="*/ 128277 w 355005"/>
                <a:gd name="connsiteY65" fmla="*/ 33262 h 89884"/>
                <a:gd name="connsiteX66" fmla="*/ 127110 w 355005"/>
                <a:gd name="connsiteY66" fmla="*/ 42125 h 89884"/>
                <a:gd name="connsiteX67" fmla="*/ 121513 w 355005"/>
                <a:gd name="connsiteY67" fmla="*/ 44690 h 89884"/>
                <a:gd name="connsiteX68" fmla="*/ 103321 w 355005"/>
                <a:gd name="connsiteY68" fmla="*/ 44690 h 89884"/>
                <a:gd name="connsiteX69" fmla="*/ 103321 w 355005"/>
                <a:gd name="connsiteY69" fmla="*/ 31630 h 89884"/>
                <a:gd name="connsiteX70" fmla="*/ 100872 w 355005"/>
                <a:gd name="connsiteY70" fmla="*/ 16470 h 89884"/>
                <a:gd name="connsiteX71" fmla="*/ 94109 w 355005"/>
                <a:gd name="connsiteY71" fmla="*/ 6791 h 89884"/>
                <a:gd name="connsiteX72" fmla="*/ 84313 w 355005"/>
                <a:gd name="connsiteY72" fmla="*/ 1660 h 89884"/>
                <a:gd name="connsiteX73" fmla="*/ 72652 w 355005"/>
                <a:gd name="connsiteY73" fmla="*/ 27 h 89884"/>
                <a:gd name="connsiteX74" fmla="*/ 60990 w 355005"/>
                <a:gd name="connsiteY74" fmla="*/ 1660 h 89884"/>
                <a:gd name="connsiteX75" fmla="*/ 44431 w 355005"/>
                <a:gd name="connsiteY75" fmla="*/ 16936 h 89884"/>
                <a:gd name="connsiteX76" fmla="*/ 41982 w 355005"/>
                <a:gd name="connsiteY76" fmla="*/ 32096 h 89884"/>
                <a:gd name="connsiteX77" fmla="*/ 62365 w 355005"/>
                <a:gd name="connsiteY77" fmla="*/ 61712 h 89884"/>
                <a:gd name="connsiteX78" fmla="*/ 62390 w 355005"/>
                <a:gd name="connsiteY78" fmla="*/ 61716 h 89884"/>
                <a:gd name="connsiteX79" fmla="*/ 70436 w 355005"/>
                <a:gd name="connsiteY79" fmla="*/ 61716 h 89884"/>
                <a:gd name="connsiteX80" fmla="*/ 83963 w 355005"/>
                <a:gd name="connsiteY80" fmla="*/ 61716 h 89884"/>
                <a:gd name="connsiteX81" fmla="*/ 83963 w 355005"/>
                <a:gd name="connsiteY81" fmla="*/ 66264 h 89884"/>
                <a:gd name="connsiteX82" fmla="*/ 83380 w 355005"/>
                <a:gd name="connsiteY82" fmla="*/ 69179 h 89884"/>
                <a:gd name="connsiteX83" fmla="*/ 81165 w 355005"/>
                <a:gd name="connsiteY83" fmla="*/ 71395 h 89884"/>
                <a:gd name="connsiteX84" fmla="*/ 76850 w 355005"/>
                <a:gd name="connsiteY84" fmla="*/ 72795 h 89884"/>
                <a:gd name="connsiteX85" fmla="*/ 69853 w 355005"/>
                <a:gd name="connsiteY85" fmla="*/ 72795 h 89884"/>
                <a:gd name="connsiteX86" fmla="*/ 40700 w 355005"/>
                <a:gd name="connsiteY86" fmla="*/ 72794 h 89884"/>
                <a:gd name="connsiteX87" fmla="*/ 33120 w 355005"/>
                <a:gd name="connsiteY87" fmla="*/ 72095 h 89884"/>
                <a:gd name="connsiteX88" fmla="*/ 26473 w 355005"/>
                <a:gd name="connsiteY88" fmla="*/ 69529 h 89884"/>
                <a:gd name="connsiteX89" fmla="*/ 21575 w 355005"/>
                <a:gd name="connsiteY89" fmla="*/ 64398 h 89884"/>
                <a:gd name="connsiteX90" fmla="*/ 19709 w 355005"/>
                <a:gd name="connsiteY90" fmla="*/ 56352 h 89884"/>
                <a:gd name="connsiteX91" fmla="*/ 21342 w 355005"/>
                <a:gd name="connsiteY91" fmla="*/ 47023 h 89884"/>
                <a:gd name="connsiteX92" fmla="*/ 25423 w 355005"/>
                <a:gd name="connsiteY92" fmla="*/ 38510 h 89884"/>
                <a:gd name="connsiteX93" fmla="*/ 25423 w 355005"/>
                <a:gd name="connsiteY93" fmla="*/ 36877 h 89884"/>
                <a:gd name="connsiteX94" fmla="*/ 25423 w 355005"/>
                <a:gd name="connsiteY94" fmla="*/ 36877 h 89884"/>
                <a:gd name="connsiteX95" fmla="*/ 11080 w 355005"/>
                <a:gd name="connsiteY95" fmla="*/ 29764 h 89884"/>
                <a:gd name="connsiteX96" fmla="*/ 9097 w 355005"/>
                <a:gd name="connsiteY96" fmla="*/ 29764 h 89884"/>
                <a:gd name="connsiteX97" fmla="*/ 2684 w 355005"/>
                <a:gd name="connsiteY97" fmla="*/ 42591 h 89884"/>
                <a:gd name="connsiteX98" fmla="*/ 2 w 355005"/>
                <a:gd name="connsiteY98" fmla="*/ 57868 h 89884"/>
                <a:gd name="connsiteX99" fmla="*/ 2334 w 355005"/>
                <a:gd name="connsiteY99" fmla="*/ 71045 h 89884"/>
                <a:gd name="connsiteX100" fmla="*/ 9214 w 355005"/>
                <a:gd name="connsiteY100" fmla="*/ 81074 h 89884"/>
                <a:gd name="connsiteX101" fmla="*/ 20875 w 355005"/>
                <a:gd name="connsiteY101" fmla="*/ 87488 h 89884"/>
                <a:gd name="connsiteX102" fmla="*/ 38018 w 355005"/>
                <a:gd name="connsiteY102" fmla="*/ 89703 h 89884"/>
                <a:gd name="connsiteX103" fmla="*/ 73002 w 355005"/>
                <a:gd name="connsiteY103" fmla="*/ 89703 h 89884"/>
                <a:gd name="connsiteX104" fmla="*/ 96324 w 355005"/>
                <a:gd name="connsiteY104" fmla="*/ 83989 h 89884"/>
                <a:gd name="connsiteX105" fmla="*/ 103321 w 355005"/>
                <a:gd name="connsiteY105" fmla="*/ 68246 h 89884"/>
                <a:gd name="connsiteX106" fmla="*/ 103321 w 355005"/>
                <a:gd name="connsiteY106" fmla="*/ 60667 h 89884"/>
                <a:gd name="connsiteX107" fmla="*/ 127344 w 355005"/>
                <a:gd name="connsiteY107" fmla="*/ 60667 h 89884"/>
                <a:gd name="connsiteX108" fmla="*/ 139005 w 355005"/>
                <a:gd name="connsiteY108" fmla="*/ 59384 h 89884"/>
                <a:gd name="connsiteX109" fmla="*/ 145652 w 355005"/>
                <a:gd name="connsiteY109" fmla="*/ 53553 h 89884"/>
                <a:gd name="connsiteX110" fmla="*/ 152182 w 355005"/>
                <a:gd name="connsiteY110" fmla="*/ 59384 h 89884"/>
                <a:gd name="connsiteX111" fmla="*/ 161512 w 355005"/>
                <a:gd name="connsiteY111" fmla="*/ 60667 h 89884"/>
                <a:gd name="connsiteX112" fmla="*/ 181569 w 355005"/>
                <a:gd name="connsiteY112" fmla="*/ 60667 h 89884"/>
                <a:gd name="connsiteX113" fmla="*/ 190898 w 355005"/>
                <a:gd name="connsiteY113" fmla="*/ 60667 h 89884"/>
                <a:gd name="connsiteX114" fmla="*/ 200810 w 355005"/>
                <a:gd name="connsiteY114" fmla="*/ 57635 h 89884"/>
                <a:gd name="connsiteX115" fmla="*/ 209440 w 355005"/>
                <a:gd name="connsiteY115" fmla="*/ 60667 h 89884"/>
                <a:gd name="connsiteX116" fmla="*/ 218886 w 355005"/>
                <a:gd name="connsiteY116" fmla="*/ 60667 h 89884"/>
                <a:gd name="connsiteX117" fmla="*/ 282323 w 355005"/>
                <a:gd name="connsiteY117" fmla="*/ 60667 h 89884"/>
                <a:gd name="connsiteX118" fmla="*/ 294568 w 355005"/>
                <a:gd name="connsiteY118" fmla="*/ 58917 h 89884"/>
                <a:gd name="connsiteX119" fmla="*/ 302148 w 355005"/>
                <a:gd name="connsiteY119" fmla="*/ 52037 h 89884"/>
                <a:gd name="connsiteX120" fmla="*/ 309261 w 355005"/>
                <a:gd name="connsiteY120" fmla="*/ 58917 h 89884"/>
                <a:gd name="connsiteX121" fmla="*/ 319523 w 355005"/>
                <a:gd name="connsiteY121" fmla="*/ 60667 h 89884"/>
                <a:gd name="connsiteX122" fmla="*/ 338298 w 355005"/>
                <a:gd name="connsiteY122" fmla="*/ 60667 h 89884"/>
                <a:gd name="connsiteX123" fmla="*/ 350892 w 355005"/>
                <a:gd name="connsiteY123" fmla="*/ 56352 h 89884"/>
                <a:gd name="connsiteX124" fmla="*/ 354624 w 355005"/>
                <a:gd name="connsiteY124" fmla="*/ 42941 h 89884"/>
                <a:gd name="connsiteX125" fmla="*/ 354624 w 355005"/>
                <a:gd name="connsiteY125" fmla="*/ 2826 h 89884"/>
                <a:gd name="connsiteX126" fmla="*/ 354507 w 355005"/>
                <a:gd name="connsiteY126" fmla="*/ 3526 h 89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</a:cxnLst>
              <a:rect l="l" t="t" r="r" b="b"/>
              <a:pathLst>
                <a:path w="355005" h="89884">
                  <a:moveTo>
                    <a:pt x="209673" y="37344"/>
                  </a:moveTo>
                  <a:cubicBezTo>
                    <a:pt x="207600" y="39874"/>
                    <a:pt x="205017" y="41940"/>
                    <a:pt x="202093" y="43408"/>
                  </a:cubicBezTo>
                  <a:cubicBezTo>
                    <a:pt x="199202" y="41890"/>
                    <a:pt x="196629" y="39831"/>
                    <a:pt x="194513" y="37344"/>
                  </a:cubicBezTo>
                  <a:cubicBezTo>
                    <a:pt x="192095" y="34447"/>
                    <a:pt x="190884" y="30731"/>
                    <a:pt x="191132" y="26965"/>
                  </a:cubicBezTo>
                  <a:cubicBezTo>
                    <a:pt x="190802" y="23609"/>
                    <a:pt x="192051" y="20290"/>
                    <a:pt x="194513" y="17986"/>
                  </a:cubicBezTo>
                  <a:cubicBezTo>
                    <a:pt x="196655" y="16230"/>
                    <a:pt x="199324" y="15245"/>
                    <a:pt x="202093" y="15187"/>
                  </a:cubicBezTo>
                  <a:cubicBezTo>
                    <a:pt x="204873" y="15187"/>
                    <a:pt x="207561" y="16180"/>
                    <a:pt x="209673" y="17986"/>
                  </a:cubicBezTo>
                  <a:cubicBezTo>
                    <a:pt x="212209" y="20247"/>
                    <a:pt x="213510" y="23585"/>
                    <a:pt x="213171" y="26965"/>
                  </a:cubicBezTo>
                  <a:cubicBezTo>
                    <a:pt x="213399" y="30748"/>
                    <a:pt x="212144" y="34471"/>
                    <a:pt x="209673" y="37344"/>
                  </a:cubicBezTo>
                  <a:close/>
                  <a:moveTo>
                    <a:pt x="84313" y="45740"/>
                  </a:moveTo>
                  <a:lnTo>
                    <a:pt x="73468" y="45740"/>
                  </a:lnTo>
                  <a:cubicBezTo>
                    <a:pt x="70398" y="45915"/>
                    <a:pt x="67370" y="44961"/>
                    <a:pt x="64955" y="43058"/>
                  </a:cubicBezTo>
                  <a:cubicBezTo>
                    <a:pt x="62404" y="40194"/>
                    <a:pt x="61214" y="36368"/>
                    <a:pt x="61690" y="32563"/>
                  </a:cubicBezTo>
                  <a:cubicBezTo>
                    <a:pt x="61478" y="28838"/>
                    <a:pt x="62503" y="25148"/>
                    <a:pt x="64605" y="22067"/>
                  </a:cubicBezTo>
                  <a:cubicBezTo>
                    <a:pt x="66598" y="19490"/>
                    <a:pt x="69753" y="18087"/>
                    <a:pt x="73002" y="18336"/>
                  </a:cubicBezTo>
                  <a:cubicBezTo>
                    <a:pt x="80698" y="18336"/>
                    <a:pt x="84663" y="23000"/>
                    <a:pt x="84663" y="32329"/>
                  </a:cubicBezTo>
                  <a:close/>
                  <a:moveTo>
                    <a:pt x="354507" y="3642"/>
                  </a:moveTo>
                  <a:lnTo>
                    <a:pt x="337598" y="3642"/>
                  </a:lnTo>
                  <a:cubicBezTo>
                    <a:pt x="336944" y="3622"/>
                    <a:pt x="336362" y="4058"/>
                    <a:pt x="336199" y="4692"/>
                  </a:cubicBezTo>
                  <a:lnTo>
                    <a:pt x="336199" y="38393"/>
                  </a:lnTo>
                  <a:cubicBezTo>
                    <a:pt x="336421" y="40457"/>
                    <a:pt x="335882" y="42530"/>
                    <a:pt x="334683" y="44224"/>
                  </a:cubicBezTo>
                  <a:cubicBezTo>
                    <a:pt x="333178" y="45354"/>
                    <a:pt x="331311" y="45893"/>
                    <a:pt x="329435" y="45740"/>
                  </a:cubicBezTo>
                  <a:lnTo>
                    <a:pt x="317774" y="45740"/>
                  </a:lnTo>
                  <a:cubicBezTo>
                    <a:pt x="315108" y="46007"/>
                    <a:pt x="312431" y="45348"/>
                    <a:pt x="310194" y="43874"/>
                  </a:cubicBezTo>
                  <a:cubicBezTo>
                    <a:pt x="308481" y="42586"/>
                    <a:pt x="307382" y="40642"/>
                    <a:pt x="307162" y="38510"/>
                  </a:cubicBezTo>
                  <a:lnTo>
                    <a:pt x="307162" y="36178"/>
                  </a:lnTo>
                  <a:cubicBezTo>
                    <a:pt x="307180" y="31488"/>
                    <a:pt x="306552" y="26819"/>
                    <a:pt x="305296" y="22301"/>
                  </a:cubicBezTo>
                  <a:cubicBezTo>
                    <a:pt x="304266" y="18020"/>
                    <a:pt x="302271" y="14032"/>
                    <a:pt x="299466" y="10639"/>
                  </a:cubicBezTo>
                  <a:cubicBezTo>
                    <a:pt x="296721" y="7307"/>
                    <a:pt x="293196" y="4703"/>
                    <a:pt x="289203" y="3059"/>
                  </a:cubicBezTo>
                  <a:cubicBezTo>
                    <a:pt x="284194" y="1089"/>
                    <a:pt x="278842" y="137"/>
                    <a:pt x="273461" y="261"/>
                  </a:cubicBezTo>
                  <a:cubicBezTo>
                    <a:pt x="268218" y="116"/>
                    <a:pt x="263018" y="1236"/>
                    <a:pt x="258301" y="3526"/>
                  </a:cubicBezTo>
                  <a:cubicBezTo>
                    <a:pt x="253981" y="5520"/>
                    <a:pt x="250037" y="8242"/>
                    <a:pt x="246639" y="11572"/>
                  </a:cubicBezTo>
                  <a:cubicBezTo>
                    <a:pt x="246640" y="11572"/>
                    <a:pt x="246640" y="12855"/>
                    <a:pt x="246640" y="13671"/>
                  </a:cubicBezTo>
                  <a:lnTo>
                    <a:pt x="254919" y="23700"/>
                  </a:lnTo>
                  <a:cubicBezTo>
                    <a:pt x="255412" y="24159"/>
                    <a:pt x="256176" y="24159"/>
                    <a:pt x="256668" y="23700"/>
                  </a:cubicBezTo>
                  <a:lnTo>
                    <a:pt x="256668" y="23700"/>
                  </a:lnTo>
                  <a:cubicBezTo>
                    <a:pt x="258583" y="21924"/>
                    <a:pt x="260743" y="20431"/>
                    <a:pt x="263082" y="19269"/>
                  </a:cubicBezTo>
                  <a:cubicBezTo>
                    <a:pt x="265441" y="18113"/>
                    <a:pt x="268035" y="17514"/>
                    <a:pt x="270662" y="17520"/>
                  </a:cubicBezTo>
                  <a:cubicBezTo>
                    <a:pt x="273022" y="17425"/>
                    <a:pt x="275374" y="17864"/>
                    <a:pt x="277542" y="18802"/>
                  </a:cubicBezTo>
                  <a:cubicBezTo>
                    <a:pt x="279296" y="19621"/>
                    <a:pt x="280819" y="20863"/>
                    <a:pt x="281973" y="22417"/>
                  </a:cubicBezTo>
                  <a:cubicBezTo>
                    <a:pt x="283054" y="24100"/>
                    <a:pt x="283843" y="25953"/>
                    <a:pt x="284306" y="27898"/>
                  </a:cubicBezTo>
                  <a:cubicBezTo>
                    <a:pt x="284775" y="30043"/>
                    <a:pt x="285009" y="32233"/>
                    <a:pt x="285005" y="34428"/>
                  </a:cubicBezTo>
                  <a:cubicBezTo>
                    <a:pt x="285242" y="36131"/>
                    <a:pt x="285242" y="37857"/>
                    <a:pt x="285005" y="39560"/>
                  </a:cubicBezTo>
                  <a:cubicBezTo>
                    <a:pt x="284785" y="40806"/>
                    <a:pt x="284172" y="41950"/>
                    <a:pt x="283256" y="42825"/>
                  </a:cubicBezTo>
                  <a:cubicBezTo>
                    <a:pt x="282335" y="43677"/>
                    <a:pt x="281211" y="44279"/>
                    <a:pt x="279991" y="44574"/>
                  </a:cubicBezTo>
                  <a:cubicBezTo>
                    <a:pt x="278168" y="44752"/>
                    <a:pt x="276333" y="44752"/>
                    <a:pt x="274510" y="44574"/>
                  </a:cubicBezTo>
                  <a:lnTo>
                    <a:pt x="221451" y="44574"/>
                  </a:lnTo>
                  <a:cubicBezTo>
                    <a:pt x="224563" y="42318"/>
                    <a:pt x="227149" y="39413"/>
                    <a:pt x="229031" y="36061"/>
                  </a:cubicBezTo>
                  <a:cubicBezTo>
                    <a:pt x="231088" y="32524"/>
                    <a:pt x="232137" y="28491"/>
                    <a:pt x="232063" y="24400"/>
                  </a:cubicBezTo>
                  <a:cubicBezTo>
                    <a:pt x="232186" y="20786"/>
                    <a:pt x="231467" y="17193"/>
                    <a:pt x="229964" y="13904"/>
                  </a:cubicBezTo>
                  <a:cubicBezTo>
                    <a:pt x="228536" y="10888"/>
                    <a:pt x="226370" y="8281"/>
                    <a:pt x="223667" y="6325"/>
                  </a:cubicBezTo>
                  <a:cubicBezTo>
                    <a:pt x="220708" y="4193"/>
                    <a:pt x="217390" y="2613"/>
                    <a:pt x="213871" y="1660"/>
                  </a:cubicBezTo>
                  <a:cubicBezTo>
                    <a:pt x="205423" y="-553"/>
                    <a:pt x="196547" y="-553"/>
                    <a:pt x="188099" y="1660"/>
                  </a:cubicBezTo>
                  <a:cubicBezTo>
                    <a:pt x="184580" y="2613"/>
                    <a:pt x="181262" y="4193"/>
                    <a:pt x="178304" y="6325"/>
                  </a:cubicBezTo>
                  <a:cubicBezTo>
                    <a:pt x="175657" y="8341"/>
                    <a:pt x="173503" y="10933"/>
                    <a:pt x="172007" y="13904"/>
                  </a:cubicBezTo>
                  <a:cubicBezTo>
                    <a:pt x="167045" y="24876"/>
                    <a:pt x="170626" y="37826"/>
                    <a:pt x="180520" y="44690"/>
                  </a:cubicBezTo>
                  <a:lnTo>
                    <a:pt x="158596" y="44690"/>
                  </a:lnTo>
                  <a:cubicBezTo>
                    <a:pt x="155917" y="44924"/>
                    <a:pt x="153239" y="44223"/>
                    <a:pt x="151016" y="42708"/>
                  </a:cubicBezTo>
                  <a:cubicBezTo>
                    <a:pt x="149233" y="41378"/>
                    <a:pt x="148125" y="39331"/>
                    <a:pt x="147984" y="37111"/>
                  </a:cubicBezTo>
                  <a:lnTo>
                    <a:pt x="147984" y="3992"/>
                  </a:lnTo>
                  <a:cubicBezTo>
                    <a:pt x="148115" y="3362"/>
                    <a:pt x="147710" y="2744"/>
                    <a:pt x="147079" y="2614"/>
                  </a:cubicBezTo>
                  <a:cubicBezTo>
                    <a:pt x="147032" y="2604"/>
                    <a:pt x="146983" y="2597"/>
                    <a:pt x="146935" y="2593"/>
                  </a:cubicBezTo>
                  <a:lnTo>
                    <a:pt x="129559" y="2593"/>
                  </a:lnTo>
                  <a:cubicBezTo>
                    <a:pt x="128919" y="2526"/>
                    <a:pt x="128345" y="2990"/>
                    <a:pt x="128278" y="3631"/>
                  </a:cubicBezTo>
                  <a:cubicBezTo>
                    <a:pt x="128278" y="3635"/>
                    <a:pt x="128277" y="3639"/>
                    <a:pt x="128277" y="3642"/>
                  </a:cubicBezTo>
                  <a:lnTo>
                    <a:pt x="128277" y="33262"/>
                  </a:lnTo>
                  <a:cubicBezTo>
                    <a:pt x="128407" y="36262"/>
                    <a:pt x="128013" y="39261"/>
                    <a:pt x="127110" y="42125"/>
                  </a:cubicBezTo>
                  <a:cubicBezTo>
                    <a:pt x="126294" y="43874"/>
                    <a:pt x="124545" y="44690"/>
                    <a:pt x="121513" y="44690"/>
                  </a:cubicBezTo>
                  <a:lnTo>
                    <a:pt x="103321" y="44690"/>
                  </a:lnTo>
                  <a:lnTo>
                    <a:pt x="103321" y="31630"/>
                  </a:lnTo>
                  <a:cubicBezTo>
                    <a:pt x="103439" y="26469"/>
                    <a:pt x="102609" y="21331"/>
                    <a:pt x="100872" y="16470"/>
                  </a:cubicBezTo>
                  <a:cubicBezTo>
                    <a:pt x="99445" y="12738"/>
                    <a:pt x="97123" y="9414"/>
                    <a:pt x="94109" y="6791"/>
                  </a:cubicBezTo>
                  <a:cubicBezTo>
                    <a:pt x="91287" y="4342"/>
                    <a:pt x="87933" y="2585"/>
                    <a:pt x="84313" y="1660"/>
                  </a:cubicBezTo>
                  <a:cubicBezTo>
                    <a:pt x="80526" y="553"/>
                    <a:pt x="76598" y="3"/>
                    <a:pt x="72652" y="27"/>
                  </a:cubicBezTo>
                  <a:cubicBezTo>
                    <a:pt x="68707" y="13"/>
                    <a:pt x="64780" y="563"/>
                    <a:pt x="60990" y="1660"/>
                  </a:cubicBezTo>
                  <a:cubicBezTo>
                    <a:pt x="53392" y="3895"/>
                    <a:pt x="47270" y="9543"/>
                    <a:pt x="44431" y="16936"/>
                  </a:cubicBezTo>
                  <a:cubicBezTo>
                    <a:pt x="42638" y="21782"/>
                    <a:pt x="41806" y="26932"/>
                    <a:pt x="41982" y="32096"/>
                  </a:cubicBezTo>
                  <a:cubicBezTo>
                    <a:pt x="39433" y="45903"/>
                    <a:pt x="48559" y="59162"/>
                    <a:pt x="62365" y="61712"/>
                  </a:cubicBezTo>
                  <a:cubicBezTo>
                    <a:pt x="62374" y="61713"/>
                    <a:pt x="62382" y="61715"/>
                    <a:pt x="62390" y="61716"/>
                  </a:cubicBezTo>
                  <a:cubicBezTo>
                    <a:pt x="65056" y="62124"/>
                    <a:pt x="67770" y="62124"/>
                    <a:pt x="70436" y="61716"/>
                  </a:cubicBezTo>
                  <a:lnTo>
                    <a:pt x="83963" y="61716"/>
                  </a:lnTo>
                  <a:lnTo>
                    <a:pt x="83963" y="66264"/>
                  </a:lnTo>
                  <a:cubicBezTo>
                    <a:pt x="84054" y="67272"/>
                    <a:pt x="83852" y="68284"/>
                    <a:pt x="83380" y="69179"/>
                  </a:cubicBezTo>
                  <a:cubicBezTo>
                    <a:pt x="82891" y="70131"/>
                    <a:pt x="82116" y="70906"/>
                    <a:pt x="81165" y="71395"/>
                  </a:cubicBezTo>
                  <a:cubicBezTo>
                    <a:pt x="79769" y="71983"/>
                    <a:pt x="78325" y="72451"/>
                    <a:pt x="76850" y="72795"/>
                  </a:cubicBezTo>
                  <a:cubicBezTo>
                    <a:pt x="74521" y="72970"/>
                    <a:pt x="72182" y="72970"/>
                    <a:pt x="69853" y="72795"/>
                  </a:cubicBezTo>
                  <a:lnTo>
                    <a:pt x="40700" y="72794"/>
                  </a:lnTo>
                  <a:cubicBezTo>
                    <a:pt x="38157" y="72799"/>
                    <a:pt x="35619" y="72564"/>
                    <a:pt x="33120" y="72095"/>
                  </a:cubicBezTo>
                  <a:cubicBezTo>
                    <a:pt x="30758" y="71680"/>
                    <a:pt x="28501" y="70809"/>
                    <a:pt x="26473" y="69529"/>
                  </a:cubicBezTo>
                  <a:cubicBezTo>
                    <a:pt x="24474" y="68211"/>
                    <a:pt x="22799" y="66456"/>
                    <a:pt x="21575" y="64398"/>
                  </a:cubicBezTo>
                  <a:cubicBezTo>
                    <a:pt x="20264" y="61924"/>
                    <a:pt x="19620" y="59151"/>
                    <a:pt x="19709" y="56352"/>
                  </a:cubicBezTo>
                  <a:cubicBezTo>
                    <a:pt x="19719" y="53172"/>
                    <a:pt x="20271" y="50017"/>
                    <a:pt x="21342" y="47023"/>
                  </a:cubicBezTo>
                  <a:cubicBezTo>
                    <a:pt x="22441" y="44067"/>
                    <a:pt x="23807" y="41218"/>
                    <a:pt x="25423" y="38510"/>
                  </a:cubicBezTo>
                  <a:cubicBezTo>
                    <a:pt x="25868" y="38056"/>
                    <a:pt x="25868" y="37331"/>
                    <a:pt x="25423" y="36877"/>
                  </a:cubicBezTo>
                  <a:lnTo>
                    <a:pt x="25423" y="36877"/>
                  </a:lnTo>
                  <a:lnTo>
                    <a:pt x="11080" y="29764"/>
                  </a:lnTo>
                  <a:cubicBezTo>
                    <a:pt x="10147" y="29181"/>
                    <a:pt x="9447" y="29764"/>
                    <a:pt x="9097" y="29764"/>
                  </a:cubicBezTo>
                  <a:cubicBezTo>
                    <a:pt x="6431" y="33755"/>
                    <a:pt x="4277" y="38064"/>
                    <a:pt x="2684" y="42591"/>
                  </a:cubicBezTo>
                  <a:cubicBezTo>
                    <a:pt x="917" y="47491"/>
                    <a:pt x="10" y="52659"/>
                    <a:pt x="2" y="57868"/>
                  </a:cubicBezTo>
                  <a:cubicBezTo>
                    <a:pt x="-40" y="62366"/>
                    <a:pt x="751" y="66834"/>
                    <a:pt x="2334" y="71045"/>
                  </a:cubicBezTo>
                  <a:cubicBezTo>
                    <a:pt x="3765" y="74904"/>
                    <a:pt x="6129" y="78349"/>
                    <a:pt x="9214" y="81074"/>
                  </a:cubicBezTo>
                  <a:cubicBezTo>
                    <a:pt x="12608" y="84007"/>
                    <a:pt x="16581" y="86192"/>
                    <a:pt x="20875" y="87488"/>
                  </a:cubicBezTo>
                  <a:cubicBezTo>
                    <a:pt x="26443" y="89097"/>
                    <a:pt x="32224" y="89844"/>
                    <a:pt x="38018" y="89703"/>
                  </a:cubicBezTo>
                  <a:lnTo>
                    <a:pt x="73002" y="89703"/>
                  </a:lnTo>
                  <a:cubicBezTo>
                    <a:pt x="81201" y="90531"/>
                    <a:pt x="89436" y="88513"/>
                    <a:pt x="96324" y="83989"/>
                  </a:cubicBezTo>
                  <a:cubicBezTo>
                    <a:pt x="101022" y="80149"/>
                    <a:pt x="103618" y="74307"/>
                    <a:pt x="103321" y="68246"/>
                  </a:cubicBezTo>
                  <a:lnTo>
                    <a:pt x="103321" y="60667"/>
                  </a:lnTo>
                  <a:lnTo>
                    <a:pt x="127344" y="60667"/>
                  </a:lnTo>
                  <a:cubicBezTo>
                    <a:pt x="131269" y="60731"/>
                    <a:pt x="135187" y="60300"/>
                    <a:pt x="139005" y="59384"/>
                  </a:cubicBezTo>
                  <a:cubicBezTo>
                    <a:pt x="141941" y="58460"/>
                    <a:pt x="144353" y="56344"/>
                    <a:pt x="145652" y="53553"/>
                  </a:cubicBezTo>
                  <a:cubicBezTo>
                    <a:pt x="147036" y="56235"/>
                    <a:pt x="149362" y="58311"/>
                    <a:pt x="152182" y="59384"/>
                  </a:cubicBezTo>
                  <a:cubicBezTo>
                    <a:pt x="155223" y="60218"/>
                    <a:pt x="158359" y="60649"/>
                    <a:pt x="161512" y="60667"/>
                  </a:cubicBezTo>
                  <a:lnTo>
                    <a:pt x="181569" y="60667"/>
                  </a:lnTo>
                  <a:cubicBezTo>
                    <a:pt x="184677" y="60827"/>
                    <a:pt x="187790" y="60827"/>
                    <a:pt x="190898" y="60667"/>
                  </a:cubicBezTo>
                  <a:cubicBezTo>
                    <a:pt x="194388" y="60412"/>
                    <a:pt x="197775" y="59376"/>
                    <a:pt x="200810" y="57635"/>
                  </a:cubicBezTo>
                  <a:cubicBezTo>
                    <a:pt x="203391" y="59346"/>
                    <a:pt x="206356" y="60387"/>
                    <a:pt x="209440" y="60667"/>
                  </a:cubicBezTo>
                  <a:cubicBezTo>
                    <a:pt x="212586" y="60841"/>
                    <a:pt x="215739" y="60841"/>
                    <a:pt x="218886" y="60667"/>
                  </a:cubicBezTo>
                  <a:lnTo>
                    <a:pt x="282323" y="60667"/>
                  </a:lnTo>
                  <a:cubicBezTo>
                    <a:pt x="286468" y="60675"/>
                    <a:pt x="290591" y="60085"/>
                    <a:pt x="294568" y="58917"/>
                  </a:cubicBezTo>
                  <a:cubicBezTo>
                    <a:pt x="297843" y="57616"/>
                    <a:pt x="300536" y="55171"/>
                    <a:pt x="302148" y="52037"/>
                  </a:cubicBezTo>
                  <a:cubicBezTo>
                    <a:pt x="303545" y="55161"/>
                    <a:pt x="306093" y="57625"/>
                    <a:pt x="309261" y="58917"/>
                  </a:cubicBezTo>
                  <a:cubicBezTo>
                    <a:pt x="312527" y="60192"/>
                    <a:pt x="316019" y="60788"/>
                    <a:pt x="319523" y="60667"/>
                  </a:cubicBezTo>
                  <a:lnTo>
                    <a:pt x="338298" y="60667"/>
                  </a:lnTo>
                  <a:cubicBezTo>
                    <a:pt x="342920" y="61098"/>
                    <a:pt x="347506" y="59527"/>
                    <a:pt x="350892" y="56352"/>
                  </a:cubicBezTo>
                  <a:cubicBezTo>
                    <a:pt x="353726" y="52484"/>
                    <a:pt x="355053" y="47717"/>
                    <a:pt x="354624" y="42941"/>
                  </a:cubicBezTo>
                  <a:lnTo>
                    <a:pt x="354624" y="2826"/>
                  </a:lnTo>
                  <a:cubicBezTo>
                    <a:pt x="354624" y="2826"/>
                    <a:pt x="355557" y="3526"/>
                    <a:pt x="354507" y="3526"/>
                  </a:cubicBez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D496B647-9194-A846-9578-8F98AB940CFA}"/>
                </a:ext>
              </a:extLst>
            </p:cNvPr>
            <p:cNvSpPr/>
            <p:nvPr/>
          </p:nvSpPr>
          <p:spPr>
            <a:xfrm>
              <a:off x="11261819" y="1818362"/>
              <a:ext cx="16792" cy="16559"/>
            </a:xfrm>
            <a:custGeom>
              <a:avLst/>
              <a:gdLst>
                <a:gd name="connsiteX0" fmla="*/ 15393 w 16792"/>
                <a:gd name="connsiteY0" fmla="*/ 0 h 16559"/>
                <a:gd name="connsiteX1" fmla="*/ 16792 w 16792"/>
                <a:gd name="connsiteY1" fmla="*/ 0 h 16559"/>
                <a:gd name="connsiteX2" fmla="*/ 16792 w 16792"/>
                <a:gd name="connsiteY2" fmla="*/ 16559 h 16559"/>
                <a:gd name="connsiteX3" fmla="*/ 0 w 16792"/>
                <a:gd name="connsiteY3" fmla="*/ 16559 h 16559"/>
                <a:gd name="connsiteX4" fmla="*/ 0 w 16792"/>
                <a:gd name="connsiteY4" fmla="*/ 0 h 16559"/>
                <a:gd name="connsiteX5" fmla="*/ 15393 w 16792"/>
                <a:gd name="connsiteY5" fmla="*/ 0 h 16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92" h="16559">
                  <a:moveTo>
                    <a:pt x="15393" y="0"/>
                  </a:moveTo>
                  <a:lnTo>
                    <a:pt x="16792" y="0"/>
                  </a:lnTo>
                  <a:lnTo>
                    <a:pt x="16792" y="16559"/>
                  </a:lnTo>
                  <a:lnTo>
                    <a:pt x="0" y="16559"/>
                  </a:lnTo>
                  <a:lnTo>
                    <a:pt x="0" y="0"/>
                  </a:lnTo>
                  <a:lnTo>
                    <a:pt x="15393" y="0"/>
                  </a:ln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482A7893-6E73-7E4C-B68F-ECF22ABFE31E}"/>
                </a:ext>
              </a:extLst>
            </p:cNvPr>
            <p:cNvSpPr/>
            <p:nvPr/>
          </p:nvSpPr>
          <p:spPr>
            <a:xfrm>
              <a:off x="11283392" y="1818362"/>
              <a:ext cx="16908" cy="16559"/>
            </a:xfrm>
            <a:custGeom>
              <a:avLst/>
              <a:gdLst>
                <a:gd name="connsiteX0" fmla="*/ 15510 w 16908"/>
                <a:gd name="connsiteY0" fmla="*/ 0 h 16559"/>
                <a:gd name="connsiteX1" fmla="*/ 16909 w 16908"/>
                <a:gd name="connsiteY1" fmla="*/ 0 h 16559"/>
                <a:gd name="connsiteX2" fmla="*/ 16909 w 16908"/>
                <a:gd name="connsiteY2" fmla="*/ 16559 h 16559"/>
                <a:gd name="connsiteX3" fmla="*/ 0 w 16908"/>
                <a:gd name="connsiteY3" fmla="*/ 16559 h 16559"/>
                <a:gd name="connsiteX4" fmla="*/ 0 w 16908"/>
                <a:gd name="connsiteY4" fmla="*/ 0 h 16559"/>
                <a:gd name="connsiteX5" fmla="*/ 15510 w 16908"/>
                <a:gd name="connsiteY5" fmla="*/ 0 h 16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908" h="16559">
                  <a:moveTo>
                    <a:pt x="15510" y="0"/>
                  </a:moveTo>
                  <a:lnTo>
                    <a:pt x="16909" y="0"/>
                  </a:lnTo>
                  <a:lnTo>
                    <a:pt x="16909" y="16559"/>
                  </a:lnTo>
                  <a:lnTo>
                    <a:pt x="0" y="16559"/>
                  </a:lnTo>
                  <a:lnTo>
                    <a:pt x="0" y="0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193C5179-3DB2-D845-872A-8A34FFC639B2}"/>
                </a:ext>
              </a:extLst>
            </p:cNvPr>
            <p:cNvSpPr/>
            <p:nvPr/>
          </p:nvSpPr>
          <p:spPr>
            <a:xfrm>
              <a:off x="11307648" y="1846583"/>
              <a:ext cx="61551" cy="90259"/>
            </a:xfrm>
            <a:custGeom>
              <a:avLst/>
              <a:gdLst>
                <a:gd name="connsiteX0" fmla="*/ 41864 w 61551"/>
                <a:gd name="connsiteY0" fmla="*/ 44780 h 90259"/>
                <a:gd name="connsiteX1" fmla="*/ 31136 w 61551"/>
                <a:gd name="connsiteY1" fmla="*/ 44780 h 90259"/>
                <a:gd name="connsiteX2" fmla="*/ 19316 w 61551"/>
                <a:gd name="connsiteY2" fmla="*/ 35266 h 90259"/>
                <a:gd name="connsiteX3" fmla="*/ 19474 w 61551"/>
                <a:gd name="connsiteY3" fmla="*/ 31952 h 90259"/>
                <a:gd name="connsiteX4" fmla="*/ 22506 w 61551"/>
                <a:gd name="connsiteY4" fmla="*/ 21224 h 90259"/>
                <a:gd name="connsiteX5" fmla="*/ 31252 w 61551"/>
                <a:gd name="connsiteY5" fmla="*/ 17376 h 90259"/>
                <a:gd name="connsiteX6" fmla="*/ 42214 w 61551"/>
                <a:gd name="connsiteY6" fmla="*/ 31136 h 90259"/>
                <a:gd name="connsiteX7" fmla="*/ 52243 w 61551"/>
                <a:gd name="connsiteY7" fmla="*/ 6764 h 90259"/>
                <a:gd name="connsiteX8" fmla="*/ 42447 w 61551"/>
                <a:gd name="connsiteY8" fmla="*/ 1633 h 90259"/>
                <a:gd name="connsiteX9" fmla="*/ 30786 w 61551"/>
                <a:gd name="connsiteY9" fmla="*/ 0 h 90259"/>
                <a:gd name="connsiteX10" fmla="*/ 19124 w 61551"/>
                <a:gd name="connsiteY10" fmla="*/ 1749 h 90259"/>
                <a:gd name="connsiteX11" fmla="*/ 9329 w 61551"/>
                <a:gd name="connsiteY11" fmla="*/ 7230 h 90259"/>
                <a:gd name="connsiteX12" fmla="*/ 2449 w 61551"/>
                <a:gd name="connsiteY12" fmla="*/ 17259 h 90259"/>
                <a:gd name="connsiteX13" fmla="*/ 2449 w 61551"/>
                <a:gd name="connsiteY13" fmla="*/ 47695 h 90259"/>
                <a:gd name="connsiteX14" fmla="*/ 9679 w 61551"/>
                <a:gd name="connsiteY14" fmla="*/ 56558 h 90259"/>
                <a:gd name="connsiteX15" fmla="*/ 21340 w 61551"/>
                <a:gd name="connsiteY15" fmla="*/ 60756 h 90259"/>
                <a:gd name="connsiteX16" fmla="*/ 36500 w 61551"/>
                <a:gd name="connsiteY16" fmla="*/ 61689 h 90259"/>
                <a:gd name="connsiteX17" fmla="*/ 42331 w 61551"/>
                <a:gd name="connsiteY17" fmla="*/ 61689 h 90259"/>
                <a:gd name="connsiteX18" fmla="*/ 41398 w 61551"/>
                <a:gd name="connsiteY18" fmla="*/ 67986 h 90259"/>
                <a:gd name="connsiteX19" fmla="*/ 38949 w 61551"/>
                <a:gd name="connsiteY19" fmla="*/ 71484 h 90259"/>
                <a:gd name="connsiteX20" fmla="*/ 35100 w 61551"/>
                <a:gd name="connsiteY20" fmla="*/ 73117 h 90259"/>
                <a:gd name="connsiteX21" fmla="*/ 30086 w 61551"/>
                <a:gd name="connsiteY21" fmla="*/ 73117 h 90259"/>
                <a:gd name="connsiteX22" fmla="*/ 13993 w 61551"/>
                <a:gd name="connsiteY22" fmla="*/ 73117 h 90259"/>
                <a:gd name="connsiteX23" fmla="*/ 12477 w 61551"/>
                <a:gd name="connsiteY23" fmla="*/ 74516 h 90259"/>
                <a:gd name="connsiteX24" fmla="*/ 12477 w 61551"/>
                <a:gd name="connsiteY24" fmla="*/ 88743 h 90259"/>
                <a:gd name="connsiteX25" fmla="*/ 13993 w 61551"/>
                <a:gd name="connsiteY25" fmla="*/ 90142 h 90259"/>
                <a:gd name="connsiteX26" fmla="*/ 34051 w 61551"/>
                <a:gd name="connsiteY26" fmla="*/ 90142 h 90259"/>
                <a:gd name="connsiteX27" fmla="*/ 54808 w 61551"/>
                <a:gd name="connsiteY27" fmla="*/ 83729 h 90259"/>
                <a:gd name="connsiteX28" fmla="*/ 61455 w 61551"/>
                <a:gd name="connsiteY28" fmla="*/ 64021 h 90259"/>
                <a:gd name="connsiteX29" fmla="*/ 61455 w 61551"/>
                <a:gd name="connsiteY29" fmla="*/ 31602 h 90259"/>
                <a:gd name="connsiteX30" fmla="*/ 59123 w 61551"/>
                <a:gd name="connsiteY30" fmla="*/ 16442 h 90259"/>
                <a:gd name="connsiteX31" fmla="*/ 52243 w 61551"/>
                <a:gd name="connsiteY31" fmla="*/ 6764 h 90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1551" h="90259">
                  <a:moveTo>
                    <a:pt x="41864" y="44780"/>
                  </a:moveTo>
                  <a:lnTo>
                    <a:pt x="31136" y="44780"/>
                  </a:lnTo>
                  <a:cubicBezTo>
                    <a:pt x="25245" y="45416"/>
                    <a:pt x="19953" y="41157"/>
                    <a:pt x="19316" y="35266"/>
                  </a:cubicBezTo>
                  <a:cubicBezTo>
                    <a:pt x="19197" y="34160"/>
                    <a:pt x="19250" y="33042"/>
                    <a:pt x="19474" y="31952"/>
                  </a:cubicBezTo>
                  <a:cubicBezTo>
                    <a:pt x="19345" y="28148"/>
                    <a:pt x="20405" y="24398"/>
                    <a:pt x="22506" y="21224"/>
                  </a:cubicBezTo>
                  <a:cubicBezTo>
                    <a:pt x="24597" y="18563"/>
                    <a:pt x="27877" y="17119"/>
                    <a:pt x="31252" y="17376"/>
                  </a:cubicBezTo>
                  <a:cubicBezTo>
                    <a:pt x="38832" y="17375"/>
                    <a:pt x="42214" y="21923"/>
                    <a:pt x="42214" y="31136"/>
                  </a:cubicBezTo>
                  <a:close/>
                  <a:moveTo>
                    <a:pt x="52243" y="6764"/>
                  </a:moveTo>
                  <a:cubicBezTo>
                    <a:pt x="49421" y="4315"/>
                    <a:pt x="46067" y="2558"/>
                    <a:pt x="42447" y="1633"/>
                  </a:cubicBezTo>
                  <a:cubicBezTo>
                    <a:pt x="38649" y="579"/>
                    <a:pt x="34728" y="30"/>
                    <a:pt x="30786" y="0"/>
                  </a:cubicBezTo>
                  <a:cubicBezTo>
                    <a:pt x="26841" y="97"/>
                    <a:pt x="22924" y="685"/>
                    <a:pt x="19124" y="1749"/>
                  </a:cubicBezTo>
                  <a:cubicBezTo>
                    <a:pt x="15523" y="2896"/>
                    <a:pt x="12191" y="4760"/>
                    <a:pt x="9329" y="7230"/>
                  </a:cubicBezTo>
                  <a:cubicBezTo>
                    <a:pt x="6304" y="10008"/>
                    <a:pt x="3951" y="13437"/>
                    <a:pt x="2449" y="17259"/>
                  </a:cubicBezTo>
                  <a:cubicBezTo>
                    <a:pt x="-816" y="27142"/>
                    <a:pt x="-816" y="37812"/>
                    <a:pt x="2449" y="47695"/>
                  </a:cubicBezTo>
                  <a:cubicBezTo>
                    <a:pt x="3942" y="51292"/>
                    <a:pt x="6455" y="54373"/>
                    <a:pt x="9679" y="56558"/>
                  </a:cubicBezTo>
                  <a:cubicBezTo>
                    <a:pt x="13198" y="58822"/>
                    <a:pt x="17185" y="60257"/>
                    <a:pt x="21340" y="60756"/>
                  </a:cubicBezTo>
                  <a:cubicBezTo>
                    <a:pt x="26366" y="61418"/>
                    <a:pt x="31431" y="61730"/>
                    <a:pt x="36500" y="61689"/>
                  </a:cubicBezTo>
                  <a:lnTo>
                    <a:pt x="42331" y="61689"/>
                  </a:lnTo>
                  <a:cubicBezTo>
                    <a:pt x="42430" y="63828"/>
                    <a:pt x="42113" y="65967"/>
                    <a:pt x="41398" y="67986"/>
                  </a:cubicBezTo>
                  <a:cubicBezTo>
                    <a:pt x="40901" y="69346"/>
                    <a:pt x="40057" y="70552"/>
                    <a:pt x="38949" y="71484"/>
                  </a:cubicBezTo>
                  <a:cubicBezTo>
                    <a:pt x="37858" y="72402"/>
                    <a:pt x="36518" y="72970"/>
                    <a:pt x="35100" y="73117"/>
                  </a:cubicBezTo>
                  <a:cubicBezTo>
                    <a:pt x="33433" y="73287"/>
                    <a:pt x="31753" y="73287"/>
                    <a:pt x="30086" y="73117"/>
                  </a:cubicBezTo>
                  <a:lnTo>
                    <a:pt x="13993" y="73117"/>
                  </a:lnTo>
                  <a:cubicBezTo>
                    <a:pt x="12944" y="73117"/>
                    <a:pt x="12477" y="73117"/>
                    <a:pt x="12477" y="74516"/>
                  </a:cubicBezTo>
                  <a:lnTo>
                    <a:pt x="12477" y="88743"/>
                  </a:lnTo>
                  <a:cubicBezTo>
                    <a:pt x="12477" y="89676"/>
                    <a:pt x="12477" y="90142"/>
                    <a:pt x="13993" y="90142"/>
                  </a:cubicBezTo>
                  <a:lnTo>
                    <a:pt x="34051" y="90142"/>
                  </a:lnTo>
                  <a:cubicBezTo>
                    <a:pt x="41545" y="90821"/>
                    <a:pt x="49004" y="88517"/>
                    <a:pt x="54808" y="83729"/>
                  </a:cubicBezTo>
                  <a:cubicBezTo>
                    <a:pt x="59669" y="78370"/>
                    <a:pt x="62077" y="71229"/>
                    <a:pt x="61455" y="64021"/>
                  </a:cubicBezTo>
                  <a:lnTo>
                    <a:pt x="61455" y="31602"/>
                  </a:lnTo>
                  <a:cubicBezTo>
                    <a:pt x="61613" y="26449"/>
                    <a:pt x="60822" y="21310"/>
                    <a:pt x="59123" y="16442"/>
                  </a:cubicBezTo>
                  <a:cubicBezTo>
                    <a:pt x="57634" y="12714"/>
                    <a:pt x="55275" y="9395"/>
                    <a:pt x="52243" y="6764"/>
                  </a:cubicBezTo>
                  <a:close/>
                </a:path>
              </a:pathLst>
            </a:custGeom>
            <a:solidFill>
              <a:srgbClr val="1D1D1B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A472DB6A-1460-6B4A-A1A5-B1402258A497}"/>
                </a:ext>
              </a:extLst>
            </p:cNvPr>
            <p:cNvSpPr/>
            <p:nvPr/>
          </p:nvSpPr>
          <p:spPr>
            <a:xfrm>
              <a:off x="10701607" y="1069777"/>
              <a:ext cx="465988" cy="166332"/>
            </a:xfrm>
            <a:custGeom>
              <a:avLst/>
              <a:gdLst>
                <a:gd name="connsiteX0" fmla="*/ 134572 w 465988"/>
                <a:gd name="connsiteY0" fmla="*/ 165983 h 166332"/>
                <a:gd name="connsiteX1" fmla="*/ 129908 w 465988"/>
                <a:gd name="connsiteY1" fmla="*/ 165983 h 166332"/>
                <a:gd name="connsiteX2" fmla="*/ 118246 w 465988"/>
                <a:gd name="connsiteY2" fmla="*/ 157470 h 166332"/>
                <a:gd name="connsiteX3" fmla="*/ 124077 w 465988"/>
                <a:gd name="connsiteY3" fmla="*/ 132981 h 166332"/>
                <a:gd name="connsiteX4" fmla="*/ 147400 w 465988"/>
                <a:gd name="connsiteY4" fmla="*/ 137179 h 166332"/>
                <a:gd name="connsiteX5" fmla="*/ 163376 w 465988"/>
                <a:gd name="connsiteY5" fmla="*/ 125052 h 166332"/>
                <a:gd name="connsiteX6" fmla="*/ 163376 w 465988"/>
                <a:gd name="connsiteY6" fmla="*/ 122253 h 166332"/>
                <a:gd name="connsiteX7" fmla="*/ 162210 w 465988"/>
                <a:gd name="connsiteY7" fmla="*/ 119921 h 166332"/>
                <a:gd name="connsiteX8" fmla="*/ 160927 w 465988"/>
                <a:gd name="connsiteY8" fmla="*/ 119921 h 166332"/>
                <a:gd name="connsiteX9" fmla="*/ 149266 w 465988"/>
                <a:gd name="connsiteY9" fmla="*/ 123069 h 166332"/>
                <a:gd name="connsiteX10" fmla="*/ 144484 w 465988"/>
                <a:gd name="connsiteY10" fmla="*/ 122370 h 166332"/>
                <a:gd name="connsiteX11" fmla="*/ 133756 w 465988"/>
                <a:gd name="connsiteY11" fmla="*/ 102429 h 166332"/>
                <a:gd name="connsiteX12" fmla="*/ 151248 w 465988"/>
                <a:gd name="connsiteY12" fmla="*/ 87619 h 166332"/>
                <a:gd name="connsiteX13" fmla="*/ 155679 w 465988"/>
                <a:gd name="connsiteY13" fmla="*/ 87619 h 166332"/>
                <a:gd name="connsiteX14" fmla="*/ 169323 w 465988"/>
                <a:gd name="connsiteY14" fmla="*/ 96248 h 166332"/>
                <a:gd name="connsiteX15" fmla="*/ 175037 w 465988"/>
                <a:gd name="connsiteY15" fmla="*/ 107909 h 166332"/>
                <a:gd name="connsiteX16" fmla="*/ 177020 w 465988"/>
                <a:gd name="connsiteY16" fmla="*/ 113507 h 166332"/>
                <a:gd name="connsiteX17" fmla="*/ 214219 w 465988"/>
                <a:gd name="connsiteY17" fmla="*/ 78523 h 166332"/>
                <a:gd name="connsiteX18" fmla="*/ 23323 w 465988"/>
                <a:gd name="connsiteY18" fmla="*/ 9721 h 166332"/>
                <a:gd name="connsiteX19" fmla="*/ 0 w 465988"/>
                <a:gd name="connsiteY19" fmla="*/ 8904 h 166332"/>
                <a:gd name="connsiteX20" fmla="*/ 22623 w 465988"/>
                <a:gd name="connsiteY20" fmla="*/ 4473 h 166332"/>
                <a:gd name="connsiteX21" fmla="*/ 146234 w 465988"/>
                <a:gd name="connsiteY21" fmla="*/ 11586 h 166332"/>
                <a:gd name="connsiteX22" fmla="*/ 233111 w 465988"/>
                <a:gd name="connsiteY22" fmla="*/ 59048 h 166332"/>
                <a:gd name="connsiteX23" fmla="*/ 395204 w 465988"/>
                <a:gd name="connsiteY23" fmla="*/ 1091 h 166332"/>
                <a:gd name="connsiteX24" fmla="*/ 442666 w 465988"/>
                <a:gd name="connsiteY24" fmla="*/ 5639 h 166332"/>
                <a:gd name="connsiteX25" fmla="*/ 465989 w 465988"/>
                <a:gd name="connsiteY25" fmla="*/ 10070 h 166332"/>
                <a:gd name="connsiteX26" fmla="*/ 442666 w 465988"/>
                <a:gd name="connsiteY26" fmla="*/ 10887 h 166332"/>
                <a:gd name="connsiteX27" fmla="*/ 251769 w 465988"/>
                <a:gd name="connsiteY27" fmla="*/ 79689 h 166332"/>
                <a:gd name="connsiteX28" fmla="*/ 288852 w 465988"/>
                <a:gd name="connsiteY28" fmla="*/ 114673 h 166332"/>
                <a:gd name="connsiteX29" fmla="*/ 290718 w 465988"/>
                <a:gd name="connsiteY29" fmla="*/ 109076 h 166332"/>
                <a:gd name="connsiteX30" fmla="*/ 296432 w 465988"/>
                <a:gd name="connsiteY30" fmla="*/ 97414 h 166332"/>
                <a:gd name="connsiteX31" fmla="*/ 318472 w 465988"/>
                <a:gd name="connsiteY31" fmla="*/ 88435 h 166332"/>
                <a:gd name="connsiteX32" fmla="*/ 330134 w 465988"/>
                <a:gd name="connsiteY32" fmla="*/ 96365 h 166332"/>
                <a:gd name="connsiteX33" fmla="*/ 332699 w 465988"/>
                <a:gd name="connsiteY33" fmla="*/ 109775 h 166332"/>
                <a:gd name="connsiteX34" fmla="*/ 315440 w 465988"/>
                <a:gd name="connsiteY34" fmla="*/ 123536 h 166332"/>
                <a:gd name="connsiteX35" fmla="*/ 303779 w 465988"/>
                <a:gd name="connsiteY35" fmla="*/ 120154 h 166332"/>
                <a:gd name="connsiteX36" fmla="*/ 301913 w 465988"/>
                <a:gd name="connsiteY36" fmla="*/ 125052 h 166332"/>
                <a:gd name="connsiteX37" fmla="*/ 318822 w 465988"/>
                <a:gd name="connsiteY37" fmla="*/ 136713 h 166332"/>
                <a:gd name="connsiteX38" fmla="*/ 344477 w 465988"/>
                <a:gd name="connsiteY38" fmla="*/ 134847 h 166332"/>
                <a:gd name="connsiteX39" fmla="*/ 347626 w 465988"/>
                <a:gd name="connsiteY39" fmla="*/ 138346 h 166332"/>
                <a:gd name="connsiteX40" fmla="*/ 349841 w 465988"/>
                <a:gd name="connsiteY40" fmla="*/ 152223 h 166332"/>
                <a:gd name="connsiteX41" fmla="*/ 341562 w 465988"/>
                <a:gd name="connsiteY41" fmla="*/ 162368 h 166332"/>
                <a:gd name="connsiteX42" fmla="*/ 328384 w 465988"/>
                <a:gd name="connsiteY42" fmla="*/ 165050 h 166332"/>
                <a:gd name="connsiteX43" fmla="*/ 287686 w 465988"/>
                <a:gd name="connsiteY43" fmla="*/ 146509 h 166332"/>
                <a:gd name="connsiteX44" fmla="*/ 256667 w 465988"/>
                <a:gd name="connsiteY44" fmla="*/ 164817 h 166332"/>
                <a:gd name="connsiteX45" fmla="*/ 238708 w 465988"/>
                <a:gd name="connsiteY45" fmla="*/ 155488 h 166332"/>
                <a:gd name="connsiteX46" fmla="*/ 236259 w 465988"/>
                <a:gd name="connsiteY46" fmla="*/ 142194 h 166332"/>
                <a:gd name="connsiteX47" fmla="*/ 253402 w 465988"/>
                <a:gd name="connsiteY47" fmla="*/ 127501 h 166332"/>
                <a:gd name="connsiteX48" fmla="*/ 257133 w 465988"/>
                <a:gd name="connsiteY48" fmla="*/ 128084 h 166332"/>
                <a:gd name="connsiteX49" fmla="*/ 268795 w 465988"/>
                <a:gd name="connsiteY49" fmla="*/ 135430 h 166332"/>
                <a:gd name="connsiteX50" fmla="*/ 269844 w 465988"/>
                <a:gd name="connsiteY50" fmla="*/ 140911 h 166332"/>
                <a:gd name="connsiteX51" fmla="*/ 273692 w 465988"/>
                <a:gd name="connsiteY51" fmla="*/ 137879 h 166332"/>
                <a:gd name="connsiteX52" fmla="*/ 245822 w 465988"/>
                <a:gd name="connsiteY52" fmla="*/ 108492 h 166332"/>
                <a:gd name="connsiteX53" fmla="*/ 232994 w 465988"/>
                <a:gd name="connsiteY53" fmla="*/ 97764 h 166332"/>
                <a:gd name="connsiteX54" fmla="*/ 220050 w 465988"/>
                <a:gd name="connsiteY54" fmla="*/ 109425 h 166332"/>
                <a:gd name="connsiteX55" fmla="*/ 191596 w 465988"/>
                <a:gd name="connsiteY55" fmla="*/ 138579 h 166332"/>
                <a:gd name="connsiteX56" fmla="*/ 196144 w 465988"/>
                <a:gd name="connsiteY56" fmla="*/ 141611 h 166332"/>
                <a:gd name="connsiteX57" fmla="*/ 196961 w 465988"/>
                <a:gd name="connsiteY57" fmla="*/ 138929 h 166332"/>
                <a:gd name="connsiteX58" fmla="*/ 202441 w 465988"/>
                <a:gd name="connsiteY58" fmla="*/ 131116 h 166332"/>
                <a:gd name="connsiteX59" fmla="*/ 219350 w 465988"/>
                <a:gd name="connsiteY59" fmla="*/ 129833 h 166332"/>
                <a:gd name="connsiteX60" fmla="*/ 229846 w 465988"/>
                <a:gd name="connsiteY60" fmla="*/ 149774 h 166332"/>
                <a:gd name="connsiteX61" fmla="*/ 205240 w 465988"/>
                <a:gd name="connsiteY61" fmla="*/ 165050 h 166332"/>
                <a:gd name="connsiteX62" fmla="*/ 178186 w 465988"/>
                <a:gd name="connsiteY62" fmla="*/ 147092 h 166332"/>
                <a:gd name="connsiteX63" fmla="*/ 134922 w 465988"/>
                <a:gd name="connsiteY63" fmla="*/ 166333 h 166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5988" h="166332">
                  <a:moveTo>
                    <a:pt x="134572" y="165983"/>
                  </a:moveTo>
                  <a:lnTo>
                    <a:pt x="129908" y="165983"/>
                  </a:lnTo>
                  <a:cubicBezTo>
                    <a:pt x="124957" y="165001"/>
                    <a:pt x="120691" y="161886"/>
                    <a:pt x="118246" y="157470"/>
                  </a:cubicBezTo>
                  <a:cubicBezTo>
                    <a:pt x="113731" y="149006"/>
                    <a:pt x="116232" y="138503"/>
                    <a:pt x="124077" y="132981"/>
                  </a:cubicBezTo>
                  <a:cubicBezTo>
                    <a:pt x="131822" y="128431"/>
                    <a:pt x="141728" y="130214"/>
                    <a:pt x="147400" y="137179"/>
                  </a:cubicBezTo>
                  <a:cubicBezTo>
                    <a:pt x="153873" y="134927"/>
                    <a:pt x="159466" y="130681"/>
                    <a:pt x="163376" y="125052"/>
                  </a:cubicBezTo>
                  <a:cubicBezTo>
                    <a:pt x="163853" y="124180"/>
                    <a:pt x="163853" y="123125"/>
                    <a:pt x="163376" y="122253"/>
                  </a:cubicBezTo>
                  <a:cubicBezTo>
                    <a:pt x="163252" y="121369"/>
                    <a:pt x="162843" y="120550"/>
                    <a:pt x="162210" y="119921"/>
                  </a:cubicBezTo>
                  <a:lnTo>
                    <a:pt x="160927" y="119921"/>
                  </a:lnTo>
                  <a:cubicBezTo>
                    <a:pt x="157288" y="121736"/>
                    <a:pt x="153323" y="122806"/>
                    <a:pt x="149266" y="123069"/>
                  </a:cubicBezTo>
                  <a:cubicBezTo>
                    <a:pt x="147646" y="123074"/>
                    <a:pt x="146035" y="122839"/>
                    <a:pt x="144484" y="122370"/>
                  </a:cubicBezTo>
                  <a:cubicBezTo>
                    <a:pt x="137091" y="118620"/>
                    <a:pt x="132811" y="110665"/>
                    <a:pt x="133756" y="102429"/>
                  </a:cubicBezTo>
                  <a:cubicBezTo>
                    <a:pt x="135182" y="93879"/>
                    <a:pt x="142581" y="87615"/>
                    <a:pt x="151248" y="87619"/>
                  </a:cubicBezTo>
                  <a:cubicBezTo>
                    <a:pt x="152716" y="87389"/>
                    <a:pt x="154211" y="87389"/>
                    <a:pt x="155679" y="87619"/>
                  </a:cubicBezTo>
                  <a:cubicBezTo>
                    <a:pt x="160804" y="89462"/>
                    <a:pt x="165462" y="92408"/>
                    <a:pt x="169323" y="96248"/>
                  </a:cubicBezTo>
                  <a:cubicBezTo>
                    <a:pt x="171966" y="99728"/>
                    <a:pt x="173907" y="103689"/>
                    <a:pt x="175037" y="107909"/>
                  </a:cubicBezTo>
                  <a:cubicBezTo>
                    <a:pt x="175737" y="109892"/>
                    <a:pt x="176320" y="111758"/>
                    <a:pt x="177020" y="113507"/>
                  </a:cubicBezTo>
                  <a:lnTo>
                    <a:pt x="214219" y="78523"/>
                  </a:lnTo>
                  <a:cubicBezTo>
                    <a:pt x="157662" y="24531"/>
                    <a:pt x="79297" y="11237"/>
                    <a:pt x="23323" y="9721"/>
                  </a:cubicBezTo>
                  <a:lnTo>
                    <a:pt x="0" y="8904"/>
                  </a:lnTo>
                  <a:lnTo>
                    <a:pt x="22623" y="4473"/>
                  </a:lnTo>
                  <a:cubicBezTo>
                    <a:pt x="63786" y="-3336"/>
                    <a:pt x="106238" y="-893"/>
                    <a:pt x="146234" y="11586"/>
                  </a:cubicBezTo>
                  <a:cubicBezTo>
                    <a:pt x="177736" y="22227"/>
                    <a:pt x="207137" y="38289"/>
                    <a:pt x="233111" y="59048"/>
                  </a:cubicBezTo>
                  <a:cubicBezTo>
                    <a:pt x="278272" y="20618"/>
                    <a:pt x="335915" y="8"/>
                    <a:pt x="395204" y="1091"/>
                  </a:cubicBezTo>
                  <a:cubicBezTo>
                    <a:pt x="411134" y="1085"/>
                    <a:pt x="427027" y="2608"/>
                    <a:pt x="442666" y="5639"/>
                  </a:cubicBezTo>
                  <a:lnTo>
                    <a:pt x="465989" y="10070"/>
                  </a:lnTo>
                  <a:lnTo>
                    <a:pt x="442666" y="10887"/>
                  </a:lnTo>
                  <a:cubicBezTo>
                    <a:pt x="386574" y="12403"/>
                    <a:pt x="308327" y="25697"/>
                    <a:pt x="251769" y="79689"/>
                  </a:cubicBezTo>
                  <a:lnTo>
                    <a:pt x="288852" y="114673"/>
                  </a:lnTo>
                  <a:cubicBezTo>
                    <a:pt x="289579" y="112844"/>
                    <a:pt x="290202" y="110975"/>
                    <a:pt x="290718" y="109076"/>
                  </a:cubicBezTo>
                  <a:cubicBezTo>
                    <a:pt x="291894" y="104872"/>
                    <a:pt x="293830" y="100919"/>
                    <a:pt x="296432" y="97414"/>
                  </a:cubicBezTo>
                  <a:cubicBezTo>
                    <a:pt x="301787" y="90885"/>
                    <a:pt x="310080" y="87507"/>
                    <a:pt x="318472" y="88435"/>
                  </a:cubicBezTo>
                  <a:cubicBezTo>
                    <a:pt x="323214" y="89529"/>
                    <a:pt x="327374" y="92357"/>
                    <a:pt x="330134" y="96365"/>
                  </a:cubicBezTo>
                  <a:cubicBezTo>
                    <a:pt x="332822" y="100281"/>
                    <a:pt x="333752" y="105143"/>
                    <a:pt x="332699" y="109775"/>
                  </a:cubicBezTo>
                  <a:cubicBezTo>
                    <a:pt x="331015" y="117922"/>
                    <a:pt x="323758" y="123708"/>
                    <a:pt x="315440" y="123536"/>
                  </a:cubicBezTo>
                  <a:cubicBezTo>
                    <a:pt x="311335" y="123381"/>
                    <a:pt x="307330" y="122220"/>
                    <a:pt x="303779" y="120154"/>
                  </a:cubicBezTo>
                  <a:cubicBezTo>
                    <a:pt x="302461" y="121429"/>
                    <a:pt x="301778" y="123223"/>
                    <a:pt x="301913" y="125052"/>
                  </a:cubicBezTo>
                  <a:cubicBezTo>
                    <a:pt x="306165" y="130638"/>
                    <a:pt x="312089" y="134724"/>
                    <a:pt x="318822" y="136713"/>
                  </a:cubicBezTo>
                  <a:cubicBezTo>
                    <a:pt x="325392" y="129115"/>
                    <a:pt x="336877" y="128280"/>
                    <a:pt x="344477" y="134847"/>
                  </a:cubicBezTo>
                  <a:cubicBezTo>
                    <a:pt x="345646" y="135900"/>
                    <a:pt x="346701" y="137073"/>
                    <a:pt x="347626" y="138346"/>
                  </a:cubicBezTo>
                  <a:cubicBezTo>
                    <a:pt x="350357" y="142425"/>
                    <a:pt x="351167" y="147495"/>
                    <a:pt x="349841" y="152223"/>
                  </a:cubicBezTo>
                  <a:cubicBezTo>
                    <a:pt x="348760" y="156683"/>
                    <a:pt x="345715" y="160414"/>
                    <a:pt x="341562" y="162368"/>
                  </a:cubicBezTo>
                  <a:cubicBezTo>
                    <a:pt x="337384" y="164106"/>
                    <a:pt x="332909" y="165017"/>
                    <a:pt x="328384" y="165050"/>
                  </a:cubicBezTo>
                  <a:cubicBezTo>
                    <a:pt x="313155" y="163488"/>
                    <a:pt x="298858" y="156975"/>
                    <a:pt x="287686" y="146509"/>
                  </a:cubicBezTo>
                  <a:cubicBezTo>
                    <a:pt x="280623" y="156962"/>
                    <a:pt x="269232" y="163685"/>
                    <a:pt x="256667" y="164817"/>
                  </a:cubicBezTo>
                  <a:cubicBezTo>
                    <a:pt x="249522" y="164802"/>
                    <a:pt x="242828" y="161324"/>
                    <a:pt x="238708" y="155488"/>
                  </a:cubicBezTo>
                  <a:cubicBezTo>
                    <a:pt x="236066" y="151595"/>
                    <a:pt x="235177" y="146773"/>
                    <a:pt x="236259" y="142194"/>
                  </a:cubicBezTo>
                  <a:cubicBezTo>
                    <a:pt x="238061" y="134024"/>
                    <a:pt x="245052" y="128032"/>
                    <a:pt x="253402" y="127501"/>
                  </a:cubicBezTo>
                  <a:cubicBezTo>
                    <a:pt x="254667" y="127515"/>
                    <a:pt x="255924" y="127711"/>
                    <a:pt x="257133" y="128084"/>
                  </a:cubicBezTo>
                  <a:cubicBezTo>
                    <a:pt x="261980" y="128503"/>
                    <a:pt x="266324" y="131240"/>
                    <a:pt x="268795" y="135430"/>
                  </a:cubicBezTo>
                  <a:cubicBezTo>
                    <a:pt x="269718" y="137099"/>
                    <a:pt x="270085" y="139019"/>
                    <a:pt x="269844" y="140911"/>
                  </a:cubicBezTo>
                  <a:cubicBezTo>
                    <a:pt x="271366" y="140247"/>
                    <a:pt x="272691" y="139203"/>
                    <a:pt x="273692" y="137879"/>
                  </a:cubicBezTo>
                  <a:cubicBezTo>
                    <a:pt x="266505" y="126284"/>
                    <a:pt x="257020" y="116283"/>
                    <a:pt x="245822" y="108492"/>
                  </a:cubicBezTo>
                  <a:cubicBezTo>
                    <a:pt x="241507" y="105111"/>
                    <a:pt x="237192" y="101612"/>
                    <a:pt x="232994" y="97764"/>
                  </a:cubicBezTo>
                  <a:cubicBezTo>
                    <a:pt x="228900" y="101889"/>
                    <a:pt x="224579" y="105782"/>
                    <a:pt x="220050" y="109425"/>
                  </a:cubicBezTo>
                  <a:cubicBezTo>
                    <a:pt x="209145" y="117647"/>
                    <a:pt x="199551" y="127477"/>
                    <a:pt x="191596" y="138579"/>
                  </a:cubicBezTo>
                  <a:cubicBezTo>
                    <a:pt x="192698" y="140104"/>
                    <a:pt x="194313" y="141181"/>
                    <a:pt x="196144" y="141611"/>
                  </a:cubicBezTo>
                  <a:cubicBezTo>
                    <a:pt x="196538" y="140758"/>
                    <a:pt x="196812" y="139856"/>
                    <a:pt x="196961" y="138929"/>
                  </a:cubicBezTo>
                  <a:cubicBezTo>
                    <a:pt x="197411" y="135589"/>
                    <a:pt x="199454" y="132676"/>
                    <a:pt x="202441" y="131116"/>
                  </a:cubicBezTo>
                  <a:cubicBezTo>
                    <a:pt x="207642" y="128315"/>
                    <a:pt x="213786" y="127849"/>
                    <a:pt x="219350" y="129833"/>
                  </a:cubicBezTo>
                  <a:cubicBezTo>
                    <a:pt x="226605" y="133701"/>
                    <a:pt x="230765" y="141604"/>
                    <a:pt x="229846" y="149774"/>
                  </a:cubicBezTo>
                  <a:cubicBezTo>
                    <a:pt x="226883" y="160504"/>
                    <a:pt x="216171" y="167155"/>
                    <a:pt x="205240" y="165050"/>
                  </a:cubicBezTo>
                  <a:cubicBezTo>
                    <a:pt x="194218" y="162839"/>
                    <a:pt x="184503" y="156390"/>
                    <a:pt x="178186" y="147092"/>
                  </a:cubicBezTo>
                  <a:cubicBezTo>
                    <a:pt x="166379" y="158250"/>
                    <a:pt x="151115" y="165039"/>
                    <a:pt x="134922" y="166333"/>
                  </a:cubicBezTo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AFDCA696-22CA-F84E-81A9-0CE743941094}"/>
                </a:ext>
              </a:extLst>
            </p:cNvPr>
            <p:cNvSpPr/>
            <p:nvPr/>
          </p:nvSpPr>
          <p:spPr>
            <a:xfrm>
              <a:off x="10775306" y="675573"/>
              <a:ext cx="311825" cy="395178"/>
            </a:xfrm>
            <a:custGeom>
              <a:avLst/>
              <a:gdLst>
                <a:gd name="connsiteX0" fmla="*/ 302146 w 311825"/>
                <a:gd name="connsiteY0" fmla="*/ 106443 h 395178"/>
                <a:gd name="connsiteX1" fmla="*/ 311825 w 311825"/>
                <a:gd name="connsiteY1" fmla="*/ 113789 h 395178"/>
                <a:gd name="connsiteX2" fmla="*/ 304828 w 311825"/>
                <a:gd name="connsiteY2" fmla="*/ 103644 h 395178"/>
                <a:gd name="connsiteX3" fmla="*/ 193695 w 311825"/>
                <a:gd name="connsiteY3" fmla="*/ 37757 h 395178"/>
                <a:gd name="connsiteX4" fmla="*/ 210488 w 311825"/>
                <a:gd name="connsiteY4" fmla="*/ 26096 h 395178"/>
                <a:gd name="connsiteX5" fmla="*/ 215969 w 311825"/>
                <a:gd name="connsiteY5" fmla="*/ 23997 h 395178"/>
                <a:gd name="connsiteX6" fmla="*/ 210255 w 311825"/>
                <a:gd name="connsiteY6" fmla="*/ 22364 h 395178"/>
                <a:gd name="connsiteX7" fmla="*/ 166758 w 311825"/>
                <a:gd name="connsiteY7" fmla="*/ 28428 h 395178"/>
                <a:gd name="connsiteX8" fmla="*/ 155680 w 311825"/>
                <a:gd name="connsiteY8" fmla="*/ 207 h 395178"/>
                <a:gd name="connsiteX9" fmla="*/ 153347 w 311825"/>
                <a:gd name="connsiteY9" fmla="*/ 207 h 395178"/>
                <a:gd name="connsiteX10" fmla="*/ 139587 w 311825"/>
                <a:gd name="connsiteY10" fmla="*/ 29011 h 395178"/>
                <a:gd name="connsiteX11" fmla="*/ 97256 w 311825"/>
                <a:gd name="connsiteY11" fmla="*/ 23997 h 395178"/>
                <a:gd name="connsiteX12" fmla="*/ 92941 w 311825"/>
                <a:gd name="connsiteY12" fmla="*/ 26212 h 395178"/>
                <a:gd name="connsiteX13" fmla="*/ 97489 w 311825"/>
                <a:gd name="connsiteY13" fmla="*/ 27612 h 395178"/>
                <a:gd name="connsiteX14" fmla="*/ 112882 w 311825"/>
                <a:gd name="connsiteY14" fmla="*/ 39273 h 395178"/>
                <a:gd name="connsiteX15" fmla="*/ 4198 w 311825"/>
                <a:gd name="connsiteY15" fmla="*/ 99912 h 395178"/>
                <a:gd name="connsiteX16" fmla="*/ 0 w 311825"/>
                <a:gd name="connsiteY16" fmla="*/ 105743 h 395178"/>
                <a:gd name="connsiteX17" fmla="*/ 2915 w 311825"/>
                <a:gd name="connsiteY17" fmla="*/ 108308 h 395178"/>
                <a:gd name="connsiteX18" fmla="*/ 91075 w 311825"/>
                <a:gd name="connsiteY18" fmla="*/ 79621 h 395178"/>
                <a:gd name="connsiteX19" fmla="*/ 5714 w 311825"/>
                <a:gd name="connsiteY19" fmla="*/ 198451 h 395178"/>
                <a:gd name="connsiteX20" fmla="*/ 3382 w 311825"/>
                <a:gd name="connsiteY20" fmla="*/ 208946 h 395178"/>
                <a:gd name="connsiteX21" fmla="*/ 8979 w 311825"/>
                <a:gd name="connsiteY21" fmla="*/ 199850 h 395178"/>
                <a:gd name="connsiteX22" fmla="*/ 91192 w 311825"/>
                <a:gd name="connsiteY22" fmla="*/ 118221 h 395178"/>
                <a:gd name="connsiteX23" fmla="*/ 54925 w 311825"/>
                <a:gd name="connsiteY23" fmla="*/ 248478 h 395178"/>
                <a:gd name="connsiteX24" fmla="*/ 56908 w 311825"/>
                <a:gd name="connsiteY24" fmla="*/ 257224 h 395178"/>
                <a:gd name="connsiteX25" fmla="*/ 58773 w 311825"/>
                <a:gd name="connsiteY25" fmla="*/ 248478 h 395178"/>
                <a:gd name="connsiteX26" fmla="*/ 113349 w 311825"/>
                <a:gd name="connsiteY26" fmla="*/ 145625 h 395178"/>
                <a:gd name="connsiteX27" fmla="*/ 111599 w 311825"/>
                <a:gd name="connsiteY27" fmla="*/ 266553 h 395178"/>
                <a:gd name="connsiteX28" fmla="*/ 114865 w 311825"/>
                <a:gd name="connsiteY28" fmla="*/ 275416 h 395178"/>
                <a:gd name="connsiteX29" fmla="*/ 114865 w 311825"/>
                <a:gd name="connsiteY29" fmla="*/ 265854 h 395178"/>
                <a:gd name="connsiteX30" fmla="*/ 138187 w 311825"/>
                <a:gd name="connsiteY30" fmla="*/ 155070 h 395178"/>
                <a:gd name="connsiteX31" fmla="*/ 144601 w 311825"/>
                <a:gd name="connsiteY31" fmla="*/ 197285 h 395178"/>
                <a:gd name="connsiteX32" fmla="*/ 140753 w 311825"/>
                <a:gd name="connsiteY32" fmla="*/ 198451 h 395178"/>
                <a:gd name="connsiteX33" fmla="*/ 143435 w 311825"/>
                <a:gd name="connsiteY33" fmla="*/ 256758 h 395178"/>
                <a:gd name="connsiteX34" fmla="*/ 138654 w 311825"/>
                <a:gd name="connsiteY34" fmla="*/ 256758 h 395178"/>
                <a:gd name="connsiteX35" fmla="*/ 143085 w 311825"/>
                <a:gd name="connsiteY35" fmla="*/ 316697 h 395178"/>
                <a:gd name="connsiteX36" fmla="*/ 137838 w 311825"/>
                <a:gd name="connsiteY36" fmla="*/ 317863 h 395178"/>
                <a:gd name="connsiteX37" fmla="*/ 137838 w 311825"/>
                <a:gd name="connsiteY37" fmla="*/ 319729 h 395178"/>
                <a:gd name="connsiteX38" fmla="*/ 142969 w 311825"/>
                <a:gd name="connsiteY38" fmla="*/ 378036 h 395178"/>
                <a:gd name="connsiteX39" fmla="*/ 127226 w 311825"/>
                <a:gd name="connsiteY39" fmla="*/ 391213 h 395178"/>
                <a:gd name="connsiteX40" fmla="*/ 127226 w 311825"/>
                <a:gd name="connsiteY40" fmla="*/ 395178 h 395178"/>
                <a:gd name="connsiteX41" fmla="*/ 178536 w 311825"/>
                <a:gd name="connsiteY41" fmla="*/ 395178 h 395178"/>
                <a:gd name="connsiteX42" fmla="*/ 178536 w 311825"/>
                <a:gd name="connsiteY42" fmla="*/ 391563 h 395178"/>
                <a:gd name="connsiteX43" fmla="*/ 163259 w 311825"/>
                <a:gd name="connsiteY43" fmla="*/ 379319 h 395178"/>
                <a:gd name="connsiteX44" fmla="*/ 168740 w 311825"/>
                <a:gd name="connsiteY44" fmla="*/ 316581 h 395178"/>
                <a:gd name="connsiteX45" fmla="*/ 163376 w 311825"/>
                <a:gd name="connsiteY45" fmla="*/ 316581 h 395178"/>
                <a:gd name="connsiteX46" fmla="*/ 167224 w 311825"/>
                <a:gd name="connsiteY46" fmla="*/ 255125 h 395178"/>
                <a:gd name="connsiteX47" fmla="*/ 163376 w 311825"/>
                <a:gd name="connsiteY47" fmla="*/ 255708 h 395178"/>
                <a:gd name="connsiteX48" fmla="*/ 165941 w 311825"/>
                <a:gd name="connsiteY48" fmla="*/ 197401 h 395178"/>
                <a:gd name="connsiteX49" fmla="*/ 161510 w 311825"/>
                <a:gd name="connsiteY49" fmla="*/ 197401 h 395178"/>
                <a:gd name="connsiteX50" fmla="*/ 166525 w 311825"/>
                <a:gd name="connsiteY50" fmla="*/ 154254 h 395178"/>
                <a:gd name="connsiteX51" fmla="*/ 192529 w 311825"/>
                <a:gd name="connsiteY51" fmla="*/ 263755 h 395178"/>
                <a:gd name="connsiteX52" fmla="*/ 193929 w 311825"/>
                <a:gd name="connsiteY52" fmla="*/ 278564 h 395178"/>
                <a:gd name="connsiteX53" fmla="*/ 196378 w 311825"/>
                <a:gd name="connsiteY53" fmla="*/ 263871 h 395178"/>
                <a:gd name="connsiteX54" fmla="*/ 192879 w 311825"/>
                <a:gd name="connsiteY54" fmla="*/ 140377 h 395178"/>
                <a:gd name="connsiteX55" fmla="*/ 248621 w 311825"/>
                <a:gd name="connsiteY55" fmla="*/ 247079 h 395178"/>
                <a:gd name="connsiteX56" fmla="*/ 251652 w 311825"/>
                <a:gd name="connsiteY56" fmla="*/ 258740 h 395178"/>
                <a:gd name="connsiteX57" fmla="*/ 252469 w 311825"/>
                <a:gd name="connsiteY57" fmla="*/ 247079 h 395178"/>
                <a:gd name="connsiteX58" fmla="*/ 213053 w 311825"/>
                <a:gd name="connsiteY58" fmla="*/ 115772 h 395178"/>
                <a:gd name="connsiteX59" fmla="*/ 258183 w 311825"/>
                <a:gd name="connsiteY59" fmla="*/ 147374 h 395178"/>
                <a:gd name="connsiteX60" fmla="*/ 296899 w 311825"/>
                <a:gd name="connsiteY60" fmla="*/ 198451 h 395178"/>
                <a:gd name="connsiteX61" fmla="*/ 301563 w 311825"/>
                <a:gd name="connsiteY61" fmla="*/ 207547 h 395178"/>
                <a:gd name="connsiteX62" fmla="*/ 300863 w 311825"/>
                <a:gd name="connsiteY62" fmla="*/ 196935 h 395178"/>
                <a:gd name="connsiteX63" fmla="*/ 216552 w 311825"/>
                <a:gd name="connsiteY63" fmla="*/ 78572 h 395178"/>
                <a:gd name="connsiteX64" fmla="*/ 302263 w 311825"/>
                <a:gd name="connsiteY64" fmla="*/ 106676 h 395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311825" h="395178">
                  <a:moveTo>
                    <a:pt x="302146" y="106443"/>
                  </a:moveTo>
                  <a:lnTo>
                    <a:pt x="311825" y="113789"/>
                  </a:lnTo>
                  <a:lnTo>
                    <a:pt x="304828" y="103644"/>
                  </a:lnTo>
                  <a:cubicBezTo>
                    <a:pt x="259932" y="38224"/>
                    <a:pt x="209555" y="36358"/>
                    <a:pt x="193695" y="37757"/>
                  </a:cubicBezTo>
                  <a:cubicBezTo>
                    <a:pt x="198362" y="32676"/>
                    <a:pt x="204097" y="28693"/>
                    <a:pt x="210488" y="26096"/>
                  </a:cubicBezTo>
                  <a:lnTo>
                    <a:pt x="215969" y="23997"/>
                  </a:lnTo>
                  <a:lnTo>
                    <a:pt x="210255" y="22364"/>
                  </a:lnTo>
                  <a:cubicBezTo>
                    <a:pt x="195676" y="16787"/>
                    <a:pt x="179256" y="19076"/>
                    <a:pt x="166758" y="28428"/>
                  </a:cubicBezTo>
                  <a:cubicBezTo>
                    <a:pt x="165442" y="18253"/>
                    <a:pt x="161636" y="8560"/>
                    <a:pt x="155680" y="207"/>
                  </a:cubicBezTo>
                  <a:cubicBezTo>
                    <a:pt x="154927" y="-69"/>
                    <a:pt x="154100" y="-69"/>
                    <a:pt x="153347" y="207"/>
                  </a:cubicBezTo>
                  <a:cubicBezTo>
                    <a:pt x="149499" y="1024"/>
                    <a:pt x="142852" y="11869"/>
                    <a:pt x="139587" y="29011"/>
                  </a:cubicBezTo>
                  <a:cubicBezTo>
                    <a:pt x="127617" y="19334"/>
                    <a:pt x="111155" y="17384"/>
                    <a:pt x="97256" y="23997"/>
                  </a:cubicBezTo>
                  <a:lnTo>
                    <a:pt x="92941" y="26212"/>
                  </a:lnTo>
                  <a:lnTo>
                    <a:pt x="97489" y="27612"/>
                  </a:lnTo>
                  <a:cubicBezTo>
                    <a:pt x="103635" y="29938"/>
                    <a:pt x="108979" y="33987"/>
                    <a:pt x="112882" y="39273"/>
                  </a:cubicBezTo>
                  <a:cubicBezTo>
                    <a:pt x="47345" y="40906"/>
                    <a:pt x="23439" y="73557"/>
                    <a:pt x="4198" y="99912"/>
                  </a:cubicBezTo>
                  <a:lnTo>
                    <a:pt x="0" y="105743"/>
                  </a:lnTo>
                  <a:lnTo>
                    <a:pt x="2915" y="108308"/>
                  </a:lnTo>
                  <a:cubicBezTo>
                    <a:pt x="29737" y="83003"/>
                    <a:pt x="71134" y="74374"/>
                    <a:pt x="91075" y="79621"/>
                  </a:cubicBezTo>
                  <a:cubicBezTo>
                    <a:pt x="67753" y="89300"/>
                    <a:pt x="21107" y="117987"/>
                    <a:pt x="5714" y="198451"/>
                  </a:cubicBezTo>
                  <a:lnTo>
                    <a:pt x="3382" y="208946"/>
                  </a:lnTo>
                  <a:lnTo>
                    <a:pt x="8979" y="199850"/>
                  </a:lnTo>
                  <a:cubicBezTo>
                    <a:pt x="35101" y="157519"/>
                    <a:pt x="60756" y="131864"/>
                    <a:pt x="91192" y="118221"/>
                  </a:cubicBezTo>
                  <a:cubicBezTo>
                    <a:pt x="71484" y="148657"/>
                    <a:pt x="44547" y="201366"/>
                    <a:pt x="54925" y="248478"/>
                  </a:cubicBezTo>
                  <a:lnTo>
                    <a:pt x="56908" y="257224"/>
                  </a:lnTo>
                  <a:lnTo>
                    <a:pt x="58773" y="248478"/>
                  </a:lnTo>
                  <a:cubicBezTo>
                    <a:pt x="67345" y="209895"/>
                    <a:pt x="86204" y="174353"/>
                    <a:pt x="113349" y="145625"/>
                  </a:cubicBezTo>
                  <a:cubicBezTo>
                    <a:pt x="101849" y="185036"/>
                    <a:pt x="101244" y="226826"/>
                    <a:pt x="111599" y="266553"/>
                  </a:cubicBezTo>
                  <a:lnTo>
                    <a:pt x="114865" y="275416"/>
                  </a:lnTo>
                  <a:lnTo>
                    <a:pt x="114865" y="265854"/>
                  </a:lnTo>
                  <a:cubicBezTo>
                    <a:pt x="117526" y="228032"/>
                    <a:pt x="125374" y="190755"/>
                    <a:pt x="138187" y="155070"/>
                  </a:cubicBezTo>
                  <a:lnTo>
                    <a:pt x="144601" y="197285"/>
                  </a:lnTo>
                  <a:lnTo>
                    <a:pt x="140753" y="198451"/>
                  </a:lnTo>
                  <a:lnTo>
                    <a:pt x="143435" y="256758"/>
                  </a:lnTo>
                  <a:lnTo>
                    <a:pt x="138654" y="256758"/>
                  </a:lnTo>
                  <a:lnTo>
                    <a:pt x="143085" y="316697"/>
                  </a:lnTo>
                  <a:lnTo>
                    <a:pt x="137838" y="317863"/>
                  </a:lnTo>
                  <a:lnTo>
                    <a:pt x="137838" y="319729"/>
                  </a:lnTo>
                  <a:cubicBezTo>
                    <a:pt x="137838" y="319729"/>
                    <a:pt x="141569" y="357512"/>
                    <a:pt x="142969" y="378036"/>
                  </a:cubicBezTo>
                  <a:cubicBezTo>
                    <a:pt x="137111" y="381644"/>
                    <a:pt x="131809" y="386083"/>
                    <a:pt x="127226" y="391213"/>
                  </a:cubicBezTo>
                  <a:lnTo>
                    <a:pt x="127226" y="395178"/>
                  </a:lnTo>
                  <a:lnTo>
                    <a:pt x="178536" y="395178"/>
                  </a:lnTo>
                  <a:lnTo>
                    <a:pt x="178536" y="391563"/>
                  </a:lnTo>
                  <a:cubicBezTo>
                    <a:pt x="174191" y="386628"/>
                    <a:pt x="169022" y="382485"/>
                    <a:pt x="163259" y="379319"/>
                  </a:cubicBezTo>
                  <a:lnTo>
                    <a:pt x="168740" y="316581"/>
                  </a:lnTo>
                  <a:lnTo>
                    <a:pt x="163376" y="316581"/>
                  </a:lnTo>
                  <a:lnTo>
                    <a:pt x="167224" y="255125"/>
                  </a:lnTo>
                  <a:lnTo>
                    <a:pt x="163376" y="255708"/>
                  </a:lnTo>
                  <a:lnTo>
                    <a:pt x="165941" y="197401"/>
                  </a:lnTo>
                  <a:lnTo>
                    <a:pt x="161510" y="197401"/>
                  </a:lnTo>
                  <a:cubicBezTo>
                    <a:pt x="162326" y="192154"/>
                    <a:pt x="164425" y="178277"/>
                    <a:pt x="166525" y="154254"/>
                  </a:cubicBezTo>
                  <a:cubicBezTo>
                    <a:pt x="178186" y="173495"/>
                    <a:pt x="187282" y="213611"/>
                    <a:pt x="192529" y="263755"/>
                  </a:cubicBezTo>
                  <a:lnTo>
                    <a:pt x="193929" y="278564"/>
                  </a:lnTo>
                  <a:lnTo>
                    <a:pt x="196378" y="263871"/>
                  </a:lnTo>
                  <a:cubicBezTo>
                    <a:pt x="203269" y="222872"/>
                    <a:pt x="202080" y="180921"/>
                    <a:pt x="192879" y="140377"/>
                  </a:cubicBezTo>
                  <a:cubicBezTo>
                    <a:pt x="218214" y="171986"/>
                    <a:pt x="237147" y="208229"/>
                    <a:pt x="248621" y="247079"/>
                  </a:cubicBezTo>
                  <a:lnTo>
                    <a:pt x="251652" y="258740"/>
                  </a:lnTo>
                  <a:lnTo>
                    <a:pt x="252469" y="247079"/>
                  </a:lnTo>
                  <a:cubicBezTo>
                    <a:pt x="257368" y="199805"/>
                    <a:pt x="243178" y="152532"/>
                    <a:pt x="213053" y="115772"/>
                  </a:cubicBezTo>
                  <a:cubicBezTo>
                    <a:pt x="230388" y="122582"/>
                    <a:pt x="245856" y="133413"/>
                    <a:pt x="258183" y="147374"/>
                  </a:cubicBezTo>
                  <a:cubicBezTo>
                    <a:pt x="273324" y="162583"/>
                    <a:pt x="286347" y="179763"/>
                    <a:pt x="296899" y="198451"/>
                  </a:cubicBezTo>
                  <a:lnTo>
                    <a:pt x="301563" y="207547"/>
                  </a:lnTo>
                  <a:lnTo>
                    <a:pt x="300863" y="196935"/>
                  </a:lnTo>
                  <a:cubicBezTo>
                    <a:pt x="295181" y="145532"/>
                    <a:pt x="263276" y="100741"/>
                    <a:pt x="216552" y="78572"/>
                  </a:cubicBezTo>
                  <a:cubicBezTo>
                    <a:pt x="245822" y="72974"/>
                    <a:pt x="288852" y="96647"/>
                    <a:pt x="302263" y="106676"/>
                  </a:cubicBezTo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66CD805A-A70A-EB4B-AD71-932BF8FE65D5}"/>
                </a:ext>
              </a:extLst>
            </p:cNvPr>
            <p:cNvSpPr/>
            <p:nvPr/>
          </p:nvSpPr>
          <p:spPr>
            <a:xfrm>
              <a:off x="10963404" y="879272"/>
              <a:ext cx="404161" cy="187521"/>
            </a:xfrm>
            <a:custGeom>
              <a:avLst/>
              <a:gdLst>
                <a:gd name="connsiteX0" fmla="*/ 403717 w 404161"/>
                <a:gd name="connsiteY0" fmla="*/ 131074 h 187521"/>
                <a:gd name="connsiteX1" fmla="*/ 360220 w 404161"/>
                <a:gd name="connsiteY1" fmla="*/ 131074 h 187521"/>
                <a:gd name="connsiteX2" fmla="*/ 360220 w 404161"/>
                <a:gd name="connsiteY2" fmla="*/ 55508 h 187521"/>
                <a:gd name="connsiteX3" fmla="*/ 334681 w 404161"/>
                <a:gd name="connsiteY3" fmla="*/ 55508 h 187521"/>
                <a:gd name="connsiteX4" fmla="*/ 334681 w 404161"/>
                <a:gd name="connsiteY4" fmla="*/ 16676 h 187521"/>
                <a:gd name="connsiteX5" fmla="*/ 304828 w 404161"/>
                <a:gd name="connsiteY5" fmla="*/ 16676 h 187521"/>
                <a:gd name="connsiteX6" fmla="*/ 304828 w 404161"/>
                <a:gd name="connsiteY6" fmla="*/ 0 h 187521"/>
                <a:gd name="connsiteX7" fmla="*/ 243723 w 404161"/>
                <a:gd name="connsiteY7" fmla="*/ 0 h 187521"/>
                <a:gd name="connsiteX8" fmla="*/ 243723 w 404161"/>
                <a:gd name="connsiteY8" fmla="*/ 19591 h 187521"/>
                <a:gd name="connsiteX9" fmla="*/ 236376 w 404161"/>
                <a:gd name="connsiteY9" fmla="*/ 27521 h 187521"/>
                <a:gd name="connsiteX10" fmla="*/ 236376 w 404161"/>
                <a:gd name="connsiteY10" fmla="*/ 89676 h 187521"/>
                <a:gd name="connsiteX11" fmla="*/ 224715 w 404161"/>
                <a:gd name="connsiteY11" fmla="*/ 89676 h 187521"/>
                <a:gd name="connsiteX12" fmla="*/ 224715 w 404161"/>
                <a:gd name="connsiteY12" fmla="*/ 45946 h 187521"/>
                <a:gd name="connsiteX13" fmla="*/ 208505 w 404161"/>
                <a:gd name="connsiteY13" fmla="*/ 27404 h 187521"/>
                <a:gd name="connsiteX14" fmla="*/ 194978 w 404161"/>
                <a:gd name="connsiteY14" fmla="*/ 27404 h 187521"/>
                <a:gd name="connsiteX15" fmla="*/ 194978 w 404161"/>
                <a:gd name="connsiteY15" fmla="*/ 9446 h 187521"/>
                <a:gd name="connsiteX16" fmla="*/ 146584 w 404161"/>
                <a:gd name="connsiteY16" fmla="*/ 9446 h 187521"/>
                <a:gd name="connsiteX17" fmla="*/ 146584 w 404161"/>
                <a:gd name="connsiteY17" fmla="*/ 124077 h 187521"/>
                <a:gd name="connsiteX18" fmla="*/ 134106 w 404161"/>
                <a:gd name="connsiteY18" fmla="*/ 124077 h 187521"/>
                <a:gd name="connsiteX19" fmla="*/ 134106 w 404161"/>
                <a:gd name="connsiteY19" fmla="*/ 81630 h 187521"/>
                <a:gd name="connsiteX20" fmla="*/ 75799 w 404161"/>
                <a:gd name="connsiteY20" fmla="*/ 81630 h 187521"/>
                <a:gd name="connsiteX21" fmla="*/ 75799 w 404161"/>
                <a:gd name="connsiteY21" fmla="*/ 124077 h 187521"/>
                <a:gd name="connsiteX22" fmla="*/ 0 w 404161"/>
                <a:gd name="connsiteY22" fmla="*/ 124077 h 187521"/>
                <a:gd name="connsiteX23" fmla="*/ 0 w 404161"/>
                <a:gd name="connsiteY23" fmla="*/ 136905 h 187521"/>
                <a:gd name="connsiteX24" fmla="*/ 88393 w 404161"/>
                <a:gd name="connsiteY24" fmla="*/ 136905 h 187521"/>
                <a:gd name="connsiteX25" fmla="*/ 88393 w 404161"/>
                <a:gd name="connsiteY25" fmla="*/ 94574 h 187521"/>
                <a:gd name="connsiteX26" fmla="*/ 121745 w 404161"/>
                <a:gd name="connsiteY26" fmla="*/ 94574 h 187521"/>
                <a:gd name="connsiteX27" fmla="*/ 121745 w 404161"/>
                <a:gd name="connsiteY27" fmla="*/ 136905 h 187521"/>
                <a:gd name="connsiteX28" fmla="*/ 159411 w 404161"/>
                <a:gd name="connsiteY28" fmla="*/ 136905 h 187521"/>
                <a:gd name="connsiteX29" fmla="*/ 159411 w 404161"/>
                <a:gd name="connsiteY29" fmla="*/ 22506 h 187521"/>
                <a:gd name="connsiteX30" fmla="*/ 182734 w 404161"/>
                <a:gd name="connsiteY30" fmla="*/ 22506 h 187521"/>
                <a:gd name="connsiteX31" fmla="*/ 182734 w 404161"/>
                <a:gd name="connsiteY31" fmla="*/ 40232 h 187521"/>
                <a:gd name="connsiteX32" fmla="*/ 203374 w 404161"/>
                <a:gd name="connsiteY32" fmla="*/ 40232 h 187521"/>
                <a:gd name="connsiteX33" fmla="*/ 212587 w 404161"/>
                <a:gd name="connsiteY33" fmla="*/ 50844 h 187521"/>
                <a:gd name="connsiteX34" fmla="*/ 212587 w 404161"/>
                <a:gd name="connsiteY34" fmla="*/ 102970 h 187521"/>
                <a:gd name="connsiteX35" fmla="*/ 249553 w 404161"/>
                <a:gd name="connsiteY35" fmla="*/ 102970 h 187521"/>
                <a:gd name="connsiteX36" fmla="*/ 249553 w 404161"/>
                <a:gd name="connsiteY36" fmla="*/ 33002 h 187521"/>
                <a:gd name="connsiteX37" fmla="*/ 256783 w 404161"/>
                <a:gd name="connsiteY37" fmla="*/ 24722 h 187521"/>
                <a:gd name="connsiteX38" fmla="*/ 256783 w 404161"/>
                <a:gd name="connsiteY38" fmla="*/ 12361 h 187521"/>
                <a:gd name="connsiteX39" fmla="*/ 293167 w 404161"/>
                <a:gd name="connsiteY39" fmla="*/ 12361 h 187521"/>
                <a:gd name="connsiteX40" fmla="*/ 293167 w 404161"/>
                <a:gd name="connsiteY40" fmla="*/ 29037 h 187521"/>
                <a:gd name="connsiteX41" fmla="*/ 322903 w 404161"/>
                <a:gd name="connsiteY41" fmla="*/ 29037 h 187521"/>
                <a:gd name="connsiteX42" fmla="*/ 322903 w 404161"/>
                <a:gd name="connsiteY42" fmla="*/ 68336 h 187521"/>
                <a:gd name="connsiteX43" fmla="*/ 348442 w 404161"/>
                <a:gd name="connsiteY43" fmla="*/ 68336 h 187521"/>
                <a:gd name="connsiteX44" fmla="*/ 348442 w 404161"/>
                <a:gd name="connsiteY44" fmla="*/ 144135 h 187521"/>
                <a:gd name="connsiteX45" fmla="*/ 391705 w 404161"/>
                <a:gd name="connsiteY45" fmla="*/ 144135 h 187521"/>
                <a:gd name="connsiteX46" fmla="*/ 390073 w 404161"/>
                <a:gd name="connsiteY46" fmla="*/ 174921 h 187521"/>
                <a:gd name="connsiteX47" fmla="*/ 401035 w 404161"/>
                <a:gd name="connsiteY47" fmla="*/ 187515 h 187521"/>
                <a:gd name="connsiteX48" fmla="*/ 403717 w 404161"/>
                <a:gd name="connsiteY48" fmla="*/ 131074 h 187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04161" h="187521">
                  <a:moveTo>
                    <a:pt x="403717" y="131074"/>
                  </a:moveTo>
                  <a:lnTo>
                    <a:pt x="360220" y="131074"/>
                  </a:lnTo>
                  <a:lnTo>
                    <a:pt x="360220" y="55508"/>
                  </a:lnTo>
                  <a:lnTo>
                    <a:pt x="334681" y="55508"/>
                  </a:lnTo>
                  <a:lnTo>
                    <a:pt x="334681" y="16676"/>
                  </a:lnTo>
                  <a:lnTo>
                    <a:pt x="304828" y="16676"/>
                  </a:lnTo>
                  <a:lnTo>
                    <a:pt x="304828" y="0"/>
                  </a:lnTo>
                  <a:lnTo>
                    <a:pt x="243723" y="0"/>
                  </a:lnTo>
                  <a:lnTo>
                    <a:pt x="243723" y="19591"/>
                  </a:lnTo>
                  <a:lnTo>
                    <a:pt x="236376" y="27521"/>
                  </a:lnTo>
                  <a:lnTo>
                    <a:pt x="236376" y="89676"/>
                  </a:lnTo>
                  <a:lnTo>
                    <a:pt x="224715" y="89676"/>
                  </a:lnTo>
                  <a:lnTo>
                    <a:pt x="224715" y="45946"/>
                  </a:lnTo>
                  <a:lnTo>
                    <a:pt x="208505" y="27404"/>
                  </a:lnTo>
                  <a:lnTo>
                    <a:pt x="194978" y="27404"/>
                  </a:lnTo>
                  <a:lnTo>
                    <a:pt x="194978" y="9446"/>
                  </a:lnTo>
                  <a:lnTo>
                    <a:pt x="146584" y="9446"/>
                  </a:lnTo>
                  <a:lnTo>
                    <a:pt x="146584" y="124077"/>
                  </a:lnTo>
                  <a:lnTo>
                    <a:pt x="134106" y="124077"/>
                  </a:lnTo>
                  <a:lnTo>
                    <a:pt x="134106" y="81630"/>
                  </a:lnTo>
                  <a:lnTo>
                    <a:pt x="75799" y="81630"/>
                  </a:lnTo>
                  <a:lnTo>
                    <a:pt x="75799" y="124077"/>
                  </a:lnTo>
                  <a:lnTo>
                    <a:pt x="0" y="124077"/>
                  </a:lnTo>
                  <a:lnTo>
                    <a:pt x="0" y="136905"/>
                  </a:lnTo>
                  <a:lnTo>
                    <a:pt x="88393" y="136905"/>
                  </a:lnTo>
                  <a:lnTo>
                    <a:pt x="88393" y="94574"/>
                  </a:lnTo>
                  <a:lnTo>
                    <a:pt x="121745" y="94574"/>
                  </a:lnTo>
                  <a:lnTo>
                    <a:pt x="121745" y="136905"/>
                  </a:lnTo>
                  <a:lnTo>
                    <a:pt x="159411" y="136905"/>
                  </a:lnTo>
                  <a:lnTo>
                    <a:pt x="159411" y="22506"/>
                  </a:lnTo>
                  <a:lnTo>
                    <a:pt x="182734" y="22506"/>
                  </a:lnTo>
                  <a:lnTo>
                    <a:pt x="182734" y="40232"/>
                  </a:lnTo>
                  <a:lnTo>
                    <a:pt x="203374" y="40232"/>
                  </a:lnTo>
                  <a:lnTo>
                    <a:pt x="212587" y="50844"/>
                  </a:lnTo>
                  <a:lnTo>
                    <a:pt x="212587" y="102970"/>
                  </a:lnTo>
                  <a:lnTo>
                    <a:pt x="249553" y="102970"/>
                  </a:lnTo>
                  <a:lnTo>
                    <a:pt x="249553" y="33002"/>
                  </a:lnTo>
                  <a:lnTo>
                    <a:pt x="256783" y="24722"/>
                  </a:lnTo>
                  <a:lnTo>
                    <a:pt x="256783" y="12361"/>
                  </a:lnTo>
                  <a:lnTo>
                    <a:pt x="293167" y="12361"/>
                  </a:lnTo>
                  <a:lnTo>
                    <a:pt x="293167" y="29037"/>
                  </a:lnTo>
                  <a:lnTo>
                    <a:pt x="322903" y="29037"/>
                  </a:lnTo>
                  <a:lnTo>
                    <a:pt x="322903" y="68336"/>
                  </a:lnTo>
                  <a:lnTo>
                    <a:pt x="348442" y="68336"/>
                  </a:lnTo>
                  <a:lnTo>
                    <a:pt x="348442" y="144135"/>
                  </a:lnTo>
                  <a:lnTo>
                    <a:pt x="391705" y="144135"/>
                  </a:lnTo>
                  <a:cubicBezTo>
                    <a:pt x="392209" y="154425"/>
                    <a:pt x="391662" y="164741"/>
                    <a:pt x="390073" y="174921"/>
                  </a:cubicBezTo>
                  <a:cubicBezTo>
                    <a:pt x="390073" y="174921"/>
                    <a:pt x="400918" y="187865"/>
                    <a:pt x="401035" y="187515"/>
                  </a:cubicBezTo>
                  <a:cubicBezTo>
                    <a:pt x="403902" y="168847"/>
                    <a:pt x="404801" y="149930"/>
                    <a:pt x="403717" y="131074"/>
                  </a:cubicBez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DE07D9C0-BB52-884D-AEB5-265A39EB82A4}"/>
                </a:ext>
              </a:extLst>
            </p:cNvPr>
            <p:cNvSpPr/>
            <p:nvPr/>
          </p:nvSpPr>
          <p:spPr>
            <a:xfrm>
              <a:off x="10496303" y="852450"/>
              <a:ext cx="401097" cy="221449"/>
            </a:xfrm>
            <a:custGeom>
              <a:avLst/>
              <a:gdLst>
                <a:gd name="connsiteX0" fmla="*/ 316902 w 401097"/>
                <a:gd name="connsiteY0" fmla="*/ 100638 h 221449"/>
                <a:gd name="connsiteX1" fmla="*/ 302209 w 401097"/>
                <a:gd name="connsiteY1" fmla="*/ 81630 h 221449"/>
                <a:gd name="connsiteX2" fmla="*/ 261278 w 401097"/>
                <a:gd name="connsiteY2" fmla="*/ 81630 h 221449"/>
                <a:gd name="connsiteX3" fmla="*/ 261278 w 401097"/>
                <a:gd name="connsiteY3" fmla="*/ 125943 h 221449"/>
                <a:gd name="connsiteX4" fmla="*/ 230842 w 401097"/>
                <a:gd name="connsiteY4" fmla="*/ 125943 h 221449"/>
                <a:gd name="connsiteX5" fmla="*/ 230842 w 401097"/>
                <a:gd name="connsiteY5" fmla="*/ 80230 h 221449"/>
                <a:gd name="connsiteX6" fmla="*/ 212650 w 401097"/>
                <a:gd name="connsiteY6" fmla="*/ 80230 h 221449"/>
                <a:gd name="connsiteX7" fmla="*/ 212650 w 401097"/>
                <a:gd name="connsiteY7" fmla="*/ 55741 h 221449"/>
                <a:gd name="connsiteX8" fmla="*/ 157375 w 401097"/>
                <a:gd name="connsiteY8" fmla="*/ 55741 h 221449"/>
                <a:gd name="connsiteX9" fmla="*/ 157375 w 401097"/>
                <a:gd name="connsiteY9" fmla="*/ 150782 h 221449"/>
                <a:gd name="connsiteX10" fmla="*/ 152477 w 401097"/>
                <a:gd name="connsiteY10" fmla="*/ 150782 h 221449"/>
                <a:gd name="connsiteX11" fmla="*/ 152477 w 401097"/>
                <a:gd name="connsiteY11" fmla="*/ 134222 h 221449"/>
                <a:gd name="connsiteX12" fmla="*/ 139066 w 401097"/>
                <a:gd name="connsiteY12" fmla="*/ 134222 h 221449"/>
                <a:gd name="connsiteX13" fmla="*/ 139066 w 401097"/>
                <a:gd name="connsiteY13" fmla="*/ 15859 h 221449"/>
                <a:gd name="connsiteX14" fmla="*/ 122391 w 401097"/>
                <a:gd name="connsiteY14" fmla="*/ 15859 h 221449"/>
                <a:gd name="connsiteX15" fmla="*/ 113062 w 401097"/>
                <a:gd name="connsiteY15" fmla="*/ 0 h 221449"/>
                <a:gd name="connsiteX16" fmla="*/ 80527 w 401097"/>
                <a:gd name="connsiteY16" fmla="*/ 0 h 221449"/>
                <a:gd name="connsiteX17" fmla="*/ 80527 w 401097"/>
                <a:gd name="connsiteY17" fmla="*/ 14927 h 221449"/>
                <a:gd name="connsiteX18" fmla="*/ 72597 w 401097"/>
                <a:gd name="connsiteY18" fmla="*/ 14927 h 221449"/>
                <a:gd name="connsiteX19" fmla="*/ 72597 w 401097"/>
                <a:gd name="connsiteY19" fmla="*/ 108218 h 221449"/>
                <a:gd name="connsiteX20" fmla="*/ 4494 w 401097"/>
                <a:gd name="connsiteY20" fmla="*/ 108218 h 221449"/>
                <a:gd name="connsiteX21" fmla="*/ 2862 w 401097"/>
                <a:gd name="connsiteY21" fmla="*/ 221450 h 221449"/>
                <a:gd name="connsiteX22" fmla="*/ 13590 w 401097"/>
                <a:gd name="connsiteY22" fmla="*/ 208855 h 221449"/>
                <a:gd name="connsiteX23" fmla="*/ 14406 w 401097"/>
                <a:gd name="connsiteY23" fmla="*/ 121045 h 221449"/>
                <a:gd name="connsiteX24" fmla="*/ 85541 w 401097"/>
                <a:gd name="connsiteY24" fmla="*/ 121045 h 221449"/>
                <a:gd name="connsiteX25" fmla="*/ 85541 w 401097"/>
                <a:gd name="connsiteY25" fmla="*/ 27521 h 221449"/>
                <a:gd name="connsiteX26" fmla="*/ 93004 w 401097"/>
                <a:gd name="connsiteY26" fmla="*/ 27521 h 221449"/>
                <a:gd name="connsiteX27" fmla="*/ 93004 w 401097"/>
                <a:gd name="connsiteY27" fmla="*/ 12594 h 221449"/>
                <a:gd name="connsiteX28" fmla="*/ 105948 w 401097"/>
                <a:gd name="connsiteY28" fmla="*/ 12594 h 221449"/>
                <a:gd name="connsiteX29" fmla="*/ 115277 w 401097"/>
                <a:gd name="connsiteY29" fmla="*/ 28337 h 221449"/>
                <a:gd name="connsiteX30" fmla="*/ 126939 w 401097"/>
                <a:gd name="connsiteY30" fmla="*/ 28337 h 221449"/>
                <a:gd name="connsiteX31" fmla="*/ 126939 w 401097"/>
                <a:gd name="connsiteY31" fmla="*/ 147167 h 221449"/>
                <a:gd name="connsiteX32" fmla="*/ 140116 w 401097"/>
                <a:gd name="connsiteY32" fmla="*/ 147167 h 221449"/>
                <a:gd name="connsiteX33" fmla="*/ 140116 w 401097"/>
                <a:gd name="connsiteY33" fmla="*/ 163726 h 221449"/>
                <a:gd name="connsiteX34" fmla="*/ 170319 w 401097"/>
                <a:gd name="connsiteY34" fmla="*/ 163726 h 221449"/>
                <a:gd name="connsiteX35" fmla="*/ 170319 w 401097"/>
                <a:gd name="connsiteY35" fmla="*/ 68802 h 221449"/>
                <a:gd name="connsiteX36" fmla="*/ 199822 w 401097"/>
                <a:gd name="connsiteY36" fmla="*/ 68802 h 221449"/>
                <a:gd name="connsiteX37" fmla="*/ 199822 w 401097"/>
                <a:gd name="connsiteY37" fmla="*/ 93174 h 221449"/>
                <a:gd name="connsiteX38" fmla="*/ 218014 w 401097"/>
                <a:gd name="connsiteY38" fmla="*/ 93174 h 221449"/>
                <a:gd name="connsiteX39" fmla="*/ 218014 w 401097"/>
                <a:gd name="connsiteY39" fmla="*/ 138887 h 221449"/>
                <a:gd name="connsiteX40" fmla="*/ 256613 w 401097"/>
                <a:gd name="connsiteY40" fmla="*/ 138887 h 221449"/>
                <a:gd name="connsiteX41" fmla="*/ 256613 w 401097"/>
                <a:gd name="connsiteY41" fmla="*/ 154163 h 221449"/>
                <a:gd name="connsiteX42" fmla="*/ 273989 w 401097"/>
                <a:gd name="connsiteY42" fmla="*/ 154163 h 221449"/>
                <a:gd name="connsiteX43" fmla="*/ 273989 w 401097"/>
                <a:gd name="connsiteY43" fmla="*/ 94457 h 221449"/>
                <a:gd name="connsiteX44" fmla="*/ 296262 w 401097"/>
                <a:gd name="connsiteY44" fmla="*/ 94457 h 221449"/>
                <a:gd name="connsiteX45" fmla="*/ 304192 w 401097"/>
                <a:gd name="connsiteY45" fmla="*/ 105069 h 221449"/>
                <a:gd name="connsiteX46" fmla="*/ 304192 w 401097"/>
                <a:gd name="connsiteY46" fmla="*/ 163376 h 221449"/>
                <a:gd name="connsiteX47" fmla="*/ 401098 w 401097"/>
                <a:gd name="connsiteY47" fmla="*/ 163376 h 221449"/>
                <a:gd name="connsiteX48" fmla="*/ 401098 w 401097"/>
                <a:gd name="connsiteY48" fmla="*/ 150548 h 221449"/>
                <a:gd name="connsiteX49" fmla="*/ 317252 w 401097"/>
                <a:gd name="connsiteY49" fmla="*/ 150548 h 22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401097" h="221449">
                  <a:moveTo>
                    <a:pt x="316902" y="100638"/>
                  </a:moveTo>
                  <a:lnTo>
                    <a:pt x="302209" y="81630"/>
                  </a:lnTo>
                  <a:lnTo>
                    <a:pt x="261278" y="81630"/>
                  </a:lnTo>
                  <a:lnTo>
                    <a:pt x="261278" y="125943"/>
                  </a:lnTo>
                  <a:lnTo>
                    <a:pt x="230842" y="125943"/>
                  </a:lnTo>
                  <a:lnTo>
                    <a:pt x="230842" y="80230"/>
                  </a:lnTo>
                  <a:lnTo>
                    <a:pt x="212650" y="80230"/>
                  </a:lnTo>
                  <a:lnTo>
                    <a:pt x="212650" y="55741"/>
                  </a:lnTo>
                  <a:lnTo>
                    <a:pt x="157375" y="55741"/>
                  </a:lnTo>
                  <a:lnTo>
                    <a:pt x="157375" y="150782"/>
                  </a:lnTo>
                  <a:lnTo>
                    <a:pt x="152477" y="150782"/>
                  </a:lnTo>
                  <a:lnTo>
                    <a:pt x="152477" y="134222"/>
                  </a:lnTo>
                  <a:lnTo>
                    <a:pt x="139066" y="134222"/>
                  </a:lnTo>
                  <a:lnTo>
                    <a:pt x="139066" y="15859"/>
                  </a:lnTo>
                  <a:lnTo>
                    <a:pt x="122391" y="15859"/>
                  </a:lnTo>
                  <a:lnTo>
                    <a:pt x="113062" y="0"/>
                  </a:lnTo>
                  <a:lnTo>
                    <a:pt x="80527" y="0"/>
                  </a:lnTo>
                  <a:lnTo>
                    <a:pt x="80527" y="14927"/>
                  </a:lnTo>
                  <a:lnTo>
                    <a:pt x="72597" y="14927"/>
                  </a:lnTo>
                  <a:lnTo>
                    <a:pt x="72597" y="108218"/>
                  </a:lnTo>
                  <a:lnTo>
                    <a:pt x="4494" y="108218"/>
                  </a:lnTo>
                  <a:cubicBezTo>
                    <a:pt x="-890" y="145736"/>
                    <a:pt x="-1439" y="183791"/>
                    <a:pt x="2862" y="221450"/>
                  </a:cubicBezTo>
                  <a:lnTo>
                    <a:pt x="13590" y="208855"/>
                  </a:lnTo>
                  <a:cubicBezTo>
                    <a:pt x="9392" y="192063"/>
                    <a:pt x="14406" y="121045"/>
                    <a:pt x="14406" y="121045"/>
                  </a:cubicBezTo>
                  <a:lnTo>
                    <a:pt x="85541" y="121045"/>
                  </a:lnTo>
                  <a:lnTo>
                    <a:pt x="85541" y="27521"/>
                  </a:lnTo>
                  <a:lnTo>
                    <a:pt x="93004" y="27521"/>
                  </a:lnTo>
                  <a:lnTo>
                    <a:pt x="93004" y="12594"/>
                  </a:lnTo>
                  <a:lnTo>
                    <a:pt x="105948" y="12594"/>
                  </a:lnTo>
                  <a:lnTo>
                    <a:pt x="115277" y="28337"/>
                  </a:lnTo>
                  <a:lnTo>
                    <a:pt x="126939" y="28337"/>
                  </a:lnTo>
                  <a:lnTo>
                    <a:pt x="126939" y="147167"/>
                  </a:lnTo>
                  <a:lnTo>
                    <a:pt x="140116" y="147167"/>
                  </a:lnTo>
                  <a:lnTo>
                    <a:pt x="140116" y="163726"/>
                  </a:lnTo>
                  <a:lnTo>
                    <a:pt x="170319" y="163726"/>
                  </a:lnTo>
                  <a:lnTo>
                    <a:pt x="170319" y="68802"/>
                  </a:lnTo>
                  <a:lnTo>
                    <a:pt x="199822" y="68802"/>
                  </a:lnTo>
                  <a:lnTo>
                    <a:pt x="199822" y="93174"/>
                  </a:lnTo>
                  <a:lnTo>
                    <a:pt x="218014" y="93174"/>
                  </a:lnTo>
                  <a:lnTo>
                    <a:pt x="218014" y="138887"/>
                  </a:lnTo>
                  <a:lnTo>
                    <a:pt x="256613" y="138887"/>
                  </a:lnTo>
                  <a:lnTo>
                    <a:pt x="256613" y="154163"/>
                  </a:lnTo>
                  <a:lnTo>
                    <a:pt x="273989" y="154163"/>
                  </a:lnTo>
                  <a:lnTo>
                    <a:pt x="273989" y="94457"/>
                  </a:lnTo>
                  <a:lnTo>
                    <a:pt x="296262" y="94457"/>
                  </a:lnTo>
                  <a:lnTo>
                    <a:pt x="304192" y="105069"/>
                  </a:lnTo>
                  <a:lnTo>
                    <a:pt x="304192" y="163376"/>
                  </a:lnTo>
                  <a:lnTo>
                    <a:pt x="401098" y="163376"/>
                  </a:lnTo>
                  <a:lnTo>
                    <a:pt x="401098" y="150548"/>
                  </a:lnTo>
                  <a:lnTo>
                    <a:pt x="317252" y="150548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C273E4C9-DADA-E847-9AAD-40DCB3CA12A3}"/>
                </a:ext>
              </a:extLst>
            </p:cNvPr>
            <p:cNvSpPr/>
            <p:nvPr/>
          </p:nvSpPr>
          <p:spPr>
            <a:xfrm rot="-1964400">
              <a:off x="11319526" y="1066724"/>
              <a:ext cx="69851" cy="69618"/>
            </a:xfrm>
            <a:custGeom>
              <a:avLst/>
              <a:gdLst>
                <a:gd name="connsiteX0" fmla="*/ 0 w 69851"/>
                <a:gd name="connsiteY0" fmla="*/ 0 h 69618"/>
                <a:gd name="connsiteX1" fmla="*/ 69852 w 69851"/>
                <a:gd name="connsiteY1" fmla="*/ 0 h 69618"/>
                <a:gd name="connsiteX2" fmla="*/ 69852 w 69851"/>
                <a:gd name="connsiteY2" fmla="*/ 69618 h 69618"/>
                <a:gd name="connsiteX3" fmla="*/ 0 w 69851"/>
                <a:gd name="connsiteY3" fmla="*/ 69618 h 69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851" h="69618">
                  <a:moveTo>
                    <a:pt x="0" y="0"/>
                  </a:moveTo>
                  <a:lnTo>
                    <a:pt x="69852" y="0"/>
                  </a:lnTo>
                  <a:lnTo>
                    <a:pt x="69852" y="69618"/>
                  </a:lnTo>
                  <a:lnTo>
                    <a:pt x="0" y="69618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ABD92827-1F4A-7843-A047-75C234A1E509}"/>
                </a:ext>
              </a:extLst>
            </p:cNvPr>
            <p:cNvSpPr/>
            <p:nvPr/>
          </p:nvSpPr>
          <p:spPr>
            <a:xfrm rot="-777000">
              <a:off x="11269954" y="1189537"/>
              <a:ext cx="68219" cy="68102"/>
            </a:xfrm>
            <a:custGeom>
              <a:avLst/>
              <a:gdLst>
                <a:gd name="connsiteX0" fmla="*/ 0 w 68219"/>
                <a:gd name="connsiteY0" fmla="*/ 0 h 68102"/>
                <a:gd name="connsiteX1" fmla="*/ 68219 w 68219"/>
                <a:gd name="connsiteY1" fmla="*/ 0 h 68102"/>
                <a:gd name="connsiteX2" fmla="*/ 68219 w 68219"/>
                <a:gd name="connsiteY2" fmla="*/ 68102 h 68102"/>
                <a:gd name="connsiteX3" fmla="*/ 0 w 68219"/>
                <a:gd name="connsiteY3" fmla="*/ 68102 h 6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219" h="68102">
                  <a:moveTo>
                    <a:pt x="0" y="0"/>
                  </a:moveTo>
                  <a:lnTo>
                    <a:pt x="68219" y="0"/>
                  </a:lnTo>
                  <a:lnTo>
                    <a:pt x="68219" y="68102"/>
                  </a:lnTo>
                  <a:lnTo>
                    <a:pt x="0" y="68102"/>
                  </a:lnTo>
                  <a:close/>
                </a:path>
              </a:pathLst>
            </a:custGeom>
            <a:solidFill>
              <a:srgbClr val="84B732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F39214EE-B706-5949-9030-34D9CE2148C9}"/>
                </a:ext>
              </a:extLst>
            </p:cNvPr>
            <p:cNvSpPr/>
            <p:nvPr/>
          </p:nvSpPr>
          <p:spPr>
            <a:xfrm>
              <a:off x="11206777" y="1274242"/>
              <a:ext cx="64720" cy="64604"/>
            </a:xfrm>
            <a:custGeom>
              <a:avLst/>
              <a:gdLst>
                <a:gd name="connsiteX0" fmla="*/ 0 w 64720"/>
                <a:gd name="connsiteY0" fmla="*/ 0 h 64604"/>
                <a:gd name="connsiteX1" fmla="*/ 64721 w 64720"/>
                <a:gd name="connsiteY1" fmla="*/ 0 h 64604"/>
                <a:gd name="connsiteX2" fmla="*/ 64721 w 64720"/>
                <a:gd name="connsiteY2" fmla="*/ 64604 h 64604"/>
                <a:gd name="connsiteX3" fmla="*/ 0 w 64720"/>
                <a:gd name="connsiteY3" fmla="*/ 64604 h 6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20" h="64604">
                  <a:moveTo>
                    <a:pt x="0" y="0"/>
                  </a:moveTo>
                  <a:lnTo>
                    <a:pt x="64721" y="0"/>
                  </a:lnTo>
                  <a:lnTo>
                    <a:pt x="64721" y="64604"/>
                  </a:lnTo>
                  <a:lnTo>
                    <a:pt x="0" y="64604"/>
                  </a:lnTo>
                  <a:close/>
                </a:path>
              </a:pathLst>
            </a:custGeom>
            <a:solidFill>
              <a:srgbClr val="A5D6D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AF8A7C50-73BF-0D44-9396-DF7E4282155A}"/>
                </a:ext>
              </a:extLst>
            </p:cNvPr>
            <p:cNvSpPr/>
            <p:nvPr/>
          </p:nvSpPr>
          <p:spPr>
            <a:xfrm rot="-2793600">
              <a:off x="10895274" y="1411078"/>
              <a:ext cx="73116" cy="72883"/>
            </a:xfrm>
            <a:custGeom>
              <a:avLst/>
              <a:gdLst>
                <a:gd name="connsiteX0" fmla="*/ 0 w 73116"/>
                <a:gd name="connsiteY0" fmla="*/ 0 h 72883"/>
                <a:gd name="connsiteX1" fmla="*/ 73117 w 73116"/>
                <a:gd name="connsiteY1" fmla="*/ 0 h 72883"/>
                <a:gd name="connsiteX2" fmla="*/ 73117 w 73116"/>
                <a:gd name="connsiteY2" fmla="*/ 72884 h 72883"/>
                <a:gd name="connsiteX3" fmla="*/ 0 w 73116"/>
                <a:gd name="connsiteY3" fmla="*/ 72884 h 72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116" h="72883">
                  <a:moveTo>
                    <a:pt x="0" y="0"/>
                  </a:moveTo>
                  <a:lnTo>
                    <a:pt x="73117" y="0"/>
                  </a:lnTo>
                  <a:lnTo>
                    <a:pt x="73117" y="72884"/>
                  </a:lnTo>
                  <a:lnTo>
                    <a:pt x="0" y="72884"/>
                  </a:lnTo>
                  <a:close/>
                </a:path>
              </a:pathLst>
            </a:custGeom>
            <a:solidFill>
              <a:srgbClr val="1A9B9E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CB721494-07F8-8A4F-B68E-1B4AE38EF4ED}"/>
                </a:ext>
              </a:extLst>
            </p:cNvPr>
            <p:cNvSpPr/>
            <p:nvPr/>
          </p:nvSpPr>
          <p:spPr>
            <a:xfrm rot="-3614400">
              <a:off x="10482875" y="1070100"/>
              <a:ext cx="70667" cy="70434"/>
            </a:xfrm>
            <a:custGeom>
              <a:avLst/>
              <a:gdLst>
                <a:gd name="connsiteX0" fmla="*/ 0 w 70667"/>
                <a:gd name="connsiteY0" fmla="*/ 0 h 70434"/>
                <a:gd name="connsiteX1" fmla="*/ 70668 w 70667"/>
                <a:gd name="connsiteY1" fmla="*/ 0 h 70434"/>
                <a:gd name="connsiteX2" fmla="*/ 70668 w 70667"/>
                <a:gd name="connsiteY2" fmla="*/ 70435 h 70434"/>
                <a:gd name="connsiteX3" fmla="*/ 0 w 70667"/>
                <a:gd name="connsiteY3" fmla="*/ 70435 h 70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67" h="70434">
                  <a:moveTo>
                    <a:pt x="0" y="0"/>
                  </a:moveTo>
                  <a:lnTo>
                    <a:pt x="70668" y="0"/>
                  </a:lnTo>
                  <a:lnTo>
                    <a:pt x="70668" y="70435"/>
                  </a:lnTo>
                  <a:lnTo>
                    <a:pt x="0" y="70435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E776F3DA-470E-7449-974F-886D253C4502}"/>
                </a:ext>
              </a:extLst>
            </p:cNvPr>
            <p:cNvSpPr/>
            <p:nvPr/>
          </p:nvSpPr>
          <p:spPr>
            <a:xfrm rot="-4694400">
              <a:off x="11129471" y="1345465"/>
              <a:ext cx="64604" cy="64720"/>
            </a:xfrm>
            <a:custGeom>
              <a:avLst/>
              <a:gdLst>
                <a:gd name="connsiteX0" fmla="*/ 0 w 64604"/>
                <a:gd name="connsiteY0" fmla="*/ 0 h 64720"/>
                <a:gd name="connsiteX1" fmla="*/ 64604 w 64604"/>
                <a:gd name="connsiteY1" fmla="*/ 0 h 64720"/>
                <a:gd name="connsiteX2" fmla="*/ 64604 w 64604"/>
                <a:gd name="connsiteY2" fmla="*/ 64721 h 64720"/>
                <a:gd name="connsiteX3" fmla="*/ 0 w 64604"/>
                <a:gd name="connsiteY3" fmla="*/ 64721 h 64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604" h="64720">
                  <a:moveTo>
                    <a:pt x="0" y="0"/>
                  </a:moveTo>
                  <a:lnTo>
                    <a:pt x="64604" y="0"/>
                  </a:lnTo>
                  <a:lnTo>
                    <a:pt x="64604" y="64721"/>
                  </a:lnTo>
                  <a:lnTo>
                    <a:pt x="0" y="64721"/>
                  </a:lnTo>
                  <a:close/>
                </a:path>
              </a:pathLst>
            </a:custGeom>
            <a:solidFill>
              <a:srgbClr val="1A9B9E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91727365-A9FD-9240-8BB4-6853C9D2F8AF}"/>
                </a:ext>
              </a:extLst>
            </p:cNvPr>
            <p:cNvSpPr/>
            <p:nvPr/>
          </p:nvSpPr>
          <p:spPr>
            <a:xfrm rot="-2851200">
              <a:off x="11033472" y="1392725"/>
              <a:ext cx="55041" cy="55158"/>
            </a:xfrm>
            <a:custGeom>
              <a:avLst/>
              <a:gdLst>
                <a:gd name="connsiteX0" fmla="*/ 0 w 55041"/>
                <a:gd name="connsiteY0" fmla="*/ 0 h 55158"/>
                <a:gd name="connsiteX1" fmla="*/ 55042 w 55041"/>
                <a:gd name="connsiteY1" fmla="*/ 0 h 55158"/>
                <a:gd name="connsiteX2" fmla="*/ 55042 w 55041"/>
                <a:gd name="connsiteY2" fmla="*/ 55158 h 55158"/>
                <a:gd name="connsiteX3" fmla="*/ 0 w 55041"/>
                <a:gd name="connsiteY3" fmla="*/ 55158 h 55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041" h="55158">
                  <a:moveTo>
                    <a:pt x="0" y="0"/>
                  </a:moveTo>
                  <a:lnTo>
                    <a:pt x="55042" y="0"/>
                  </a:lnTo>
                  <a:lnTo>
                    <a:pt x="55042" y="55158"/>
                  </a:lnTo>
                  <a:lnTo>
                    <a:pt x="0" y="55158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3E8336FE-D26E-E047-AD76-6BB73FA44011}"/>
                </a:ext>
              </a:extLst>
            </p:cNvPr>
            <p:cNvSpPr/>
            <p:nvPr/>
          </p:nvSpPr>
          <p:spPr>
            <a:xfrm rot="-1404600">
              <a:off x="11351583" y="1166208"/>
              <a:ext cx="49444" cy="49327"/>
            </a:xfrm>
            <a:custGeom>
              <a:avLst/>
              <a:gdLst>
                <a:gd name="connsiteX0" fmla="*/ 0 w 49444"/>
                <a:gd name="connsiteY0" fmla="*/ 0 h 49327"/>
                <a:gd name="connsiteX1" fmla="*/ 49444 w 49444"/>
                <a:gd name="connsiteY1" fmla="*/ 0 h 49327"/>
                <a:gd name="connsiteX2" fmla="*/ 49444 w 49444"/>
                <a:gd name="connsiteY2" fmla="*/ 49328 h 49327"/>
                <a:gd name="connsiteX3" fmla="*/ 0 w 49444"/>
                <a:gd name="connsiteY3" fmla="*/ 49328 h 49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44" h="49327">
                  <a:moveTo>
                    <a:pt x="0" y="0"/>
                  </a:moveTo>
                  <a:lnTo>
                    <a:pt x="49444" y="0"/>
                  </a:lnTo>
                  <a:lnTo>
                    <a:pt x="49444" y="49328"/>
                  </a:lnTo>
                  <a:lnTo>
                    <a:pt x="0" y="49328"/>
                  </a:lnTo>
                  <a:close/>
                </a:path>
              </a:pathLst>
            </a:custGeom>
            <a:solidFill>
              <a:srgbClr val="1A9B9E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414573C5-BA0B-2D40-9706-73F6E7CD29FF}"/>
                </a:ext>
              </a:extLst>
            </p:cNvPr>
            <p:cNvSpPr/>
            <p:nvPr/>
          </p:nvSpPr>
          <p:spPr>
            <a:xfrm rot="-450000">
              <a:off x="11293195" y="1276959"/>
              <a:ext cx="49444" cy="49327"/>
            </a:xfrm>
            <a:custGeom>
              <a:avLst/>
              <a:gdLst>
                <a:gd name="connsiteX0" fmla="*/ 0 w 49444"/>
                <a:gd name="connsiteY0" fmla="*/ 0 h 49327"/>
                <a:gd name="connsiteX1" fmla="*/ 49444 w 49444"/>
                <a:gd name="connsiteY1" fmla="*/ 0 h 49327"/>
                <a:gd name="connsiteX2" fmla="*/ 49444 w 49444"/>
                <a:gd name="connsiteY2" fmla="*/ 49328 h 49327"/>
                <a:gd name="connsiteX3" fmla="*/ 0 w 49444"/>
                <a:gd name="connsiteY3" fmla="*/ 49328 h 49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44" h="49327">
                  <a:moveTo>
                    <a:pt x="0" y="0"/>
                  </a:moveTo>
                  <a:lnTo>
                    <a:pt x="49444" y="0"/>
                  </a:lnTo>
                  <a:lnTo>
                    <a:pt x="49444" y="49328"/>
                  </a:lnTo>
                  <a:lnTo>
                    <a:pt x="0" y="49328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DE44B113-8FC2-864A-AAD8-317A86739886}"/>
                </a:ext>
              </a:extLst>
            </p:cNvPr>
            <p:cNvSpPr/>
            <p:nvPr/>
          </p:nvSpPr>
          <p:spPr>
            <a:xfrm rot="-137437">
              <a:off x="11221929" y="1359187"/>
              <a:ext cx="49483" cy="49367"/>
            </a:xfrm>
            <a:custGeom>
              <a:avLst/>
              <a:gdLst>
                <a:gd name="connsiteX0" fmla="*/ 0 w 49483"/>
                <a:gd name="connsiteY0" fmla="*/ 0 h 49367"/>
                <a:gd name="connsiteX1" fmla="*/ 49484 w 49483"/>
                <a:gd name="connsiteY1" fmla="*/ 0 h 49367"/>
                <a:gd name="connsiteX2" fmla="*/ 49484 w 49483"/>
                <a:gd name="connsiteY2" fmla="*/ 49367 h 49367"/>
                <a:gd name="connsiteX3" fmla="*/ 0 w 49483"/>
                <a:gd name="connsiteY3" fmla="*/ 49367 h 4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83" h="49367">
                  <a:moveTo>
                    <a:pt x="0" y="0"/>
                  </a:moveTo>
                  <a:lnTo>
                    <a:pt x="49484" y="0"/>
                  </a:lnTo>
                  <a:lnTo>
                    <a:pt x="49484" y="49367"/>
                  </a:lnTo>
                  <a:lnTo>
                    <a:pt x="0" y="49367"/>
                  </a:lnTo>
                  <a:close/>
                </a:path>
              </a:pathLst>
            </a:custGeom>
            <a:solidFill>
              <a:srgbClr val="077074"/>
            </a:solidFill>
            <a:ln w="116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B4FEB041-B708-9046-9EF2-4EA6B76696D3}"/>
                </a:ext>
              </a:extLst>
            </p:cNvPr>
            <p:cNvSpPr/>
            <p:nvPr/>
          </p:nvSpPr>
          <p:spPr>
            <a:xfrm rot="-4473600">
              <a:off x="11111950" y="1433264"/>
              <a:ext cx="49327" cy="49444"/>
            </a:xfrm>
            <a:custGeom>
              <a:avLst/>
              <a:gdLst>
                <a:gd name="connsiteX0" fmla="*/ 0 w 49327"/>
                <a:gd name="connsiteY0" fmla="*/ 0 h 49444"/>
                <a:gd name="connsiteX1" fmla="*/ 49328 w 49327"/>
                <a:gd name="connsiteY1" fmla="*/ 0 h 49444"/>
                <a:gd name="connsiteX2" fmla="*/ 49328 w 49327"/>
                <a:gd name="connsiteY2" fmla="*/ 49444 h 49444"/>
                <a:gd name="connsiteX3" fmla="*/ 0 w 49327"/>
                <a:gd name="connsiteY3" fmla="*/ 49444 h 4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27" h="49444">
                  <a:moveTo>
                    <a:pt x="0" y="0"/>
                  </a:moveTo>
                  <a:lnTo>
                    <a:pt x="49328" y="0"/>
                  </a:lnTo>
                  <a:lnTo>
                    <a:pt x="49328" y="49444"/>
                  </a:lnTo>
                  <a:lnTo>
                    <a:pt x="0" y="49444"/>
                  </a:lnTo>
                  <a:close/>
                </a:path>
              </a:pathLst>
            </a:custGeom>
            <a:solidFill>
              <a:srgbClr val="A5D6D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EBD90DE0-753B-2E4F-A1B5-7FBAA73F5AE2}"/>
                </a:ext>
              </a:extLst>
            </p:cNvPr>
            <p:cNvSpPr/>
            <p:nvPr/>
          </p:nvSpPr>
          <p:spPr>
            <a:xfrm rot="-2356800">
              <a:off x="10825550" y="1462753"/>
              <a:ext cx="49327" cy="49444"/>
            </a:xfrm>
            <a:custGeom>
              <a:avLst/>
              <a:gdLst>
                <a:gd name="connsiteX0" fmla="*/ 0 w 49327"/>
                <a:gd name="connsiteY0" fmla="*/ 0 h 49444"/>
                <a:gd name="connsiteX1" fmla="*/ 49328 w 49327"/>
                <a:gd name="connsiteY1" fmla="*/ 0 h 49444"/>
                <a:gd name="connsiteX2" fmla="*/ 49328 w 49327"/>
                <a:gd name="connsiteY2" fmla="*/ 49444 h 49444"/>
                <a:gd name="connsiteX3" fmla="*/ 0 w 49327"/>
                <a:gd name="connsiteY3" fmla="*/ 49444 h 4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27" h="49444">
                  <a:moveTo>
                    <a:pt x="0" y="0"/>
                  </a:moveTo>
                  <a:lnTo>
                    <a:pt x="49328" y="0"/>
                  </a:lnTo>
                  <a:lnTo>
                    <a:pt x="49328" y="49444"/>
                  </a:lnTo>
                  <a:lnTo>
                    <a:pt x="0" y="49444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A80159A5-AAD7-F84F-ADD8-89893E18F2A5}"/>
                </a:ext>
              </a:extLst>
            </p:cNvPr>
            <p:cNvSpPr/>
            <p:nvPr/>
          </p:nvSpPr>
          <p:spPr>
            <a:xfrm rot="-2574600">
              <a:off x="10775302" y="1394452"/>
              <a:ext cx="52592" cy="52709"/>
            </a:xfrm>
            <a:custGeom>
              <a:avLst/>
              <a:gdLst>
                <a:gd name="connsiteX0" fmla="*/ 0 w 52592"/>
                <a:gd name="connsiteY0" fmla="*/ 0 h 52709"/>
                <a:gd name="connsiteX1" fmla="*/ 52593 w 52592"/>
                <a:gd name="connsiteY1" fmla="*/ 0 h 52709"/>
                <a:gd name="connsiteX2" fmla="*/ 52593 w 52592"/>
                <a:gd name="connsiteY2" fmla="*/ 52709 h 52709"/>
                <a:gd name="connsiteX3" fmla="*/ 0 w 52592"/>
                <a:gd name="connsiteY3" fmla="*/ 52709 h 52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592" h="52709">
                  <a:moveTo>
                    <a:pt x="0" y="0"/>
                  </a:moveTo>
                  <a:lnTo>
                    <a:pt x="52593" y="0"/>
                  </a:lnTo>
                  <a:lnTo>
                    <a:pt x="52593" y="52709"/>
                  </a:lnTo>
                  <a:lnTo>
                    <a:pt x="0" y="52709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44CE9860-1D23-8048-AA04-5FCD8F5EB65D}"/>
                </a:ext>
              </a:extLst>
            </p:cNvPr>
            <p:cNvSpPr/>
            <p:nvPr/>
          </p:nvSpPr>
          <p:spPr>
            <a:xfrm rot="-4696800">
              <a:off x="10526025" y="1189660"/>
              <a:ext cx="66703" cy="66586"/>
            </a:xfrm>
            <a:custGeom>
              <a:avLst/>
              <a:gdLst>
                <a:gd name="connsiteX0" fmla="*/ 0 w 66703"/>
                <a:gd name="connsiteY0" fmla="*/ 0 h 66586"/>
                <a:gd name="connsiteX1" fmla="*/ 66703 w 66703"/>
                <a:gd name="connsiteY1" fmla="*/ 0 h 66586"/>
                <a:gd name="connsiteX2" fmla="*/ 66703 w 66703"/>
                <a:gd name="connsiteY2" fmla="*/ 66586 h 66586"/>
                <a:gd name="connsiteX3" fmla="*/ 0 w 66703"/>
                <a:gd name="connsiteY3" fmla="*/ 66586 h 6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703" h="66586">
                  <a:moveTo>
                    <a:pt x="0" y="0"/>
                  </a:moveTo>
                  <a:lnTo>
                    <a:pt x="66703" y="0"/>
                  </a:lnTo>
                  <a:lnTo>
                    <a:pt x="66703" y="66586"/>
                  </a:lnTo>
                  <a:lnTo>
                    <a:pt x="0" y="66586"/>
                  </a:lnTo>
                  <a:close/>
                </a:path>
              </a:pathLst>
            </a:custGeom>
            <a:solidFill>
              <a:srgbClr val="84B732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5E162F95-D97D-8F40-B5AF-742DD7B77395}"/>
                </a:ext>
              </a:extLst>
            </p:cNvPr>
            <p:cNvSpPr/>
            <p:nvPr/>
          </p:nvSpPr>
          <p:spPr>
            <a:xfrm rot="-811200">
              <a:off x="10670219" y="1347318"/>
              <a:ext cx="61222" cy="61338"/>
            </a:xfrm>
            <a:custGeom>
              <a:avLst/>
              <a:gdLst>
                <a:gd name="connsiteX0" fmla="*/ 0 w 61222"/>
                <a:gd name="connsiteY0" fmla="*/ 0 h 61338"/>
                <a:gd name="connsiteX1" fmla="*/ 61222 w 61222"/>
                <a:gd name="connsiteY1" fmla="*/ 0 h 61338"/>
                <a:gd name="connsiteX2" fmla="*/ 61222 w 61222"/>
                <a:gd name="connsiteY2" fmla="*/ 61339 h 61338"/>
                <a:gd name="connsiteX3" fmla="*/ 0 w 61222"/>
                <a:gd name="connsiteY3" fmla="*/ 61339 h 61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22" h="61338">
                  <a:moveTo>
                    <a:pt x="0" y="0"/>
                  </a:moveTo>
                  <a:lnTo>
                    <a:pt x="61222" y="0"/>
                  </a:lnTo>
                  <a:lnTo>
                    <a:pt x="61222" y="61339"/>
                  </a:lnTo>
                  <a:lnTo>
                    <a:pt x="0" y="61339"/>
                  </a:lnTo>
                  <a:close/>
                </a:path>
              </a:pathLst>
            </a:custGeom>
            <a:solidFill>
              <a:srgbClr val="1A9B9E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2D3AE050-E289-6A4F-A659-73AF3CF23E01}"/>
                </a:ext>
              </a:extLst>
            </p:cNvPr>
            <p:cNvSpPr/>
            <p:nvPr/>
          </p:nvSpPr>
          <p:spPr>
            <a:xfrm rot="-31800">
              <a:off x="10593737" y="1276448"/>
              <a:ext cx="61222" cy="61338"/>
            </a:xfrm>
            <a:custGeom>
              <a:avLst/>
              <a:gdLst>
                <a:gd name="connsiteX0" fmla="*/ 0 w 61222"/>
                <a:gd name="connsiteY0" fmla="*/ 0 h 61338"/>
                <a:gd name="connsiteX1" fmla="*/ 61222 w 61222"/>
                <a:gd name="connsiteY1" fmla="*/ 0 h 61338"/>
                <a:gd name="connsiteX2" fmla="*/ 61222 w 61222"/>
                <a:gd name="connsiteY2" fmla="*/ 61339 h 61338"/>
                <a:gd name="connsiteX3" fmla="*/ 0 w 61222"/>
                <a:gd name="connsiteY3" fmla="*/ 61339 h 61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22" h="61338">
                  <a:moveTo>
                    <a:pt x="0" y="0"/>
                  </a:moveTo>
                  <a:lnTo>
                    <a:pt x="61222" y="0"/>
                  </a:lnTo>
                  <a:lnTo>
                    <a:pt x="61222" y="61339"/>
                  </a:lnTo>
                  <a:lnTo>
                    <a:pt x="0" y="61339"/>
                  </a:lnTo>
                  <a:close/>
                </a:path>
              </a:pathLst>
            </a:custGeom>
            <a:solidFill>
              <a:srgbClr val="A5D6D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1FA22AE5-6EAA-234C-A302-D56F22BF0197}"/>
                </a:ext>
              </a:extLst>
            </p:cNvPr>
            <p:cNvSpPr/>
            <p:nvPr/>
          </p:nvSpPr>
          <p:spPr>
            <a:xfrm rot="-3154800">
              <a:off x="10987182" y="1463159"/>
              <a:ext cx="49327" cy="49444"/>
            </a:xfrm>
            <a:custGeom>
              <a:avLst/>
              <a:gdLst>
                <a:gd name="connsiteX0" fmla="*/ 0 w 49327"/>
                <a:gd name="connsiteY0" fmla="*/ 0 h 49444"/>
                <a:gd name="connsiteX1" fmla="*/ 49328 w 49327"/>
                <a:gd name="connsiteY1" fmla="*/ 0 h 49444"/>
                <a:gd name="connsiteX2" fmla="*/ 49328 w 49327"/>
                <a:gd name="connsiteY2" fmla="*/ 49444 h 49444"/>
                <a:gd name="connsiteX3" fmla="*/ 0 w 49327"/>
                <a:gd name="connsiteY3" fmla="*/ 49444 h 4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27" h="49444">
                  <a:moveTo>
                    <a:pt x="0" y="0"/>
                  </a:moveTo>
                  <a:lnTo>
                    <a:pt x="49328" y="0"/>
                  </a:lnTo>
                  <a:lnTo>
                    <a:pt x="49328" y="49444"/>
                  </a:lnTo>
                  <a:lnTo>
                    <a:pt x="0" y="49444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D4E03DA2-7241-2248-BB2C-560FD266928A}"/>
                </a:ext>
              </a:extLst>
            </p:cNvPr>
            <p:cNvSpPr/>
            <p:nvPr/>
          </p:nvSpPr>
          <p:spPr>
            <a:xfrm rot="-1060800">
              <a:off x="10701238" y="1433320"/>
              <a:ext cx="48044" cy="48278"/>
            </a:xfrm>
            <a:custGeom>
              <a:avLst/>
              <a:gdLst>
                <a:gd name="connsiteX0" fmla="*/ 0 w 48044"/>
                <a:gd name="connsiteY0" fmla="*/ 0 h 48278"/>
                <a:gd name="connsiteX1" fmla="*/ 48045 w 48044"/>
                <a:gd name="connsiteY1" fmla="*/ 0 h 48278"/>
                <a:gd name="connsiteX2" fmla="*/ 48045 w 48044"/>
                <a:gd name="connsiteY2" fmla="*/ 48278 h 48278"/>
                <a:gd name="connsiteX3" fmla="*/ 0 w 48044"/>
                <a:gd name="connsiteY3" fmla="*/ 48278 h 4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044" h="48278">
                  <a:moveTo>
                    <a:pt x="0" y="0"/>
                  </a:moveTo>
                  <a:lnTo>
                    <a:pt x="48045" y="0"/>
                  </a:lnTo>
                  <a:lnTo>
                    <a:pt x="48045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A5D6D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EB63381B-DE78-814B-9B0E-D2A41876C284}"/>
                </a:ext>
              </a:extLst>
            </p:cNvPr>
            <p:cNvSpPr/>
            <p:nvPr/>
          </p:nvSpPr>
          <p:spPr>
            <a:xfrm rot="-26400">
              <a:off x="10595355" y="1363158"/>
              <a:ext cx="48044" cy="48278"/>
            </a:xfrm>
            <a:custGeom>
              <a:avLst/>
              <a:gdLst>
                <a:gd name="connsiteX0" fmla="*/ 0 w 48044"/>
                <a:gd name="connsiteY0" fmla="*/ 0 h 48278"/>
                <a:gd name="connsiteX1" fmla="*/ 48045 w 48044"/>
                <a:gd name="connsiteY1" fmla="*/ 0 h 48278"/>
                <a:gd name="connsiteX2" fmla="*/ 48045 w 48044"/>
                <a:gd name="connsiteY2" fmla="*/ 48278 h 48278"/>
                <a:gd name="connsiteX3" fmla="*/ 0 w 48044"/>
                <a:gd name="connsiteY3" fmla="*/ 48278 h 4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044" h="48278">
                  <a:moveTo>
                    <a:pt x="0" y="0"/>
                  </a:moveTo>
                  <a:lnTo>
                    <a:pt x="48045" y="0"/>
                  </a:lnTo>
                  <a:lnTo>
                    <a:pt x="48045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757751A9-61B8-584E-BD3A-13D08CE44259}"/>
                </a:ext>
              </a:extLst>
            </p:cNvPr>
            <p:cNvSpPr/>
            <p:nvPr/>
          </p:nvSpPr>
          <p:spPr>
            <a:xfrm rot="-4969200">
              <a:off x="10519322" y="1275933"/>
              <a:ext cx="48278" cy="48044"/>
            </a:xfrm>
            <a:custGeom>
              <a:avLst/>
              <a:gdLst>
                <a:gd name="connsiteX0" fmla="*/ 0 w 48278"/>
                <a:gd name="connsiteY0" fmla="*/ 0 h 48044"/>
                <a:gd name="connsiteX1" fmla="*/ 48278 w 48278"/>
                <a:gd name="connsiteY1" fmla="*/ 0 h 48044"/>
                <a:gd name="connsiteX2" fmla="*/ 48278 w 48278"/>
                <a:gd name="connsiteY2" fmla="*/ 48045 h 48044"/>
                <a:gd name="connsiteX3" fmla="*/ 0 w 48278"/>
                <a:gd name="connsiteY3" fmla="*/ 48045 h 4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8" h="48044">
                  <a:moveTo>
                    <a:pt x="0" y="0"/>
                  </a:moveTo>
                  <a:lnTo>
                    <a:pt x="48278" y="0"/>
                  </a:lnTo>
                  <a:lnTo>
                    <a:pt x="48278" y="48045"/>
                  </a:lnTo>
                  <a:lnTo>
                    <a:pt x="0" y="48045"/>
                  </a:lnTo>
                  <a:close/>
                </a:path>
              </a:pathLst>
            </a:custGeom>
            <a:solidFill>
              <a:srgbClr val="077074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82B97ACB-E9D8-A846-B04D-2CEE90705BE5}"/>
                </a:ext>
              </a:extLst>
            </p:cNvPr>
            <p:cNvSpPr/>
            <p:nvPr/>
          </p:nvSpPr>
          <p:spPr>
            <a:xfrm rot="-4158000">
              <a:off x="10461681" y="1166888"/>
              <a:ext cx="48278" cy="48044"/>
            </a:xfrm>
            <a:custGeom>
              <a:avLst/>
              <a:gdLst>
                <a:gd name="connsiteX0" fmla="*/ 0 w 48278"/>
                <a:gd name="connsiteY0" fmla="*/ 0 h 48044"/>
                <a:gd name="connsiteX1" fmla="*/ 48278 w 48278"/>
                <a:gd name="connsiteY1" fmla="*/ 0 h 48044"/>
                <a:gd name="connsiteX2" fmla="*/ 48278 w 48278"/>
                <a:gd name="connsiteY2" fmla="*/ 48045 h 48044"/>
                <a:gd name="connsiteX3" fmla="*/ 0 w 48278"/>
                <a:gd name="connsiteY3" fmla="*/ 48045 h 4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8" h="48044">
                  <a:moveTo>
                    <a:pt x="0" y="0"/>
                  </a:moveTo>
                  <a:lnTo>
                    <a:pt x="48278" y="0"/>
                  </a:lnTo>
                  <a:lnTo>
                    <a:pt x="48278" y="48045"/>
                  </a:lnTo>
                  <a:lnTo>
                    <a:pt x="0" y="48045"/>
                  </a:lnTo>
                  <a:close/>
                </a:path>
              </a:pathLst>
            </a:custGeom>
            <a:solidFill>
              <a:srgbClr val="1A9B9E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69BA53E2-6720-4749-BC8E-25B3AF4BFBC0}"/>
                </a:ext>
              </a:extLst>
            </p:cNvPr>
            <p:cNvSpPr/>
            <p:nvPr/>
          </p:nvSpPr>
          <p:spPr>
            <a:xfrm rot="-2895600">
              <a:off x="10950264" y="1518439"/>
              <a:ext cx="35917" cy="36033"/>
            </a:xfrm>
            <a:custGeom>
              <a:avLst/>
              <a:gdLst>
                <a:gd name="connsiteX0" fmla="*/ 0 w 35917"/>
                <a:gd name="connsiteY0" fmla="*/ 0 h 36033"/>
                <a:gd name="connsiteX1" fmla="*/ 35917 w 35917"/>
                <a:gd name="connsiteY1" fmla="*/ 0 h 36033"/>
                <a:gd name="connsiteX2" fmla="*/ 35917 w 35917"/>
                <a:gd name="connsiteY2" fmla="*/ 36034 h 36033"/>
                <a:gd name="connsiteX3" fmla="*/ 0 w 35917"/>
                <a:gd name="connsiteY3" fmla="*/ 36034 h 36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17" h="36033">
                  <a:moveTo>
                    <a:pt x="0" y="0"/>
                  </a:moveTo>
                  <a:lnTo>
                    <a:pt x="35917" y="0"/>
                  </a:lnTo>
                  <a:lnTo>
                    <a:pt x="35917" y="36034"/>
                  </a:lnTo>
                  <a:lnTo>
                    <a:pt x="0" y="36034"/>
                  </a:lnTo>
                  <a:close/>
                </a:path>
              </a:pathLst>
            </a:custGeom>
            <a:solidFill>
              <a:srgbClr val="1A9B9E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54B1A2D3-7951-5847-A1B7-765756811245}"/>
                </a:ext>
              </a:extLst>
            </p:cNvPr>
            <p:cNvSpPr/>
            <p:nvPr/>
          </p:nvSpPr>
          <p:spPr>
            <a:xfrm rot="-2895600">
              <a:off x="11067796" y="1494228"/>
              <a:ext cx="35917" cy="36033"/>
            </a:xfrm>
            <a:custGeom>
              <a:avLst/>
              <a:gdLst>
                <a:gd name="connsiteX0" fmla="*/ 0 w 35917"/>
                <a:gd name="connsiteY0" fmla="*/ 0 h 36033"/>
                <a:gd name="connsiteX1" fmla="*/ 35917 w 35917"/>
                <a:gd name="connsiteY1" fmla="*/ 0 h 36033"/>
                <a:gd name="connsiteX2" fmla="*/ 35917 w 35917"/>
                <a:gd name="connsiteY2" fmla="*/ 36034 h 36033"/>
                <a:gd name="connsiteX3" fmla="*/ 0 w 35917"/>
                <a:gd name="connsiteY3" fmla="*/ 36034 h 36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17" h="36033">
                  <a:moveTo>
                    <a:pt x="0" y="0"/>
                  </a:moveTo>
                  <a:lnTo>
                    <a:pt x="35917" y="0"/>
                  </a:lnTo>
                  <a:lnTo>
                    <a:pt x="35917" y="36034"/>
                  </a:lnTo>
                  <a:lnTo>
                    <a:pt x="0" y="36034"/>
                  </a:lnTo>
                  <a:close/>
                </a:path>
              </a:pathLst>
            </a:custGeom>
            <a:solidFill>
              <a:srgbClr val="A5D6D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42813C24-12DC-3D42-B120-3FD1CA23AE06}"/>
                </a:ext>
              </a:extLst>
            </p:cNvPr>
            <p:cNvSpPr/>
            <p:nvPr/>
          </p:nvSpPr>
          <p:spPr>
            <a:xfrm rot="-2895600">
              <a:off x="10975918" y="1365330"/>
              <a:ext cx="35917" cy="36033"/>
            </a:xfrm>
            <a:custGeom>
              <a:avLst/>
              <a:gdLst>
                <a:gd name="connsiteX0" fmla="*/ 0 w 35917"/>
                <a:gd name="connsiteY0" fmla="*/ 0 h 36033"/>
                <a:gd name="connsiteX1" fmla="*/ 35917 w 35917"/>
                <a:gd name="connsiteY1" fmla="*/ 0 h 36033"/>
                <a:gd name="connsiteX2" fmla="*/ 35917 w 35917"/>
                <a:gd name="connsiteY2" fmla="*/ 36034 h 36033"/>
                <a:gd name="connsiteX3" fmla="*/ 0 w 35917"/>
                <a:gd name="connsiteY3" fmla="*/ 36034 h 36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17" h="36033">
                  <a:moveTo>
                    <a:pt x="0" y="0"/>
                  </a:moveTo>
                  <a:lnTo>
                    <a:pt x="35917" y="0"/>
                  </a:lnTo>
                  <a:lnTo>
                    <a:pt x="35917" y="36034"/>
                  </a:lnTo>
                  <a:lnTo>
                    <a:pt x="0" y="36034"/>
                  </a:lnTo>
                  <a:close/>
                </a:path>
              </a:pathLst>
            </a:custGeom>
            <a:solidFill>
              <a:srgbClr val="84B732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553BC4F3-EDBA-5E42-921A-0B2BF006E20E}"/>
                </a:ext>
              </a:extLst>
            </p:cNvPr>
            <p:cNvSpPr/>
            <p:nvPr/>
          </p:nvSpPr>
          <p:spPr>
            <a:xfrm rot="-2895600">
              <a:off x="10858353" y="1365182"/>
              <a:ext cx="35917" cy="36033"/>
            </a:xfrm>
            <a:custGeom>
              <a:avLst/>
              <a:gdLst>
                <a:gd name="connsiteX0" fmla="*/ 0 w 35917"/>
                <a:gd name="connsiteY0" fmla="*/ 0 h 36033"/>
                <a:gd name="connsiteX1" fmla="*/ 35917 w 35917"/>
                <a:gd name="connsiteY1" fmla="*/ 0 h 36033"/>
                <a:gd name="connsiteX2" fmla="*/ 35917 w 35917"/>
                <a:gd name="connsiteY2" fmla="*/ 36034 h 36033"/>
                <a:gd name="connsiteX3" fmla="*/ 0 w 35917"/>
                <a:gd name="connsiteY3" fmla="*/ 36034 h 36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17" h="36033">
                  <a:moveTo>
                    <a:pt x="0" y="0"/>
                  </a:moveTo>
                  <a:lnTo>
                    <a:pt x="35917" y="0"/>
                  </a:lnTo>
                  <a:lnTo>
                    <a:pt x="35917" y="36034"/>
                  </a:lnTo>
                  <a:lnTo>
                    <a:pt x="0" y="36034"/>
                  </a:lnTo>
                  <a:close/>
                </a:path>
              </a:pathLst>
            </a:custGeom>
            <a:solidFill>
              <a:srgbClr val="84B732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5CEC8A9F-8201-984D-890F-1D0390191B16}"/>
                </a:ext>
              </a:extLst>
            </p:cNvPr>
            <p:cNvSpPr/>
            <p:nvPr/>
          </p:nvSpPr>
          <p:spPr>
            <a:xfrm rot="-2895600">
              <a:off x="10883311" y="1518591"/>
              <a:ext cx="35917" cy="36033"/>
            </a:xfrm>
            <a:custGeom>
              <a:avLst/>
              <a:gdLst>
                <a:gd name="connsiteX0" fmla="*/ 0 w 35917"/>
                <a:gd name="connsiteY0" fmla="*/ 0 h 36033"/>
                <a:gd name="connsiteX1" fmla="*/ 35917 w 35917"/>
                <a:gd name="connsiteY1" fmla="*/ 0 h 36033"/>
                <a:gd name="connsiteX2" fmla="*/ 35917 w 35917"/>
                <a:gd name="connsiteY2" fmla="*/ 36034 h 36033"/>
                <a:gd name="connsiteX3" fmla="*/ 0 w 35917"/>
                <a:gd name="connsiteY3" fmla="*/ 36034 h 36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17" h="36033">
                  <a:moveTo>
                    <a:pt x="0" y="0"/>
                  </a:moveTo>
                  <a:lnTo>
                    <a:pt x="35917" y="0"/>
                  </a:lnTo>
                  <a:lnTo>
                    <a:pt x="35917" y="36034"/>
                  </a:lnTo>
                  <a:lnTo>
                    <a:pt x="0" y="36034"/>
                  </a:lnTo>
                  <a:close/>
                </a:path>
              </a:pathLst>
            </a:custGeom>
            <a:solidFill>
              <a:srgbClr val="1A9B9E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7BB7F578-2D19-2248-9767-EADF9615FD86}"/>
                </a:ext>
              </a:extLst>
            </p:cNvPr>
            <p:cNvSpPr/>
            <p:nvPr/>
          </p:nvSpPr>
          <p:spPr>
            <a:xfrm rot="-2895600">
              <a:off x="10768718" y="1492774"/>
              <a:ext cx="35917" cy="36033"/>
            </a:xfrm>
            <a:custGeom>
              <a:avLst/>
              <a:gdLst>
                <a:gd name="connsiteX0" fmla="*/ 0 w 35917"/>
                <a:gd name="connsiteY0" fmla="*/ 0 h 36033"/>
                <a:gd name="connsiteX1" fmla="*/ 35917 w 35917"/>
                <a:gd name="connsiteY1" fmla="*/ 0 h 36033"/>
                <a:gd name="connsiteX2" fmla="*/ 35917 w 35917"/>
                <a:gd name="connsiteY2" fmla="*/ 36034 h 36033"/>
                <a:gd name="connsiteX3" fmla="*/ 0 w 35917"/>
                <a:gd name="connsiteY3" fmla="*/ 36034 h 36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17" h="36033">
                  <a:moveTo>
                    <a:pt x="0" y="0"/>
                  </a:moveTo>
                  <a:lnTo>
                    <a:pt x="35917" y="0"/>
                  </a:lnTo>
                  <a:lnTo>
                    <a:pt x="35917" y="36034"/>
                  </a:lnTo>
                  <a:lnTo>
                    <a:pt x="0" y="36034"/>
                  </a:lnTo>
                  <a:close/>
                </a:path>
              </a:pathLst>
            </a:custGeom>
            <a:solidFill>
              <a:srgbClr val="A5D6D0"/>
            </a:solidFill>
            <a:ln w="11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40FF29E3-A5DB-C445-BCAA-3397D619B91E}"/>
                </a:ext>
              </a:extLst>
            </p:cNvPr>
            <p:cNvSpPr/>
            <p:nvPr/>
          </p:nvSpPr>
          <p:spPr>
            <a:xfrm>
              <a:off x="10355730" y="675547"/>
              <a:ext cx="11661" cy="1391085"/>
            </a:xfrm>
            <a:custGeom>
              <a:avLst/>
              <a:gdLst>
                <a:gd name="connsiteX0" fmla="*/ 0 w 11661"/>
                <a:gd name="connsiteY0" fmla="*/ 1391086 h 1391085"/>
                <a:gd name="connsiteX1" fmla="*/ 0 w 11661"/>
                <a:gd name="connsiteY1" fmla="*/ 0 h 1391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661" h="1391085">
                  <a:moveTo>
                    <a:pt x="0" y="1391086"/>
                  </a:moveTo>
                  <a:lnTo>
                    <a:pt x="0" y="0"/>
                  </a:lnTo>
                </a:path>
              </a:pathLst>
            </a:custGeom>
            <a:ln w="5575" cap="flat">
              <a:solidFill>
                <a:srgbClr val="ABAC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2968"/>
            </a:p>
          </p:txBody>
        </p:sp>
      </p:grpSp>
    </p:spTree>
    <p:extLst>
      <p:ext uri="{BB962C8B-B14F-4D97-AF65-F5344CB8AC3E}">
        <p14:creationId xmlns:p14="http://schemas.microsoft.com/office/powerpoint/2010/main" val="3070192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007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6347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</p:sldLayoutIdLst>
  <p:txStyles>
    <p:titleStyle>
      <a:lvl1pPr algn="l" defTabSz="1507846" rtl="0" eaLnBrk="1" latinLnBrk="0" hangingPunct="1">
        <a:lnSpc>
          <a:spcPct val="90000"/>
        </a:lnSpc>
        <a:spcBef>
          <a:spcPct val="0"/>
        </a:spcBef>
        <a:buNone/>
        <a:defRPr sz="72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6961" indent="-376961" algn="l" defTabSz="1507846" rtl="0" eaLnBrk="1" latinLnBrk="0" hangingPunct="1">
        <a:lnSpc>
          <a:spcPct val="90000"/>
        </a:lnSpc>
        <a:spcBef>
          <a:spcPts val="1649"/>
        </a:spcBef>
        <a:buFont typeface="Arial" panose="020B0604020202020204" pitchFamily="34" charset="0"/>
        <a:buChar char="•"/>
        <a:defRPr sz="4617" kern="1200">
          <a:solidFill>
            <a:schemeClr val="tx1"/>
          </a:solidFill>
          <a:latin typeface="+mn-lt"/>
          <a:ea typeface="+mn-ea"/>
          <a:cs typeface="+mn-cs"/>
        </a:defRPr>
      </a:lvl1pPr>
      <a:lvl2pPr marL="113088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958" kern="1200">
          <a:solidFill>
            <a:schemeClr val="tx1"/>
          </a:solidFill>
          <a:latin typeface="+mn-lt"/>
          <a:ea typeface="+mn-ea"/>
          <a:cs typeface="+mn-cs"/>
        </a:defRPr>
      </a:lvl2pPr>
      <a:lvl3pPr marL="1884807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298" kern="1200">
          <a:solidFill>
            <a:schemeClr val="tx1"/>
          </a:solidFill>
          <a:latin typeface="+mn-lt"/>
          <a:ea typeface="+mn-ea"/>
          <a:cs typeface="+mn-cs"/>
        </a:defRPr>
      </a:lvl3pPr>
      <a:lvl4pPr marL="2638730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392653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4146575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900498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654421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40834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43C2AFE-BAE3-C88C-5311-9B74A88E1077}"/>
              </a:ext>
            </a:extLst>
          </p:cNvPr>
          <p:cNvSpPr>
            <a:spLocks/>
          </p:cNvSpPr>
          <p:nvPr/>
        </p:nvSpPr>
        <p:spPr>
          <a:xfrm>
            <a:off x="6350" y="0"/>
            <a:ext cx="20097750" cy="16103599"/>
          </a:xfrm>
          <a:prstGeom prst="rect">
            <a:avLst/>
          </a:prstGeom>
          <a:gradFill>
            <a:gsLst>
              <a:gs pos="54000">
                <a:srgbClr val="043534"/>
              </a:gs>
              <a:gs pos="0">
                <a:srgbClr val="024442"/>
              </a:gs>
              <a:gs pos="88000">
                <a:srgbClr val="011B1B"/>
              </a:gs>
            </a:gsLst>
            <a:lin ang="162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ar-SA" dirty="0">
              <a:latin typeface="Almarai" pitchFamily="2" charset="-78"/>
              <a:cs typeface="Almarai" pitchFamily="2" charset="-78"/>
            </a:endParaRPr>
          </a:p>
        </p:txBody>
      </p:sp>
      <p:graphicFrame>
        <p:nvGraphicFramePr>
          <p:cNvPr id="3" name="جدول 3">
            <a:extLst>
              <a:ext uri="{FF2B5EF4-FFF2-40B4-BE49-F238E27FC236}">
                <a16:creationId xmlns:a16="http://schemas.microsoft.com/office/drawing/2014/main" id="{F3A7CC16-DE65-CBFF-3490-95C55B051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003017"/>
              </p:ext>
            </p:extLst>
          </p:nvPr>
        </p:nvGraphicFramePr>
        <p:xfrm>
          <a:off x="7521258" y="2356308"/>
          <a:ext cx="12373292" cy="12160580"/>
        </p:xfrm>
        <a:graphic>
          <a:graphicData uri="http://schemas.openxmlformats.org/drawingml/2006/table">
            <a:tbl>
              <a:tblPr rtl="1" firstRow="1" bandRow="1">
                <a:effectLst/>
                <a:tableStyleId>{21E4AEA4-8DFA-4A89-87EB-49C32662AFE0}</a:tableStyleId>
              </a:tblPr>
              <a:tblGrid>
                <a:gridCol w="2781300">
                  <a:extLst>
                    <a:ext uri="{9D8B030D-6E8A-4147-A177-3AD203B41FA5}">
                      <a16:colId xmlns:a16="http://schemas.microsoft.com/office/drawing/2014/main" val="2014979657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611685880"/>
                    </a:ext>
                  </a:extLst>
                </a:gridCol>
                <a:gridCol w="2238692">
                  <a:extLst>
                    <a:ext uri="{9D8B030D-6E8A-4147-A177-3AD203B41FA5}">
                      <a16:colId xmlns:a16="http://schemas.microsoft.com/office/drawing/2014/main" val="4095583065"/>
                    </a:ext>
                  </a:extLst>
                </a:gridCol>
                <a:gridCol w="1607631">
                  <a:extLst>
                    <a:ext uri="{9D8B030D-6E8A-4147-A177-3AD203B41FA5}">
                      <a16:colId xmlns:a16="http://schemas.microsoft.com/office/drawing/2014/main" val="68337163"/>
                    </a:ext>
                  </a:extLst>
                </a:gridCol>
                <a:gridCol w="1780862">
                  <a:extLst>
                    <a:ext uri="{9D8B030D-6E8A-4147-A177-3AD203B41FA5}">
                      <a16:colId xmlns:a16="http://schemas.microsoft.com/office/drawing/2014/main" val="699337899"/>
                    </a:ext>
                  </a:extLst>
                </a:gridCol>
                <a:gridCol w="1831207">
                  <a:extLst>
                    <a:ext uri="{9D8B030D-6E8A-4147-A177-3AD203B41FA5}">
                      <a16:colId xmlns:a16="http://schemas.microsoft.com/office/drawing/2014/main" val="95716106"/>
                    </a:ext>
                  </a:extLst>
                </a:gridCol>
              </a:tblGrid>
              <a:tr h="1123492">
                <a:tc>
                  <a:txBody>
                    <a:bodyPr/>
                    <a:lstStyle/>
                    <a:p>
                      <a:pPr algn="ctr" rtl="1"/>
                      <a:r>
                        <a:rPr lang="ar-SA" sz="1800" b="1" dirty="0">
                          <a:solidFill>
                            <a:schemeClr val="bg1"/>
                          </a:solidFill>
                          <a:latin typeface="Almarai" pitchFamily="2" charset="-78"/>
                          <a:cs typeface="Almarai" pitchFamily="2" charset="-78"/>
                        </a:rPr>
                        <a:t>الإدارات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34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Almarai" pitchFamily="2" charset="-78"/>
                          <a:cs typeface="Almarai" pitchFamily="2" charset="-78"/>
                        </a:rPr>
                        <a:t>البلاغات </a:t>
                      </a:r>
                      <a:r>
                        <a:rPr lang="ar-SA" sz="1400" b="1">
                          <a:solidFill>
                            <a:schemeClr val="bg1"/>
                          </a:solidFill>
                          <a:latin typeface="Almarai" pitchFamily="2" charset="-78"/>
                          <a:cs typeface="Almarai" pitchFamily="2" charset="-78"/>
                        </a:rPr>
                        <a:t>المفتوحة  المتأخرة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Almarai" pitchFamily="2" charset="-78"/>
                        <a:cs typeface="Almarai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بلاغات قاربت على تجاوز إتفاقية مستوى الخدمة</a:t>
                      </a:r>
                      <a:endParaRPr lang="en-US" sz="1600" b="1" dirty="0">
                        <a:latin typeface="Almarai" pitchFamily="2" charset="-78"/>
                        <a:cs typeface="Almarai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3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Almarai" pitchFamily="2" charset="-78"/>
                          <a:cs typeface="Almarai" pitchFamily="2" charset="-78"/>
                        </a:rPr>
                        <a:t>البلاغات المفتوحة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3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Almarai" pitchFamily="2" charset="-78"/>
                          <a:cs typeface="Almarai" pitchFamily="2" charset="-78"/>
                        </a:rPr>
                        <a:t>البلاغات المعاد فتحها</a:t>
                      </a:r>
                    </a:p>
                    <a:p>
                      <a:pPr marL="0" marR="0" lvl="0" indent="0" algn="ctr" defTabSz="150784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400" b="1" dirty="0">
                        <a:solidFill>
                          <a:schemeClr val="bg1"/>
                        </a:solidFill>
                        <a:latin typeface="Almarai" pitchFamily="2" charset="-78"/>
                        <a:cs typeface="Almarai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34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400" b="1" dirty="0">
                          <a:solidFill>
                            <a:schemeClr val="bg1"/>
                          </a:solidFill>
                          <a:latin typeface="Almarai" pitchFamily="2" charset="-78"/>
                          <a:cs typeface="Almarai" pitchFamily="2" charset="-78"/>
                        </a:rPr>
                        <a:t>بلاغات </a:t>
                      </a:r>
                      <a:r>
                        <a:rPr lang="ar-SA" sz="1400" b="1">
                          <a:solidFill>
                            <a:schemeClr val="bg1"/>
                          </a:solidFill>
                          <a:latin typeface="Almarai" pitchFamily="2" charset="-78"/>
                          <a:cs typeface="Almarai" pitchFamily="2" charset="-78"/>
                        </a:rPr>
                        <a:t>مصادر أخرى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Almarai" pitchFamily="2" charset="-78"/>
                        <a:cs typeface="Almarai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892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الإدارة العامة للتشغيل والصيانة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497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الإدارة العامة للنظافة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965884"/>
                  </a:ext>
                </a:extLst>
              </a:tr>
              <a:tr h="427922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إدارة الرقابة الصحية و التجارية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193369"/>
                  </a:ext>
                </a:extLst>
              </a:tr>
              <a:tr h="427922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الإدارة العامة للحدائق والتجميل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768233"/>
                  </a:ext>
                </a:extLst>
              </a:tr>
              <a:tr h="427922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الإدارة العامة للمشاريع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415325"/>
                  </a:ext>
                </a:extLst>
              </a:tr>
              <a:tr h="410414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بلدية جنوب حائل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463769"/>
                  </a:ext>
                </a:extLst>
              </a:tr>
              <a:tr h="427922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بلدية شمال حائل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907231"/>
                  </a:ext>
                </a:extLst>
              </a:tr>
              <a:tr h="257878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 بلدية </a:t>
                      </a:r>
                      <a:r>
                        <a:rPr lang="ar-SA" sz="1600" b="1">
                          <a:latin typeface="Almarai" pitchFamily="2" charset="-78"/>
                          <a:cs typeface="Almarai" pitchFamily="2" charset="-78"/>
                        </a:rPr>
                        <a:t>وسط حائل</a:t>
                      </a:r>
                      <a:endParaRPr lang="ar-SA" sz="1600" b="1" dirty="0">
                        <a:latin typeface="Almarai" pitchFamily="2" charset="-78"/>
                        <a:cs typeface="Almarai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603512"/>
                  </a:ext>
                </a:extLst>
              </a:tr>
              <a:tr h="427922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بلدية مدينة الاجفر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388410"/>
                  </a:ext>
                </a:extLst>
              </a:tr>
              <a:tr h="427922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بلدية محافظة الحائط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654493"/>
                  </a:ext>
                </a:extLst>
              </a:tr>
              <a:tr h="427922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بلدية محافظة الحليفة السفلي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737960"/>
                  </a:ext>
                </a:extLst>
              </a:tr>
              <a:tr h="298790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بلدية مدينة الخطة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83421"/>
                  </a:ext>
                </a:extLst>
              </a:tr>
              <a:tr h="427922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بلدية محافظة الروضة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670121"/>
                  </a:ext>
                </a:extLst>
              </a:tr>
              <a:tr h="372744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بلدية محافظة السليمي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644281"/>
                  </a:ext>
                </a:extLst>
              </a:tr>
              <a:tr h="427922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بلدية محافظة الشملي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ar-SA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178990"/>
                  </a:ext>
                </a:extLst>
              </a:tr>
              <a:tr h="427922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بلدية محافظة الشنان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831234"/>
                  </a:ext>
                </a:extLst>
              </a:tr>
              <a:tr h="427922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بلدية محافظة الغزالة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019131"/>
                  </a:ext>
                </a:extLst>
              </a:tr>
              <a:tr h="427922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بلدية مدينة </a:t>
                      </a:r>
                      <a:r>
                        <a:rPr lang="ar-SA" sz="1600" b="1" dirty="0" err="1">
                          <a:latin typeface="Almarai" pitchFamily="2" charset="-78"/>
                          <a:cs typeface="Almarai" pitchFamily="2" charset="-78"/>
                        </a:rPr>
                        <a:t>الكهفة</a:t>
                      </a:r>
                      <a:endParaRPr lang="ar-SA" sz="1600" b="1" dirty="0">
                        <a:latin typeface="Almarai" pitchFamily="2" charset="-78"/>
                        <a:cs typeface="Almarai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094766"/>
                  </a:ext>
                </a:extLst>
              </a:tr>
              <a:tr h="427922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بلدية مدينة انبوان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449913"/>
                  </a:ext>
                </a:extLst>
              </a:tr>
              <a:tr h="427922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بلدية محافظة بقعاء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682184"/>
                  </a:ext>
                </a:extLst>
              </a:tr>
              <a:tr h="427922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بلدية مدينة تربة حائل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459666"/>
                  </a:ext>
                </a:extLst>
              </a:tr>
              <a:tr h="427922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بلدية مدينة جبة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612224"/>
                  </a:ext>
                </a:extLst>
              </a:tr>
              <a:tr h="427922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بلدية محافظة سميراء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591071"/>
                  </a:ext>
                </a:extLst>
              </a:tr>
              <a:tr h="427922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بلدية مدينة فيد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185454"/>
                  </a:ext>
                </a:extLst>
              </a:tr>
              <a:tr h="329678">
                <a:tc>
                  <a:txBody>
                    <a:bodyPr/>
                    <a:lstStyle/>
                    <a:p>
                      <a:pPr algn="r" rtl="1"/>
                      <a:r>
                        <a:rPr lang="ar-SA" sz="1600" b="1" dirty="0">
                          <a:latin typeface="Almarai" pitchFamily="2" charset="-78"/>
                          <a:cs typeface="Almarai" pitchFamily="2" charset="-78"/>
                        </a:rPr>
                        <a:t>بلدية محافظة </a:t>
                      </a:r>
                      <a:r>
                        <a:rPr lang="ar-SA" sz="1600" b="1" dirty="0" err="1">
                          <a:latin typeface="Almarai" pitchFamily="2" charset="-78"/>
                          <a:cs typeface="Almarai" pitchFamily="2" charset="-78"/>
                        </a:rPr>
                        <a:t>موقق</a:t>
                      </a:r>
                      <a:endParaRPr lang="ar-SA" sz="1600" b="1" dirty="0">
                        <a:latin typeface="Almarai" pitchFamily="2" charset="-78"/>
                        <a:cs typeface="Almarai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kumimoji="0" lang="en-US" sz="2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507846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819068"/>
                  </a:ext>
                </a:extLst>
              </a:tr>
              <a:tr h="690784">
                <a:tc>
                  <a:txBody>
                    <a:bodyPr/>
                    <a:lstStyle/>
                    <a:p>
                      <a:pPr algn="ctr" rtl="1"/>
                      <a:r>
                        <a:rPr lang="ar-SA" sz="1800" b="1" dirty="0">
                          <a:solidFill>
                            <a:schemeClr val="bg1"/>
                          </a:solidFill>
                          <a:latin typeface="Almarai" pitchFamily="2" charset="-78"/>
                          <a:cs typeface="Almarai" pitchFamily="2" charset="-78"/>
                        </a:rPr>
                        <a:t>الإجمالي الكلي</a:t>
                      </a:r>
                    </a:p>
                    <a:p>
                      <a:pPr algn="ctr" rtl="1"/>
                      <a:endParaRPr lang="ar-SA" sz="1800" b="1" dirty="0">
                        <a:solidFill>
                          <a:schemeClr val="bg1"/>
                        </a:solidFill>
                        <a:latin typeface="Almarai" pitchFamily="2" charset="-78"/>
                        <a:cs typeface="Almarai" pitchFamily="2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34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400" b="0" i="0" u="none" strike="noStrike" dirty="0">
                        <a:solidFill>
                          <a:srgbClr val="FFFFFF"/>
                        </a:solidFill>
                        <a:effectLst/>
                        <a:latin typeface="TheSans" panose="020B0503040302020203" pitchFamily="34" charset="-78"/>
                        <a:cs typeface="TheSans" panose="020B0503040302020203" pitchFamily="34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34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400" b="0" i="0" u="none" strike="noStrike" dirty="0">
                        <a:solidFill>
                          <a:srgbClr val="FFFFFF"/>
                        </a:solidFill>
                        <a:effectLst/>
                        <a:latin typeface="TheSans" panose="020B0503040302020203" pitchFamily="34" charset="-78"/>
                        <a:cs typeface="TheSans" panose="020B0503040302020203" pitchFamily="34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34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400" b="0" i="0" u="none" strike="noStrike" dirty="0">
                        <a:solidFill>
                          <a:srgbClr val="FFFFFF"/>
                        </a:solidFill>
                        <a:effectLst/>
                        <a:latin typeface="TheSans" panose="020B0503040302020203" pitchFamily="34" charset="-78"/>
                        <a:cs typeface="TheSans" panose="020B0503040302020203" pitchFamily="34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34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2400" b="0" i="0" u="none" strike="noStrike" dirty="0">
                        <a:solidFill>
                          <a:srgbClr val="FFFFFF"/>
                        </a:solidFill>
                        <a:effectLst/>
                        <a:latin typeface="TheSans" panose="020B0503040302020203" pitchFamily="34" charset="-78"/>
                        <a:cs typeface="TheSans" panose="020B0503040302020203" pitchFamily="34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34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ajawal" panose="00000500000000000000" pitchFamily="2" charset="-78"/>
                        <a:ea typeface="+mn-ea"/>
                        <a:cs typeface="Tajawal" panose="00000500000000000000" pitchFamily="2" charset="-7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4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719371"/>
                  </a:ext>
                </a:extLst>
              </a:tr>
            </a:tbl>
          </a:graphicData>
        </a:graphic>
      </p:graphicFrame>
      <p:graphicFrame>
        <p:nvGraphicFramePr>
          <p:cNvPr id="6" name="مخطط 5">
            <a:extLst>
              <a:ext uri="{FF2B5EF4-FFF2-40B4-BE49-F238E27FC236}">
                <a16:creationId xmlns:a16="http://schemas.microsoft.com/office/drawing/2014/main" id="{5EFB320F-0A0C-4890-2436-13C679F7BD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3864090"/>
              </p:ext>
            </p:extLst>
          </p:nvPr>
        </p:nvGraphicFramePr>
        <p:xfrm>
          <a:off x="457200" y="2356309"/>
          <a:ext cx="6975764" cy="4547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مستطيل: زوايا مستديرة 9">
            <a:extLst>
              <a:ext uri="{FF2B5EF4-FFF2-40B4-BE49-F238E27FC236}">
                <a16:creationId xmlns:a16="http://schemas.microsoft.com/office/drawing/2014/main" id="{7F4A604A-B6C4-97C9-F73E-6B9537B39931}"/>
              </a:ext>
            </a:extLst>
          </p:cNvPr>
          <p:cNvSpPr/>
          <p:nvPr/>
        </p:nvSpPr>
        <p:spPr>
          <a:xfrm>
            <a:off x="11576050" y="857334"/>
            <a:ext cx="8458200" cy="597939"/>
          </a:xfrm>
          <a:prstGeom prst="roundRect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ar-SA" sz="2800" b="1" dirty="0">
                <a:latin typeface="Almarai" pitchFamily="2" charset="-78"/>
                <a:cs typeface="Almarai" pitchFamily="2" charset="-78"/>
              </a:rPr>
              <a:t>تقرير البلاغات المفتوحة 940 للإدارات والبلديات</a:t>
            </a:r>
          </a:p>
        </p:txBody>
      </p:sp>
      <p:sp>
        <p:nvSpPr>
          <p:cNvPr id="23" name="مستطيل: زوايا مستديرة 22">
            <a:extLst>
              <a:ext uri="{FF2B5EF4-FFF2-40B4-BE49-F238E27FC236}">
                <a16:creationId xmlns:a16="http://schemas.microsoft.com/office/drawing/2014/main" id="{C46E8D23-D4D5-9F10-3BCB-A1211563F875}"/>
              </a:ext>
            </a:extLst>
          </p:cNvPr>
          <p:cNvSpPr/>
          <p:nvPr/>
        </p:nvSpPr>
        <p:spPr>
          <a:xfrm>
            <a:off x="131302" y="8254548"/>
            <a:ext cx="7301662" cy="762000"/>
          </a:xfrm>
          <a:prstGeom prst="roundRect">
            <a:avLst/>
          </a:prstGeom>
          <a:solidFill>
            <a:srgbClr val="014341"/>
          </a:solidFill>
          <a:ln>
            <a:noFill/>
          </a:ln>
          <a:effectLst>
            <a:outerShdw blurRad="635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b="1" dirty="0">
                <a:solidFill>
                  <a:schemeClr val="bg1"/>
                </a:solidFill>
                <a:latin typeface="Almarai" pitchFamily="2" charset="-78"/>
                <a:cs typeface="Almarai" pitchFamily="2" charset="-78"/>
              </a:rPr>
              <a:t>إدارة الاسكان</a:t>
            </a:r>
          </a:p>
        </p:txBody>
      </p:sp>
      <p:sp>
        <p:nvSpPr>
          <p:cNvPr id="24" name="مستطيل: زوايا مستديرة 23">
            <a:extLst>
              <a:ext uri="{FF2B5EF4-FFF2-40B4-BE49-F238E27FC236}">
                <a16:creationId xmlns:a16="http://schemas.microsoft.com/office/drawing/2014/main" id="{63DC712A-78D1-EBE9-A861-844120A05D31}"/>
              </a:ext>
            </a:extLst>
          </p:cNvPr>
          <p:cNvSpPr/>
          <p:nvPr/>
        </p:nvSpPr>
        <p:spPr>
          <a:xfrm>
            <a:off x="131302" y="9099979"/>
            <a:ext cx="7301662" cy="762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b="1" dirty="0">
                <a:solidFill>
                  <a:schemeClr val="tx1">
                    <a:lumMod val="50000"/>
                  </a:schemeClr>
                </a:solidFill>
                <a:latin typeface="Almarai" pitchFamily="2" charset="-78"/>
                <a:cs typeface="Almarai" pitchFamily="2" charset="-78"/>
              </a:rPr>
              <a:t>ادارة الاصحاح البيئي</a:t>
            </a:r>
          </a:p>
        </p:txBody>
      </p:sp>
      <p:sp>
        <p:nvSpPr>
          <p:cNvPr id="25" name="مستطيل: زوايا مستديرة 24">
            <a:extLst>
              <a:ext uri="{FF2B5EF4-FFF2-40B4-BE49-F238E27FC236}">
                <a16:creationId xmlns:a16="http://schemas.microsoft.com/office/drawing/2014/main" id="{37481182-5C4D-FC30-A2F0-82D48C863159}"/>
              </a:ext>
            </a:extLst>
          </p:cNvPr>
          <p:cNvSpPr/>
          <p:nvPr/>
        </p:nvSpPr>
        <p:spPr>
          <a:xfrm>
            <a:off x="131302" y="9951863"/>
            <a:ext cx="7301662" cy="762000"/>
          </a:xfrm>
          <a:prstGeom prst="roundRect">
            <a:avLst/>
          </a:prstGeom>
          <a:solidFill>
            <a:srgbClr val="014341"/>
          </a:solidFill>
          <a:ln>
            <a:noFill/>
          </a:ln>
          <a:effectLst>
            <a:outerShdw blurRad="635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ar-SA" b="1" dirty="0">
                <a:solidFill>
                  <a:schemeClr val="bg1"/>
                </a:solidFill>
                <a:latin typeface="Almarai" pitchFamily="2" charset="-78"/>
                <a:cs typeface="Almarai" pitchFamily="2" charset="-78"/>
              </a:rPr>
              <a:t>إدارة التجهيزات </a:t>
            </a:r>
          </a:p>
        </p:txBody>
      </p:sp>
      <p:sp>
        <p:nvSpPr>
          <p:cNvPr id="26" name="مستطيل: زوايا مستديرة 25">
            <a:extLst>
              <a:ext uri="{FF2B5EF4-FFF2-40B4-BE49-F238E27FC236}">
                <a16:creationId xmlns:a16="http://schemas.microsoft.com/office/drawing/2014/main" id="{CECBA72E-12D1-9BE8-3CA7-C5FF5C9AEEAA}"/>
              </a:ext>
            </a:extLst>
          </p:cNvPr>
          <p:cNvSpPr/>
          <p:nvPr/>
        </p:nvSpPr>
        <p:spPr>
          <a:xfrm>
            <a:off x="131302" y="10798298"/>
            <a:ext cx="7301662" cy="762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ar-SA" b="1" dirty="0">
                <a:solidFill>
                  <a:schemeClr val="tx1">
                    <a:lumMod val="50000"/>
                  </a:schemeClr>
                </a:solidFill>
                <a:latin typeface="Almarai" pitchFamily="2" charset="-78"/>
                <a:cs typeface="Almarai" pitchFamily="2" charset="-78"/>
              </a:rPr>
              <a:t>إدارة صيانة المرافق</a:t>
            </a:r>
          </a:p>
        </p:txBody>
      </p:sp>
      <p:sp>
        <p:nvSpPr>
          <p:cNvPr id="27" name="مستطيل: زوايا مستديرة 26">
            <a:extLst>
              <a:ext uri="{FF2B5EF4-FFF2-40B4-BE49-F238E27FC236}">
                <a16:creationId xmlns:a16="http://schemas.microsoft.com/office/drawing/2014/main" id="{33B66F5E-089D-A9E2-4B23-E9160605EA2F}"/>
              </a:ext>
            </a:extLst>
          </p:cNvPr>
          <p:cNvSpPr/>
          <p:nvPr/>
        </p:nvSpPr>
        <p:spPr>
          <a:xfrm>
            <a:off x="131302" y="11644733"/>
            <a:ext cx="7389956" cy="762000"/>
          </a:xfrm>
          <a:prstGeom prst="roundRect">
            <a:avLst/>
          </a:prstGeom>
          <a:solidFill>
            <a:srgbClr val="014341"/>
          </a:solidFill>
          <a:ln>
            <a:noFill/>
          </a:ln>
          <a:effectLst>
            <a:outerShdw blurRad="635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defTabSz="914400" rtl="1" eaLnBrk="1" latinLnBrk="0" hangingPunct="1"/>
            <a:r>
              <a:rPr lang="ar-SA" sz="1400" b="1" dirty="0">
                <a:solidFill>
                  <a:schemeClr val="bg1"/>
                </a:solidFill>
                <a:latin typeface="Almarai" pitchFamily="2" charset="-78"/>
                <a:cs typeface="Almarai" pitchFamily="2" charset="-78"/>
              </a:rPr>
              <a:t>لجنة الآبار المكشوفة والمهملة</a:t>
            </a:r>
          </a:p>
        </p:txBody>
      </p:sp>
      <p:sp>
        <p:nvSpPr>
          <p:cNvPr id="28" name="مخطط انسيابي: رابط 27">
            <a:extLst>
              <a:ext uri="{FF2B5EF4-FFF2-40B4-BE49-F238E27FC236}">
                <a16:creationId xmlns:a16="http://schemas.microsoft.com/office/drawing/2014/main" id="{9C5DC744-8FD1-13A7-758B-204D2DA288CF}"/>
              </a:ext>
            </a:extLst>
          </p:cNvPr>
          <p:cNvSpPr/>
          <p:nvPr/>
        </p:nvSpPr>
        <p:spPr>
          <a:xfrm>
            <a:off x="2444153" y="8286635"/>
            <a:ext cx="720000" cy="697826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 sz="2000" b="1" dirty="0">
              <a:latin typeface="Almarai" pitchFamily="2" charset="-78"/>
              <a:cs typeface="Almarai" pitchFamily="2" charset="-78"/>
            </a:endParaRPr>
          </a:p>
          <a:p>
            <a:pPr marL="0" algn="ctr" defTabSz="914400" rtl="1" eaLnBrk="1" latinLnBrk="0" hangingPunct="1"/>
            <a:endParaRPr lang="ar-SA" sz="2000" b="1" dirty="0">
              <a:solidFill>
                <a:schemeClr val="bg1"/>
              </a:solidFill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226" name="مستطيل: زوايا مستديرة 225">
            <a:extLst>
              <a:ext uri="{FF2B5EF4-FFF2-40B4-BE49-F238E27FC236}">
                <a16:creationId xmlns:a16="http://schemas.microsoft.com/office/drawing/2014/main" id="{6BBFCE3E-4701-36F4-FCF4-AFB255622585}"/>
              </a:ext>
            </a:extLst>
          </p:cNvPr>
          <p:cNvSpPr/>
          <p:nvPr/>
        </p:nvSpPr>
        <p:spPr>
          <a:xfrm>
            <a:off x="5984714" y="7409117"/>
            <a:ext cx="1521279" cy="762000"/>
          </a:xfrm>
          <a:prstGeom prst="roundRect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ar-SA" sz="2400" b="1" dirty="0">
                <a:latin typeface="Almarai" pitchFamily="2" charset="-78"/>
                <a:cs typeface="Almarai" pitchFamily="2" charset="-78"/>
              </a:rPr>
              <a:t>الإدارات</a:t>
            </a:r>
            <a:endParaRPr lang="ar-SA" sz="2200" b="1" dirty="0"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25877C85-BB9D-84ED-BA4E-8DA32D852FF7}"/>
              </a:ext>
            </a:extLst>
          </p:cNvPr>
          <p:cNvSpPr txBox="1">
            <a:spLocks/>
          </p:cNvSpPr>
          <p:nvPr/>
        </p:nvSpPr>
        <p:spPr>
          <a:xfrm>
            <a:off x="7689850" y="15871135"/>
            <a:ext cx="11430000" cy="216000"/>
          </a:xfrm>
          <a:prstGeom prst="rect">
            <a:avLst/>
          </a:prstGeom>
          <a:noFill/>
        </p:spPr>
        <p:txBody>
          <a:bodyPr wrap="square" rtlCol="1" anchor="b" anchorCtr="0"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lmarai" pitchFamily="2" charset="-78"/>
                <a:cs typeface="Almarai" pitchFamily="2" charset="-78"/>
              </a:rPr>
              <a:t>{{DATE}}</a:t>
            </a:r>
          </a:p>
        </p:txBody>
      </p:sp>
      <p:sp>
        <p:nvSpPr>
          <p:cNvPr id="11" name="مستطيل: زوايا مستديرة 10">
            <a:extLst>
              <a:ext uri="{FF2B5EF4-FFF2-40B4-BE49-F238E27FC236}">
                <a16:creationId xmlns:a16="http://schemas.microsoft.com/office/drawing/2014/main" id="{3D1594D6-8B23-6AA4-EC53-26F23CBBC9DA}"/>
              </a:ext>
            </a:extLst>
          </p:cNvPr>
          <p:cNvSpPr/>
          <p:nvPr/>
        </p:nvSpPr>
        <p:spPr>
          <a:xfrm>
            <a:off x="131302" y="12484773"/>
            <a:ext cx="7301662" cy="762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b="1" dirty="0">
                <a:solidFill>
                  <a:schemeClr val="tx1">
                    <a:lumMod val="50000"/>
                  </a:schemeClr>
                </a:solidFill>
                <a:latin typeface="Almarai" pitchFamily="2" charset="-78"/>
                <a:cs typeface="Almarai" pitchFamily="2" charset="-78"/>
              </a:rPr>
              <a:t>وكالة تنمية الاستثمار</a:t>
            </a:r>
          </a:p>
        </p:txBody>
      </p:sp>
      <p:sp>
        <p:nvSpPr>
          <p:cNvPr id="12" name="مستطيل: زوايا مستديرة 11">
            <a:extLst>
              <a:ext uri="{FF2B5EF4-FFF2-40B4-BE49-F238E27FC236}">
                <a16:creationId xmlns:a16="http://schemas.microsoft.com/office/drawing/2014/main" id="{A16D420D-6FE4-EDAA-ED7A-D244BD14D928}"/>
              </a:ext>
            </a:extLst>
          </p:cNvPr>
          <p:cNvSpPr/>
          <p:nvPr/>
        </p:nvSpPr>
        <p:spPr>
          <a:xfrm>
            <a:off x="4040016" y="7435508"/>
            <a:ext cx="1877653" cy="762000"/>
          </a:xfrm>
          <a:prstGeom prst="roundRect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1600" b="1" dirty="0">
                <a:cs typeface="Almarai" pitchFamily="2" charset="-78"/>
              </a:rPr>
              <a:t>البلاغات المفتوحة</a:t>
            </a:r>
          </a:p>
        </p:txBody>
      </p:sp>
      <p:sp>
        <p:nvSpPr>
          <p:cNvPr id="13" name="مستطيل: زوايا مستديرة 12">
            <a:extLst>
              <a:ext uri="{FF2B5EF4-FFF2-40B4-BE49-F238E27FC236}">
                <a16:creationId xmlns:a16="http://schemas.microsoft.com/office/drawing/2014/main" id="{91AAB635-305C-CE0C-1A38-D233F2E1B507}"/>
              </a:ext>
            </a:extLst>
          </p:cNvPr>
          <p:cNvSpPr/>
          <p:nvPr/>
        </p:nvSpPr>
        <p:spPr>
          <a:xfrm>
            <a:off x="92522" y="7435508"/>
            <a:ext cx="1849172" cy="762000"/>
          </a:xfrm>
          <a:prstGeom prst="roundRect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ar-SA" sz="1400" b="1" dirty="0">
                <a:latin typeface="Almarai" pitchFamily="2" charset="-78"/>
                <a:cs typeface="Almarai" pitchFamily="2" charset="-78"/>
              </a:rPr>
              <a:t>البلاغات </a:t>
            </a:r>
            <a:r>
              <a:rPr lang="ar-SA" sz="1400" b="1">
                <a:latin typeface="Almarai" pitchFamily="2" charset="-78"/>
                <a:cs typeface="Almarai" pitchFamily="2" charset="-78"/>
              </a:rPr>
              <a:t>المفتوحة المتأخرة</a:t>
            </a:r>
            <a:endParaRPr lang="ar-SA" sz="1400" b="1" dirty="0"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14" name="مستطيل: زوايا مستديرة 13">
            <a:extLst>
              <a:ext uri="{FF2B5EF4-FFF2-40B4-BE49-F238E27FC236}">
                <a16:creationId xmlns:a16="http://schemas.microsoft.com/office/drawing/2014/main" id="{BD10636F-BBE6-2D32-DC06-679BD73BA5C9}"/>
              </a:ext>
            </a:extLst>
          </p:cNvPr>
          <p:cNvSpPr/>
          <p:nvPr/>
        </p:nvSpPr>
        <p:spPr>
          <a:xfrm>
            <a:off x="131302" y="13332114"/>
            <a:ext cx="7301662" cy="762000"/>
          </a:xfrm>
          <a:prstGeom prst="roundRect">
            <a:avLst/>
          </a:prstGeom>
          <a:solidFill>
            <a:srgbClr val="014341"/>
          </a:solidFill>
          <a:ln>
            <a:noFill/>
          </a:ln>
          <a:effectLst>
            <a:outerShdw blurRad="635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SA" b="1" dirty="0">
                <a:solidFill>
                  <a:schemeClr val="bg1"/>
                </a:solidFill>
                <a:latin typeface="Almarai" pitchFamily="2" charset="-78"/>
                <a:cs typeface="Almarai" pitchFamily="2" charset="-78"/>
              </a:rPr>
              <a:t>ادارة الأمن والسلامة</a:t>
            </a:r>
          </a:p>
        </p:txBody>
      </p:sp>
      <p:sp>
        <p:nvSpPr>
          <p:cNvPr id="18" name="مخطط انسيابي: رابط 17">
            <a:extLst>
              <a:ext uri="{FF2B5EF4-FFF2-40B4-BE49-F238E27FC236}">
                <a16:creationId xmlns:a16="http://schemas.microsoft.com/office/drawing/2014/main" id="{7586BCE4-FA99-2C56-2657-8F65D6D91F5C}"/>
              </a:ext>
            </a:extLst>
          </p:cNvPr>
          <p:cNvSpPr/>
          <p:nvPr/>
        </p:nvSpPr>
        <p:spPr>
          <a:xfrm>
            <a:off x="492850" y="8275548"/>
            <a:ext cx="720000" cy="720000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800" dirty="0">
                <a:solidFill>
                  <a:srgbClr val="E9EDF4"/>
                </a:solidFill>
                <a:latin typeface="Courier New" panose="02070309020205020404" pitchFamily="49" charset="0"/>
              </a:rPr>
              <a:t>{CARD_LATE:</a:t>
            </a:r>
            <a:r>
              <a:rPr lang="ar-SA" sz="800" dirty="0">
                <a:solidFill>
                  <a:srgbClr val="E9EDF4"/>
                </a:solidFill>
                <a:latin typeface="Courier New" panose="02070309020205020404" pitchFamily="49" charset="0"/>
              </a:rPr>
              <a:t>إدارة الإسكان}</a:t>
            </a:r>
            <a:endParaRPr lang="ar-SA" sz="800" dirty="0">
              <a:solidFill>
                <a:srgbClr val="E9EDF4"/>
              </a:solidFill>
            </a:endParaRPr>
          </a:p>
        </p:txBody>
      </p:sp>
      <p:sp>
        <p:nvSpPr>
          <p:cNvPr id="19" name="مخطط انسيابي: رابط 18">
            <a:extLst>
              <a:ext uri="{FF2B5EF4-FFF2-40B4-BE49-F238E27FC236}">
                <a16:creationId xmlns:a16="http://schemas.microsoft.com/office/drawing/2014/main" id="{C5287627-BE5D-6DB2-EA75-49113C81AAC7}"/>
              </a:ext>
            </a:extLst>
          </p:cNvPr>
          <p:cNvSpPr/>
          <p:nvPr/>
        </p:nvSpPr>
        <p:spPr>
          <a:xfrm>
            <a:off x="2543862" y="9120979"/>
            <a:ext cx="720000" cy="720000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 sz="2000" b="1" dirty="0"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21" name="مخطط انسيابي: رابط 20">
            <a:extLst>
              <a:ext uri="{FF2B5EF4-FFF2-40B4-BE49-F238E27FC236}">
                <a16:creationId xmlns:a16="http://schemas.microsoft.com/office/drawing/2014/main" id="{A7BEB56F-B03B-1020-31BD-AECB25B3C395}"/>
              </a:ext>
            </a:extLst>
          </p:cNvPr>
          <p:cNvSpPr/>
          <p:nvPr/>
        </p:nvSpPr>
        <p:spPr>
          <a:xfrm>
            <a:off x="2543862" y="9912469"/>
            <a:ext cx="720000" cy="774049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 sz="2000" b="1" dirty="0">
              <a:latin typeface="Almarai" pitchFamily="2" charset="-78"/>
              <a:cs typeface="Almarai" pitchFamily="2" charset="-78"/>
            </a:endParaRPr>
          </a:p>
          <a:p>
            <a:pPr algn="ctr"/>
            <a:endParaRPr lang="ar-SA" sz="1050" b="1" dirty="0">
              <a:solidFill>
                <a:schemeClr val="bg1"/>
              </a:solidFill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224" name="مخطط انسيابي: رابط 223">
            <a:extLst>
              <a:ext uri="{FF2B5EF4-FFF2-40B4-BE49-F238E27FC236}">
                <a16:creationId xmlns:a16="http://schemas.microsoft.com/office/drawing/2014/main" id="{6DD601C2-536C-B9C8-385E-56D2D37A9BE8}"/>
              </a:ext>
            </a:extLst>
          </p:cNvPr>
          <p:cNvSpPr/>
          <p:nvPr/>
        </p:nvSpPr>
        <p:spPr>
          <a:xfrm>
            <a:off x="2541475" y="10828105"/>
            <a:ext cx="720000" cy="720000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 sz="2000" b="1" dirty="0"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227" name="مخطط انسيابي: رابط 226">
            <a:extLst>
              <a:ext uri="{FF2B5EF4-FFF2-40B4-BE49-F238E27FC236}">
                <a16:creationId xmlns:a16="http://schemas.microsoft.com/office/drawing/2014/main" id="{73F91388-B959-599B-7382-688A61795C45}"/>
              </a:ext>
            </a:extLst>
          </p:cNvPr>
          <p:cNvSpPr/>
          <p:nvPr/>
        </p:nvSpPr>
        <p:spPr>
          <a:xfrm>
            <a:off x="2541475" y="11639550"/>
            <a:ext cx="720000" cy="741042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 sz="2000" b="1" dirty="0"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228" name="مخطط انسيابي: رابط 227">
            <a:extLst>
              <a:ext uri="{FF2B5EF4-FFF2-40B4-BE49-F238E27FC236}">
                <a16:creationId xmlns:a16="http://schemas.microsoft.com/office/drawing/2014/main" id="{6087E4EB-0EBB-00F9-3BB9-FAE0649FEFBB}"/>
              </a:ext>
            </a:extLst>
          </p:cNvPr>
          <p:cNvSpPr/>
          <p:nvPr/>
        </p:nvSpPr>
        <p:spPr>
          <a:xfrm>
            <a:off x="2535913" y="12510217"/>
            <a:ext cx="725562" cy="680827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 sz="2000" b="1" dirty="0"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229" name="مخطط انسيابي: رابط 228">
            <a:extLst>
              <a:ext uri="{FF2B5EF4-FFF2-40B4-BE49-F238E27FC236}">
                <a16:creationId xmlns:a16="http://schemas.microsoft.com/office/drawing/2014/main" id="{74CEDD62-0F6F-1EB7-7C9C-9344F43D610A}"/>
              </a:ext>
            </a:extLst>
          </p:cNvPr>
          <p:cNvSpPr/>
          <p:nvPr/>
        </p:nvSpPr>
        <p:spPr>
          <a:xfrm>
            <a:off x="2570857" y="13388009"/>
            <a:ext cx="655674" cy="661914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 sz="2000" b="1" dirty="0"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230" name="مخطط انسيابي: رابط 229">
            <a:extLst>
              <a:ext uri="{FF2B5EF4-FFF2-40B4-BE49-F238E27FC236}">
                <a16:creationId xmlns:a16="http://schemas.microsoft.com/office/drawing/2014/main" id="{CCC6EF67-7405-740E-C741-D387E5C757D4}"/>
              </a:ext>
            </a:extLst>
          </p:cNvPr>
          <p:cNvSpPr/>
          <p:nvPr/>
        </p:nvSpPr>
        <p:spPr>
          <a:xfrm>
            <a:off x="266981" y="9141979"/>
            <a:ext cx="720000" cy="720000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800" dirty="0">
                <a:solidFill>
                  <a:srgbClr val="E9EDF4"/>
                </a:solidFill>
                <a:latin typeface="Courier New" panose="02070309020205020404" pitchFamily="49" charset="0"/>
              </a:rPr>
              <a:t>{CARD_LATE:</a:t>
            </a:r>
            <a:r>
              <a:rPr lang="ar-SA" sz="800" dirty="0">
                <a:solidFill>
                  <a:srgbClr val="E9EDF4"/>
                </a:solidFill>
                <a:latin typeface="Courier New" panose="02070309020205020404" pitchFamily="49" charset="0"/>
              </a:rPr>
              <a:t>إدارة الاصحاح البيئي}</a:t>
            </a:r>
            <a:endParaRPr lang="ar-SA" sz="800" dirty="0">
              <a:solidFill>
                <a:srgbClr val="E9EDF4"/>
              </a:solidFill>
            </a:endParaRPr>
          </a:p>
        </p:txBody>
      </p:sp>
      <p:sp>
        <p:nvSpPr>
          <p:cNvPr id="231" name="مخطط انسيابي: رابط 230">
            <a:extLst>
              <a:ext uri="{FF2B5EF4-FFF2-40B4-BE49-F238E27FC236}">
                <a16:creationId xmlns:a16="http://schemas.microsoft.com/office/drawing/2014/main" id="{9D0A84D6-0612-59E0-F5D8-CD8FA195318C}"/>
              </a:ext>
            </a:extLst>
          </p:cNvPr>
          <p:cNvSpPr/>
          <p:nvPr/>
        </p:nvSpPr>
        <p:spPr>
          <a:xfrm>
            <a:off x="284070" y="10006694"/>
            <a:ext cx="720000" cy="720000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800" dirty="0">
                <a:solidFill>
                  <a:srgbClr val="E9EDF4"/>
                </a:solidFill>
                <a:latin typeface="Courier New" panose="02070309020205020404" pitchFamily="49" charset="0"/>
              </a:rPr>
              <a:t>{CARD_LATE:</a:t>
            </a:r>
            <a:r>
              <a:rPr lang="ar-SA" sz="800" dirty="0">
                <a:solidFill>
                  <a:srgbClr val="E9EDF4"/>
                </a:solidFill>
                <a:latin typeface="Courier New" panose="02070309020205020404" pitchFamily="49" charset="0"/>
              </a:rPr>
              <a:t>إدارة التجهيزات}</a:t>
            </a:r>
            <a:endParaRPr lang="ar-SA" sz="800" dirty="0">
              <a:solidFill>
                <a:srgbClr val="E9EDF4"/>
              </a:solidFill>
            </a:endParaRPr>
          </a:p>
        </p:txBody>
      </p:sp>
      <p:sp>
        <p:nvSpPr>
          <p:cNvPr id="232" name="مخطط انسيابي: رابط 231">
            <a:extLst>
              <a:ext uri="{FF2B5EF4-FFF2-40B4-BE49-F238E27FC236}">
                <a16:creationId xmlns:a16="http://schemas.microsoft.com/office/drawing/2014/main" id="{9C226588-4C13-A580-B8F3-E45D107DA97C}"/>
              </a:ext>
            </a:extLst>
          </p:cNvPr>
          <p:cNvSpPr/>
          <p:nvPr/>
        </p:nvSpPr>
        <p:spPr>
          <a:xfrm>
            <a:off x="244946" y="10805419"/>
            <a:ext cx="720000" cy="720000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latin typeface="Almarai" pitchFamily="2" charset="-78"/>
                <a:cs typeface="Almarai" pitchFamily="2" charset="-78"/>
              </a:rPr>
              <a:t>{CARD_LATE:</a:t>
            </a:r>
            <a:r>
              <a:rPr lang="ar-SA" sz="800" b="1" dirty="0">
                <a:latin typeface="Almarai" pitchFamily="2" charset="-78"/>
                <a:cs typeface="Almarai" pitchFamily="2" charset="-78"/>
              </a:rPr>
              <a:t>إدارة صيانة المرافق}</a:t>
            </a:r>
          </a:p>
        </p:txBody>
      </p:sp>
      <p:sp>
        <p:nvSpPr>
          <p:cNvPr id="233" name="مخطط انسيابي: رابط 232">
            <a:extLst>
              <a:ext uri="{FF2B5EF4-FFF2-40B4-BE49-F238E27FC236}">
                <a16:creationId xmlns:a16="http://schemas.microsoft.com/office/drawing/2014/main" id="{010D9564-77A6-0BF0-F372-2FB7EBF73EC2}"/>
              </a:ext>
            </a:extLst>
          </p:cNvPr>
          <p:cNvSpPr/>
          <p:nvPr/>
        </p:nvSpPr>
        <p:spPr>
          <a:xfrm>
            <a:off x="191068" y="11680310"/>
            <a:ext cx="720000" cy="720000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800" dirty="0">
                <a:solidFill>
                  <a:srgbClr val="E9EDF4"/>
                </a:solidFill>
                <a:latin typeface="Courier New" panose="02070309020205020404" pitchFamily="49" charset="0"/>
              </a:rPr>
              <a:t>{CARD_LATE:</a:t>
            </a:r>
            <a:r>
              <a:rPr lang="ar-SA" sz="800" dirty="0">
                <a:solidFill>
                  <a:srgbClr val="E9EDF4"/>
                </a:solidFill>
                <a:latin typeface="Courier New" panose="02070309020205020404" pitchFamily="49" charset="0"/>
              </a:rPr>
              <a:t>لجنة الآبار المكشوفة والمهملة}</a:t>
            </a:r>
            <a:endParaRPr lang="ar-SA" sz="800" dirty="0">
              <a:solidFill>
                <a:srgbClr val="E9EDF4"/>
              </a:solidFill>
            </a:endParaRPr>
          </a:p>
        </p:txBody>
      </p:sp>
      <p:sp>
        <p:nvSpPr>
          <p:cNvPr id="234" name="مخطط انسيابي: رابط 233">
            <a:extLst>
              <a:ext uri="{FF2B5EF4-FFF2-40B4-BE49-F238E27FC236}">
                <a16:creationId xmlns:a16="http://schemas.microsoft.com/office/drawing/2014/main" id="{6C9623EE-64D1-ED9D-CDA2-FE2B6F003556}"/>
              </a:ext>
            </a:extLst>
          </p:cNvPr>
          <p:cNvSpPr/>
          <p:nvPr/>
        </p:nvSpPr>
        <p:spPr>
          <a:xfrm>
            <a:off x="425421" y="12489004"/>
            <a:ext cx="720000" cy="720000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800" dirty="0">
                <a:solidFill>
                  <a:srgbClr val="E9EDF4"/>
                </a:solidFill>
                <a:latin typeface="Courier New" panose="02070309020205020404" pitchFamily="49" charset="0"/>
              </a:rPr>
              <a:t>{CARD_LATE:</a:t>
            </a:r>
            <a:r>
              <a:rPr lang="ar-SA" sz="800" dirty="0">
                <a:solidFill>
                  <a:srgbClr val="E9EDF4"/>
                </a:solidFill>
                <a:latin typeface="Courier New" panose="02070309020205020404" pitchFamily="49" charset="0"/>
              </a:rPr>
              <a:t>وكالة تنمية الاستثمار}</a:t>
            </a:r>
            <a:endParaRPr lang="ar-SA" sz="800" dirty="0">
              <a:solidFill>
                <a:srgbClr val="E9EDF4"/>
              </a:solidFill>
            </a:endParaRPr>
          </a:p>
        </p:txBody>
      </p:sp>
      <p:sp>
        <p:nvSpPr>
          <p:cNvPr id="236" name="مخطط انسيابي: رابط 235">
            <a:extLst>
              <a:ext uri="{FF2B5EF4-FFF2-40B4-BE49-F238E27FC236}">
                <a16:creationId xmlns:a16="http://schemas.microsoft.com/office/drawing/2014/main" id="{4C81BCD9-0ADD-7CDC-BD56-9AFD25A3EA04}"/>
              </a:ext>
            </a:extLst>
          </p:cNvPr>
          <p:cNvSpPr/>
          <p:nvPr/>
        </p:nvSpPr>
        <p:spPr>
          <a:xfrm>
            <a:off x="285117" y="13298773"/>
            <a:ext cx="720000" cy="720000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800" dirty="0">
                <a:solidFill>
                  <a:srgbClr val="E9EDF4"/>
                </a:solidFill>
                <a:latin typeface="Courier New" panose="02070309020205020404" pitchFamily="49" charset="0"/>
              </a:rPr>
              <a:t>{CARD_LATE:</a:t>
            </a:r>
            <a:r>
              <a:rPr lang="ar-SA" sz="800" dirty="0">
                <a:solidFill>
                  <a:srgbClr val="E9EDF4"/>
                </a:solidFill>
                <a:latin typeface="Courier New" panose="02070309020205020404" pitchFamily="49" charset="0"/>
              </a:rPr>
              <a:t>إدارة الأمن والسلامة}</a:t>
            </a:r>
            <a:endParaRPr lang="ar-SA" sz="800" dirty="0">
              <a:solidFill>
                <a:srgbClr val="E9EDF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04C9D9-C1B3-0463-C9C0-E695E5FBFB7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" r="35313"/>
          <a:stretch/>
        </p:blipFill>
        <p:spPr>
          <a:xfrm>
            <a:off x="4842910" y="633601"/>
            <a:ext cx="4282817" cy="831330"/>
          </a:xfrm>
          <a:prstGeom prst="rect">
            <a:avLst/>
          </a:prstGeom>
        </p:spPr>
      </p:pic>
      <p:pic>
        <p:nvPicPr>
          <p:cNvPr id="17" name="صورة 5">
            <a:extLst>
              <a:ext uri="{FF2B5EF4-FFF2-40B4-BE49-F238E27FC236}">
                <a16:creationId xmlns:a16="http://schemas.microsoft.com/office/drawing/2014/main" id="{22D6F583-59D1-5DEE-CE10-E4C9977832A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5727" y="431800"/>
            <a:ext cx="2359113" cy="1228615"/>
          </a:xfrm>
          <a:prstGeom prst="rect">
            <a:avLst/>
          </a:prstGeom>
        </p:spPr>
      </p:pic>
      <p:pic>
        <p:nvPicPr>
          <p:cNvPr id="35" name="Picture 8">
            <a:extLst>
              <a:ext uri="{FF2B5EF4-FFF2-40B4-BE49-F238E27FC236}">
                <a16:creationId xmlns:a16="http://schemas.microsoft.com/office/drawing/2014/main" id="{CFBD9DD2-68A2-4935-BE48-9ACF0B76404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882" y="577132"/>
            <a:ext cx="1499066" cy="887800"/>
          </a:xfrm>
          <a:prstGeom prst="rect">
            <a:avLst/>
          </a:prstGeom>
        </p:spPr>
      </p:pic>
      <p:sp>
        <p:nvSpPr>
          <p:cNvPr id="37" name="مستطيل: زوايا مستديرة 36">
            <a:extLst>
              <a:ext uri="{FF2B5EF4-FFF2-40B4-BE49-F238E27FC236}">
                <a16:creationId xmlns:a16="http://schemas.microsoft.com/office/drawing/2014/main" id="{44F0F12E-E8EA-438B-A1FE-4502D6F4E85A}"/>
              </a:ext>
            </a:extLst>
          </p:cNvPr>
          <p:cNvSpPr/>
          <p:nvPr/>
        </p:nvSpPr>
        <p:spPr>
          <a:xfrm>
            <a:off x="2008739" y="7429113"/>
            <a:ext cx="1964232" cy="762000"/>
          </a:xfrm>
          <a:prstGeom prst="roundRect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ar-SA" sz="1400" b="1" dirty="0">
                <a:latin typeface="Almarai" pitchFamily="2" charset="-78"/>
                <a:cs typeface="Almarai" pitchFamily="2" charset="-78"/>
              </a:rPr>
              <a:t>بلاغات قاربت على تجاوز إتفاقية مستوى الخدمة</a:t>
            </a:r>
          </a:p>
        </p:txBody>
      </p:sp>
      <p:sp>
        <p:nvSpPr>
          <p:cNvPr id="38" name="مخطط انسيابي: رابط 37">
            <a:extLst>
              <a:ext uri="{FF2B5EF4-FFF2-40B4-BE49-F238E27FC236}">
                <a16:creationId xmlns:a16="http://schemas.microsoft.com/office/drawing/2014/main" id="{7BC3CC39-B1F9-49C7-BA0A-6FE1A0EDECA0}"/>
              </a:ext>
            </a:extLst>
          </p:cNvPr>
          <p:cNvSpPr/>
          <p:nvPr/>
        </p:nvSpPr>
        <p:spPr>
          <a:xfrm>
            <a:off x="4395456" y="8275548"/>
            <a:ext cx="720000" cy="720000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 sz="2000" b="1" dirty="0">
              <a:cs typeface="Almarai" pitchFamily="2" charset="-78"/>
            </a:endParaRPr>
          </a:p>
          <a:p>
            <a:pPr marL="0" algn="ctr" defTabSz="914400" rtl="1" eaLnBrk="1" latinLnBrk="0" hangingPunct="1"/>
            <a:endParaRPr lang="ar-SA" sz="2000" b="1" dirty="0">
              <a:solidFill>
                <a:schemeClr val="bg1"/>
              </a:solidFill>
              <a:latin typeface="Almarai" pitchFamily="2" charset="-78"/>
              <a:cs typeface="Almarai" pitchFamily="2" charset="-78"/>
            </a:endParaRPr>
          </a:p>
        </p:txBody>
      </p:sp>
      <p:sp>
        <p:nvSpPr>
          <p:cNvPr id="39" name="مخطط انسيابي: رابط 38">
            <a:extLst>
              <a:ext uri="{FF2B5EF4-FFF2-40B4-BE49-F238E27FC236}">
                <a16:creationId xmlns:a16="http://schemas.microsoft.com/office/drawing/2014/main" id="{AA8EE0ED-F745-49F0-BCFA-6D857B58E6C3}"/>
              </a:ext>
            </a:extLst>
          </p:cNvPr>
          <p:cNvSpPr/>
          <p:nvPr/>
        </p:nvSpPr>
        <p:spPr>
          <a:xfrm>
            <a:off x="4398033" y="10828105"/>
            <a:ext cx="720000" cy="720000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 sz="2000" b="1" dirty="0">
              <a:cs typeface="Almarai" pitchFamily="2" charset="-78"/>
            </a:endParaRPr>
          </a:p>
        </p:txBody>
      </p:sp>
      <p:sp>
        <p:nvSpPr>
          <p:cNvPr id="40" name="مخطط انسيابي: رابط 39">
            <a:extLst>
              <a:ext uri="{FF2B5EF4-FFF2-40B4-BE49-F238E27FC236}">
                <a16:creationId xmlns:a16="http://schemas.microsoft.com/office/drawing/2014/main" id="{9FBC355E-C787-460D-A3D2-86C5FC82CADE}"/>
              </a:ext>
            </a:extLst>
          </p:cNvPr>
          <p:cNvSpPr/>
          <p:nvPr/>
        </p:nvSpPr>
        <p:spPr>
          <a:xfrm>
            <a:off x="4382524" y="11622504"/>
            <a:ext cx="720000" cy="710271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 sz="2000" b="1" dirty="0">
              <a:cs typeface="Almarai" pitchFamily="2" charset="-78"/>
            </a:endParaRPr>
          </a:p>
        </p:txBody>
      </p:sp>
      <p:sp>
        <p:nvSpPr>
          <p:cNvPr id="43" name="مخطط انسيابي: رابط 42">
            <a:extLst>
              <a:ext uri="{FF2B5EF4-FFF2-40B4-BE49-F238E27FC236}">
                <a16:creationId xmlns:a16="http://schemas.microsoft.com/office/drawing/2014/main" id="{7068DB54-122F-4CEF-8932-B620B5154CA1}"/>
              </a:ext>
            </a:extLst>
          </p:cNvPr>
          <p:cNvSpPr/>
          <p:nvPr/>
        </p:nvSpPr>
        <p:spPr>
          <a:xfrm>
            <a:off x="4395456" y="9992957"/>
            <a:ext cx="720000" cy="720000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 sz="2000" b="1" dirty="0">
              <a:cs typeface="Almarai" pitchFamily="2" charset="-78"/>
            </a:endParaRPr>
          </a:p>
        </p:txBody>
      </p:sp>
      <p:sp>
        <p:nvSpPr>
          <p:cNvPr id="44" name="مخطط انسيابي: رابط 43">
            <a:extLst>
              <a:ext uri="{FF2B5EF4-FFF2-40B4-BE49-F238E27FC236}">
                <a16:creationId xmlns:a16="http://schemas.microsoft.com/office/drawing/2014/main" id="{8C1C368F-84B8-4EA4-B852-D65B00F029CE}"/>
              </a:ext>
            </a:extLst>
          </p:cNvPr>
          <p:cNvSpPr/>
          <p:nvPr/>
        </p:nvSpPr>
        <p:spPr>
          <a:xfrm>
            <a:off x="4395456" y="9079983"/>
            <a:ext cx="720000" cy="768395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 sz="2000" b="1" dirty="0">
              <a:cs typeface="Almarai" pitchFamily="2" charset="-78"/>
            </a:endParaRPr>
          </a:p>
        </p:txBody>
      </p:sp>
      <p:sp>
        <p:nvSpPr>
          <p:cNvPr id="45" name="مخطط انسيابي: رابط 44">
            <a:extLst>
              <a:ext uri="{FF2B5EF4-FFF2-40B4-BE49-F238E27FC236}">
                <a16:creationId xmlns:a16="http://schemas.microsoft.com/office/drawing/2014/main" id="{EC0711AD-EB23-4FA2-90F2-13FE67350A02}"/>
              </a:ext>
            </a:extLst>
          </p:cNvPr>
          <p:cNvSpPr/>
          <p:nvPr/>
        </p:nvSpPr>
        <p:spPr>
          <a:xfrm>
            <a:off x="4395456" y="13388009"/>
            <a:ext cx="655674" cy="661914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 sz="2000" b="1" dirty="0">
              <a:cs typeface="Almarai" pitchFamily="2" charset="-78"/>
            </a:endParaRPr>
          </a:p>
        </p:txBody>
      </p:sp>
      <p:sp>
        <p:nvSpPr>
          <p:cNvPr id="46" name="مخطط انسيابي: رابط 45">
            <a:extLst>
              <a:ext uri="{FF2B5EF4-FFF2-40B4-BE49-F238E27FC236}">
                <a16:creationId xmlns:a16="http://schemas.microsoft.com/office/drawing/2014/main" id="{D057C38B-6EB4-4C39-B84E-5E8D269FC531}"/>
              </a:ext>
            </a:extLst>
          </p:cNvPr>
          <p:cNvSpPr/>
          <p:nvPr/>
        </p:nvSpPr>
        <p:spPr>
          <a:xfrm>
            <a:off x="4382524" y="12510217"/>
            <a:ext cx="725562" cy="680827"/>
          </a:xfrm>
          <a:prstGeom prst="flowChartConnector">
            <a:avLst/>
          </a:prstGeom>
          <a:solidFill>
            <a:srgbClr val="014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 sz="2000" b="1" dirty="0">
              <a:cs typeface="Almarai" pitchFamily="2" charset="-78"/>
            </a:endParaRPr>
          </a:p>
          <a:p>
            <a:pPr marL="0" algn="ctr" defTabSz="914400" rtl="1" eaLnBrk="1" latinLnBrk="0" hangingPunct="1"/>
            <a:endParaRPr lang="ar-SA" sz="2000" b="1" dirty="0">
              <a:solidFill>
                <a:schemeClr val="bg1"/>
              </a:solidFill>
              <a:latin typeface="Almarai" pitchFamily="2" charset="-78"/>
              <a:cs typeface="Almarai" pitchFamily="2" charset="-78"/>
            </a:endParaRP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6F0C01DF-E4B4-46DB-4046-A98A1ED8AAA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4938" y="-864715"/>
            <a:ext cx="4855475" cy="3779528"/>
          </a:xfrm>
          <a:prstGeom prst="rect">
            <a:avLst/>
          </a:prstGeom>
        </p:spPr>
      </p:pic>
      <p:graphicFrame>
        <p:nvGraphicFramePr>
          <p:cNvPr id="22" name="جدول 21">
            <a:extLst>
              <a:ext uri="{FF2B5EF4-FFF2-40B4-BE49-F238E27FC236}">
                <a16:creationId xmlns:a16="http://schemas.microsoft.com/office/drawing/2014/main" id="{BC64EDE6-63AB-659B-86FD-1E19D7E73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820969"/>
              </p:ext>
            </p:extLst>
          </p:nvPr>
        </p:nvGraphicFramePr>
        <p:xfrm>
          <a:off x="1382713" y="9550654"/>
          <a:ext cx="5468937" cy="543751"/>
        </p:xfrm>
        <a:graphic>
          <a:graphicData uri="http://schemas.openxmlformats.org/drawingml/2006/table">
            <a:tbl>
              <a:tblPr/>
              <a:tblGrid>
                <a:gridCol w="5468937">
                  <a:extLst>
                    <a:ext uri="{9D8B030D-6E8A-4147-A177-3AD203B41FA5}">
                      <a16:colId xmlns:a16="http://schemas.microsoft.com/office/drawing/2014/main" val="28312679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ar-S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52917"/>
                  </a:ext>
                </a:extLst>
              </a:tr>
            </a:tbl>
          </a:graphicData>
        </a:graphic>
      </p:graphicFrame>
      <p:graphicFrame>
        <p:nvGraphicFramePr>
          <p:cNvPr id="31" name="جدول 30">
            <a:extLst>
              <a:ext uri="{FF2B5EF4-FFF2-40B4-BE49-F238E27FC236}">
                <a16:creationId xmlns:a16="http://schemas.microsoft.com/office/drawing/2014/main" id="{9F8C9906-D28F-459F-EF43-8BDE8FEDA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987359"/>
              </p:ext>
            </p:extLst>
          </p:nvPr>
        </p:nvGraphicFramePr>
        <p:xfrm>
          <a:off x="1382713" y="9123743"/>
          <a:ext cx="5773737" cy="243840"/>
        </p:xfrm>
        <a:graphic>
          <a:graphicData uri="http://schemas.openxmlformats.org/drawingml/2006/table">
            <a:tbl>
              <a:tblPr/>
              <a:tblGrid>
                <a:gridCol w="5773737">
                  <a:extLst>
                    <a:ext uri="{9D8B030D-6E8A-4147-A177-3AD203B41FA5}">
                      <a16:colId xmlns:a16="http://schemas.microsoft.com/office/drawing/2014/main" val="33875888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ar-SA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0507077"/>
                  </a:ext>
                </a:extLst>
              </a:tr>
            </a:tbl>
          </a:graphicData>
        </a:graphic>
      </p:graphicFrame>
      <p:graphicFrame>
        <p:nvGraphicFramePr>
          <p:cNvPr id="34" name="جدول 33">
            <a:extLst>
              <a:ext uri="{FF2B5EF4-FFF2-40B4-BE49-F238E27FC236}">
                <a16:creationId xmlns:a16="http://schemas.microsoft.com/office/drawing/2014/main" id="{FEDEA2E1-FFA0-1932-6D7F-79FEFF876B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929074"/>
              </p:ext>
            </p:extLst>
          </p:nvPr>
        </p:nvGraphicFramePr>
        <p:xfrm>
          <a:off x="1382713" y="9550654"/>
          <a:ext cx="17338675" cy="543751"/>
        </p:xfrm>
        <a:graphic>
          <a:graphicData uri="http://schemas.openxmlformats.org/drawingml/2006/table">
            <a:tbl>
              <a:tblPr/>
              <a:tblGrid>
                <a:gridCol w="17338675">
                  <a:extLst>
                    <a:ext uri="{9D8B030D-6E8A-4147-A177-3AD203B41FA5}">
                      <a16:colId xmlns:a16="http://schemas.microsoft.com/office/drawing/2014/main" val="4214871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ar-S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692600"/>
                  </a:ext>
                </a:extLst>
              </a:tr>
            </a:tbl>
          </a:graphicData>
        </a:graphic>
      </p:graphicFrame>
      <p:graphicFrame>
        <p:nvGraphicFramePr>
          <p:cNvPr id="42" name="جدول 41">
            <a:extLst>
              <a:ext uri="{FF2B5EF4-FFF2-40B4-BE49-F238E27FC236}">
                <a16:creationId xmlns:a16="http://schemas.microsoft.com/office/drawing/2014/main" id="{E9D21A47-956C-82CF-867C-14E453323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600432"/>
              </p:ext>
            </p:extLst>
          </p:nvPr>
        </p:nvGraphicFramePr>
        <p:xfrm>
          <a:off x="1382713" y="9123743"/>
          <a:ext cx="17338675" cy="243840"/>
        </p:xfrm>
        <a:graphic>
          <a:graphicData uri="http://schemas.openxmlformats.org/drawingml/2006/table">
            <a:tbl>
              <a:tblPr/>
              <a:tblGrid>
                <a:gridCol w="17338675">
                  <a:extLst>
                    <a:ext uri="{9D8B030D-6E8A-4147-A177-3AD203B41FA5}">
                      <a16:colId xmlns:a16="http://schemas.microsoft.com/office/drawing/2014/main" val="18204306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ar-SA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564835"/>
                  </a:ext>
                </a:extLst>
              </a:tr>
            </a:tbl>
          </a:graphicData>
        </a:graphic>
      </p:graphicFrame>
      <p:graphicFrame>
        <p:nvGraphicFramePr>
          <p:cNvPr id="49" name="جدول 48">
            <a:extLst>
              <a:ext uri="{FF2B5EF4-FFF2-40B4-BE49-F238E27FC236}">
                <a16:creationId xmlns:a16="http://schemas.microsoft.com/office/drawing/2014/main" id="{8B819A68-836D-A25F-FBC9-83A8BB78A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320358"/>
              </p:ext>
            </p:extLst>
          </p:nvPr>
        </p:nvGraphicFramePr>
        <p:xfrm>
          <a:off x="1382713" y="9123743"/>
          <a:ext cx="5661095" cy="243840"/>
        </p:xfrm>
        <a:graphic>
          <a:graphicData uri="http://schemas.openxmlformats.org/drawingml/2006/table">
            <a:tbl>
              <a:tblPr/>
              <a:tblGrid>
                <a:gridCol w="5661095">
                  <a:extLst>
                    <a:ext uri="{9D8B030D-6E8A-4147-A177-3AD203B41FA5}">
                      <a16:colId xmlns:a16="http://schemas.microsoft.com/office/drawing/2014/main" val="351509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ar-SA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290761"/>
                  </a:ext>
                </a:extLst>
              </a:tr>
            </a:tbl>
          </a:graphicData>
        </a:graphic>
      </p:graphicFrame>
      <p:sp>
        <p:nvSpPr>
          <p:cNvPr id="52" name="مربع نص 51">
            <a:extLst>
              <a:ext uri="{FF2B5EF4-FFF2-40B4-BE49-F238E27FC236}">
                <a16:creationId xmlns:a16="http://schemas.microsoft.com/office/drawing/2014/main" id="{60058DE8-3800-295A-321E-D59471EA76E6}"/>
              </a:ext>
            </a:extLst>
          </p:cNvPr>
          <p:cNvSpPr txBox="1"/>
          <p:nvPr/>
        </p:nvSpPr>
        <p:spPr>
          <a:xfrm>
            <a:off x="4460001" y="8346667"/>
            <a:ext cx="1090109" cy="5539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00" dirty="0">
                <a:solidFill>
                  <a:srgbClr val="E9EDF4"/>
                </a:solidFill>
              </a:rPr>
              <a:t>{CARD_OPEN:</a:t>
            </a:r>
            <a:r>
              <a:rPr lang="ar-SA" sz="1000" dirty="0">
                <a:solidFill>
                  <a:srgbClr val="E9EDF4"/>
                </a:solidFill>
              </a:rPr>
              <a:t>إدارة الإسكان}</a:t>
            </a:r>
            <a:br>
              <a:rPr lang="ar-SA" sz="1000" dirty="0">
                <a:solidFill>
                  <a:srgbClr val="E9EDF4"/>
                </a:solidFill>
              </a:rPr>
            </a:br>
            <a:endParaRPr lang="ar-SA" sz="1000" dirty="0">
              <a:solidFill>
                <a:srgbClr val="E9EDF4"/>
              </a:solidFill>
            </a:endParaRPr>
          </a:p>
        </p:txBody>
      </p:sp>
      <p:sp>
        <p:nvSpPr>
          <p:cNvPr id="54" name="مربع نص 53">
            <a:extLst>
              <a:ext uri="{FF2B5EF4-FFF2-40B4-BE49-F238E27FC236}">
                <a16:creationId xmlns:a16="http://schemas.microsoft.com/office/drawing/2014/main" id="{645A31A5-B333-01E6-381B-339E6C9F8D05}"/>
              </a:ext>
            </a:extLst>
          </p:cNvPr>
          <p:cNvSpPr txBox="1"/>
          <p:nvPr/>
        </p:nvSpPr>
        <p:spPr>
          <a:xfrm>
            <a:off x="2454680" y="8336298"/>
            <a:ext cx="914400" cy="55399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00" dirty="0">
                <a:solidFill>
                  <a:srgbClr val="E9EDF4"/>
                </a:solidFill>
              </a:rPr>
              <a:t>{CARD_NEAR:</a:t>
            </a:r>
            <a:r>
              <a:rPr lang="ar-SA" sz="1000" dirty="0">
                <a:solidFill>
                  <a:srgbClr val="E9EDF4"/>
                </a:solidFill>
              </a:rPr>
              <a:t>إدارة الإسكان}</a:t>
            </a:r>
            <a:br>
              <a:rPr lang="ar-SA" sz="1000" dirty="0">
                <a:solidFill>
                  <a:srgbClr val="E9EDF4"/>
                </a:solidFill>
              </a:rPr>
            </a:br>
            <a:endParaRPr lang="ar-SA" sz="1000" dirty="0">
              <a:solidFill>
                <a:srgbClr val="E9EDF4"/>
              </a:solidFill>
            </a:endParaRPr>
          </a:p>
        </p:txBody>
      </p:sp>
      <p:sp>
        <p:nvSpPr>
          <p:cNvPr id="56" name="مربع نص 55">
            <a:extLst>
              <a:ext uri="{FF2B5EF4-FFF2-40B4-BE49-F238E27FC236}">
                <a16:creationId xmlns:a16="http://schemas.microsoft.com/office/drawing/2014/main" id="{3952F734-67D0-0DCE-57F8-38EFACC8E225}"/>
              </a:ext>
            </a:extLst>
          </p:cNvPr>
          <p:cNvSpPr txBox="1"/>
          <p:nvPr/>
        </p:nvSpPr>
        <p:spPr>
          <a:xfrm>
            <a:off x="4269581" y="9164804"/>
            <a:ext cx="832943" cy="86177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00" dirty="0">
                <a:solidFill>
                  <a:srgbClr val="E9EDF4"/>
                </a:solidFill>
              </a:rPr>
              <a:t>{CARD_OPEN:</a:t>
            </a:r>
            <a:r>
              <a:rPr lang="ar-SA" sz="1000" dirty="0">
                <a:solidFill>
                  <a:srgbClr val="E9EDF4"/>
                </a:solidFill>
              </a:rPr>
              <a:t>إدارة الاصحاح البيئي}</a:t>
            </a:r>
            <a:br>
              <a:rPr lang="ar-SA" sz="1000" dirty="0">
                <a:solidFill>
                  <a:srgbClr val="E9EDF4"/>
                </a:solidFill>
              </a:rPr>
            </a:br>
            <a:endParaRPr lang="ar-SA" sz="1000" dirty="0">
              <a:solidFill>
                <a:srgbClr val="E9EDF4"/>
              </a:solidFill>
            </a:endParaRPr>
          </a:p>
        </p:txBody>
      </p:sp>
      <p:sp>
        <p:nvSpPr>
          <p:cNvPr id="57" name="مربع نص 56">
            <a:extLst>
              <a:ext uri="{FF2B5EF4-FFF2-40B4-BE49-F238E27FC236}">
                <a16:creationId xmlns:a16="http://schemas.microsoft.com/office/drawing/2014/main" id="{24386093-A7FF-89EC-1216-AA9DAB7ED28F}"/>
              </a:ext>
            </a:extLst>
          </p:cNvPr>
          <p:cNvSpPr txBox="1"/>
          <p:nvPr/>
        </p:nvSpPr>
        <p:spPr>
          <a:xfrm>
            <a:off x="2307975" y="9177921"/>
            <a:ext cx="924927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00" dirty="0"/>
              <a:t>{CARD_NEAR:</a:t>
            </a:r>
            <a:r>
              <a:rPr lang="ar-SA" sz="1000" dirty="0"/>
              <a:t>إدارة الاصحاح البيئي}</a:t>
            </a:r>
            <a:br>
              <a:rPr lang="ar-SA" sz="1000" dirty="0"/>
            </a:br>
            <a:endParaRPr lang="ar-SA" sz="1000" dirty="0"/>
          </a:p>
        </p:txBody>
      </p:sp>
      <p:sp>
        <p:nvSpPr>
          <p:cNvPr id="58" name="مربع نص 57">
            <a:extLst>
              <a:ext uri="{FF2B5EF4-FFF2-40B4-BE49-F238E27FC236}">
                <a16:creationId xmlns:a16="http://schemas.microsoft.com/office/drawing/2014/main" id="{51302E91-B3D7-B384-657A-8DBDCB9926FF}"/>
              </a:ext>
            </a:extLst>
          </p:cNvPr>
          <p:cNvSpPr txBox="1"/>
          <p:nvPr/>
        </p:nvSpPr>
        <p:spPr>
          <a:xfrm>
            <a:off x="4460002" y="10094405"/>
            <a:ext cx="851856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00" dirty="0">
                <a:solidFill>
                  <a:srgbClr val="E9EDF4"/>
                </a:solidFill>
              </a:rPr>
              <a:t>{CARD_OPEN:</a:t>
            </a:r>
            <a:r>
              <a:rPr lang="ar-SA" sz="1000" dirty="0">
                <a:solidFill>
                  <a:srgbClr val="E9EDF4"/>
                </a:solidFill>
              </a:rPr>
              <a:t>إدارة التجهيزات}</a:t>
            </a:r>
            <a:br>
              <a:rPr lang="ar-SA" sz="1000" dirty="0">
                <a:solidFill>
                  <a:srgbClr val="E9EDF4"/>
                </a:solidFill>
              </a:rPr>
            </a:br>
            <a:endParaRPr lang="ar-SA" sz="1000" dirty="0">
              <a:solidFill>
                <a:srgbClr val="E9EDF4"/>
              </a:solidFill>
            </a:endParaRPr>
          </a:p>
        </p:txBody>
      </p:sp>
      <p:sp>
        <p:nvSpPr>
          <p:cNvPr id="59" name="مربع نص 58">
            <a:extLst>
              <a:ext uri="{FF2B5EF4-FFF2-40B4-BE49-F238E27FC236}">
                <a16:creationId xmlns:a16="http://schemas.microsoft.com/office/drawing/2014/main" id="{5B22B513-8EFE-5155-9CE8-91B8172CD7E8}"/>
              </a:ext>
            </a:extLst>
          </p:cNvPr>
          <p:cNvSpPr txBox="1"/>
          <p:nvPr/>
        </p:nvSpPr>
        <p:spPr>
          <a:xfrm>
            <a:off x="2454680" y="10026557"/>
            <a:ext cx="704897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00" dirty="0">
                <a:solidFill>
                  <a:srgbClr val="E9EDF4"/>
                </a:solidFill>
              </a:rPr>
              <a:t>{CARD_NEAR:</a:t>
            </a:r>
            <a:r>
              <a:rPr lang="ar-SA" sz="1000" dirty="0">
                <a:solidFill>
                  <a:srgbClr val="E9EDF4"/>
                </a:solidFill>
              </a:rPr>
              <a:t>إدارة التجهيزات}</a:t>
            </a:r>
            <a:br>
              <a:rPr lang="ar-SA" sz="1000" dirty="0">
                <a:solidFill>
                  <a:srgbClr val="E9EDF4"/>
                </a:solidFill>
              </a:rPr>
            </a:br>
            <a:endParaRPr lang="ar-SA" sz="1000" dirty="0">
              <a:solidFill>
                <a:srgbClr val="E9EDF4"/>
              </a:solidFill>
            </a:endParaRPr>
          </a:p>
        </p:txBody>
      </p:sp>
      <p:sp>
        <p:nvSpPr>
          <p:cNvPr id="60" name="مربع نص 59">
            <a:extLst>
              <a:ext uri="{FF2B5EF4-FFF2-40B4-BE49-F238E27FC236}">
                <a16:creationId xmlns:a16="http://schemas.microsoft.com/office/drawing/2014/main" id="{0FD32D4F-0266-44B4-551B-A842F364FEF5}"/>
              </a:ext>
            </a:extLst>
          </p:cNvPr>
          <p:cNvSpPr txBox="1"/>
          <p:nvPr/>
        </p:nvSpPr>
        <p:spPr>
          <a:xfrm>
            <a:off x="4379485" y="10827489"/>
            <a:ext cx="650216" cy="86177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00" dirty="0">
                <a:solidFill>
                  <a:srgbClr val="E9EDF4"/>
                </a:solidFill>
              </a:rPr>
              <a:t>{CARD_OPEN:</a:t>
            </a:r>
            <a:r>
              <a:rPr lang="ar-SA" sz="1000" dirty="0">
                <a:solidFill>
                  <a:srgbClr val="E9EDF4"/>
                </a:solidFill>
              </a:rPr>
              <a:t>إدارة صيانة المرافق}</a:t>
            </a:r>
            <a:br>
              <a:rPr lang="ar-SA" sz="1000" dirty="0">
                <a:solidFill>
                  <a:srgbClr val="E9EDF4"/>
                </a:solidFill>
              </a:rPr>
            </a:br>
            <a:endParaRPr lang="ar-SA" sz="1000" dirty="0">
              <a:solidFill>
                <a:srgbClr val="E9EDF4"/>
              </a:solidFill>
            </a:endParaRPr>
          </a:p>
        </p:txBody>
      </p:sp>
      <p:sp>
        <p:nvSpPr>
          <p:cNvPr id="61" name="مربع نص 60">
            <a:extLst>
              <a:ext uri="{FF2B5EF4-FFF2-40B4-BE49-F238E27FC236}">
                <a16:creationId xmlns:a16="http://schemas.microsoft.com/office/drawing/2014/main" id="{7FA357CD-1752-44E9-EEBB-0764F80F9228}"/>
              </a:ext>
            </a:extLst>
          </p:cNvPr>
          <p:cNvSpPr txBox="1"/>
          <p:nvPr/>
        </p:nvSpPr>
        <p:spPr>
          <a:xfrm>
            <a:off x="2430663" y="10905060"/>
            <a:ext cx="83807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00" dirty="0">
                <a:solidFill>
                  <a:srgbClr val="E9EDF4"/>
                </a:solidFill>
              </a:rPr>
              <a:t>{CARD_NEAR:</a:t>
            </a:r>
            <a:r>
              <a:rPr lang="ar-SA" sz="1000" dirty="0">
                <a:solidFill>
                  <a:srgbClr val="E9EDF4"/>
                </a:solidFill>
              </a:rPr>
              <a:t>إدارة صيانة المرافق}</a:t>
            </a:r>
            <a:br>
              <a:rPr lang="ar-SA" sz="1000" dirty="0">
                <a:solidFill>
                  <a:srgbClr val="E9EDF4"/>
                </a:solidFill>
              </a:rPr>
            </a:br>
            <a:endParaRPr lang="ar-SA" sz="1000" dirty="0">
              <a:solidFill>
                <a:srgbClr val="E9EDF4"/>
              </a:solidFill>
            </a:endParaRPr>
          </a:p>
        </p:txBody>
      </p:sp>
      <p:sp>
        <p:nvSpPr>
          <p:cNvPr id="62" name="مربع نص 61">
            <a:extLst>
              <a:ext uri="{FF2B5EF4-FFF2-40B4-BE49-F238E27FC236}">
                <a16:creationId xmlns:a16="http://schemas.microsoft.com/office/drawing/2014/main" id="{B7708810-62BB-826C-B9C9-D330BB9984CE}"/>
              </a:ext>
            </a:extLst>
          </p:cNvPr>
          <p:cNvSpPr txBox="1"/>
          <p:nvPr/>
        </p:nvSpPr>
        <p:spPr>
          <a:xfrm>
            <a:off x="4460001" y="11689263"/>
            <a:ext cx="790762" cy="86177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00" dirty="0">
                <a:solidFill>
                  <a:srgbClr val="E9EDF4"/>
                </a:solidFill>
              </a:rPr>
              <a:t>{CARD_OPEN:</a:t>
            </a:r>
            <a:r>
              <a:rPr lang="ar-SA" sz="1000" dirty="0">
                <a:solidFill>
                  <a:srgbClr val="E9EDF4"/>
                </a:solidFill>
              </a:rPr>
              <a:t>لجنة الآبار المكشوفة والمهملة}</a:t>
            </a:r>
            <a:br>
              <a:rPr lang="ar-SA" sz="1000" dirty="0">
                <a:solidFill>
                  <a:srgbClr val="E9EDF4"/>
                </a:solidFill>
              </a:rPr>
            </a:br>
            <a:endParaRPr lang="ar-SA" sz="1000" dirty="0">
              <a:solidFill>
                <a:srgbClr val="E9EDF4"/>
              </a:solidFill>
            </a:endParaRPr>
          </a:p>
        </p:txBody>
      </p:sp>
      <p:sp>
        <p:nvSpPr>
          <p:cNvPr id="63" name="مربع نص 62">
            <a:extLst>
              <a:ext uri="{FF2B5EF4-FFF2-40B4-BE49-F238E27FC236}">
                <a16:creationId xmlns:a16="http://schemas.microsoft.com/office/drawing/2014/main" id="{E6D64330-4662-7F5F-8262-90CBABEED067}"/>
              </a:ext>
            </a:extLst>
          </p:cNvPr>
          <p:cNvSpPr txBox="1"/>
          <p:nvPr/>
        </p:nvSpPr>
        <p:spPr>
          <a:xfrm>
            <a:off x="2348077" y="11609423"/>
            <a:ext cx="900090" cy="86177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00" dirty="0">
                <a:solidFill>
                  <a:srgbClr val="E9EDF4"/>
                </a:solidFill>
              </a:rPr>
              <a:t>{CARD_NEAR:</a:t>
            </a:r>
            <a:r>
              <a:rPr lang="ar-SA" sz="1000" dirty="0">
                <a:solidFill>
                  <a:srgbClr val="E9EDF4"/>
                </a:solidFill>
              </a:rPr>
              <a:t>لجنة الآبار المكشوفة والمهملة}</a:t>
            </a:r>
            <a:br>
              <a:rPr lang="ar-SA" sz="1000" dirty="0">
                <a:solidFill>
                  <a:srgbClr val="E9EDF4"/>
                </a:solidFill>
              </a:rPr>
            </a:br>
            <a:endParaRPr lang="ar-SA" sz="1000" dirty="0">
              <a:solidFill>
                <a:srgbClr val="E9EDF4"/>
              </a:solidFill>
            </a:endParaRPr>
          </a:p>
        </p:txBody>
      </p:sp>
      <p:sp>
        <p:nvSpPr>
          <p:cNvPr id="192" name="مربع نص 191">
            <a:extLst>
              <a:ext uri="{FF2B5EF4-FFF2-40B4-BE49-F238E27FC236}">
                <a16:creationId xmlns:a16="http://schemas.microsoft.com/office/drawing/2014/main" id="{AC37A1E9-D21C-F9D2-897D-E2394863BCE2}"/>
              </a:ext>
            </a:extLst>
          </p:cNvPr>
          <p:cNvSpPr txBox="1"/>
          <p:nvPr/>
        </p:nvSpPr>
        <p:spPr>
          <a:xfrm>
            <a:off x="4372099" y="12504592"/>
            <a:ext cx="716101" cy="86177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00" dirty="0">
                <a:solidFill>
                  <a:srgbClr val="E9EDF4"/>
                </a:solidFill>
              </a:rPr>
              <a:t>{CARD_OPEN:</a:t>
            </a:r>
            <a:r>
              <a:rPr lang="ar-SA" sz="1000" dirty="0">
                <a:solidFill>
                  <a:srgbClr val="E9EDF4"/>
                </a:solidFill>
              </a:rPr>
              <a:t>وكالة تنمية الاستثمار}</a:t>
            </a:r>
            <a:br>
              <a:rPr lang="ar-SA" sz="1000" dirty="0">
                <a:solidFill>
                  <a:srgbClr val="E9EDF4"/>
                </a:solidFill>
              </a:rPr>
            </a:br>
            <a:endParaRPr lang="ar-SA" sz="1000" dirty="0">
              <a:solidFill>
                <a:srgbClr val="E9EDF4"/>
              </a:solidFill>
            </a:endParaRPr>
          </a:p>
        </p:txBody>
      </p:sp>
      <p:sp>
        <p:nvSpPr>
          <p:cNvPr id="193" name="مربع نص 192">
            <a:extLst>
              <a:ext uri="{FF2B5EF4-FFF2-40B4-BE49-F238E27FC236}">
                <a16:creationId xmlns:a16="http://schemas.microsoft.com/office/drawing/2014/main" id="{0455CDA9-14FE-2760-6A36-4FF5A2A2F0B9}"/>
              </a:ext>
            </a:extLst>
          </p:cNvPr>
          <p:cNvSpPr txBox="1"/>
          <p:nvPr/>
        </p:nvSpPr>
        <p:spPr>
          <a:xfrm>
            <a:off x="2505361" y="12497801"/>
            <a:ext cx="720000" cy="86177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00" dirty="0">
                <a:solidFill>
                  <a:srgbClr val="E9EDF4"/>
                </a:solidFill>
              </a:rPr>
              <a:t>{CARD_NEAR:</a:t>
            </a:r>
            <a:r>
              <a:rPr lang="ar-SA" sz="1000" dirty="0">
                <a:solidFill>
                  <a:srgbClr val="E9EDF4"/>
                </a:solidFill>
              </a:rPr>
              <a:t>وكالة تنمية الاستثمار}</a:t>
            </a:r>
            <a:br>
              <a:rPr lang="ar-SA" sz="1000" dirty="0">
                <a:solidFill>
                  <a:srgbClr val="E9EDF4"/>
                </a:solidFill>
              </a:rPr>
            </a:br>
            <a:endParaRPr lang="ar-SA" sz="1000" dirty="0">
              <a:solidFill>
                <a:srgbClr val="E9EDF4"/>
              </a:solidFill>
            </a:endParaRPr>
          </a:p>
        </p:txBody>
      </p:sp>
      <p:sp>
        <p:nvSpPr>
          <p:cNvPr id="194" name="مربع نص 193">
            <a:extLst>
              <a:ext uri="{FF2B5EF4-FFF2-40B4-BE49-F238E27FC236}">
                <a16:creationId xmlns:a16="http://schemas.microsoft.com/office/drawing/2014/main" id="{1E918D1B-B9F3-C252-8E95-CAADAEF35C78}"/>
              </a:ext>
            </a:extLst>
          </p:cNvPr>
          <p:cNvSpPr txBox="1"/>
          <p:nvPr/>
        </p:nvSpPr>
        <p:spPr>
          <a:xfrm>
            <a:off x="4460001" y="13359955"/>
            <a:ext cx="790762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00" dirty="0">
                <a:solidFill>
                  <a:srgbClr val="E9EDF4"/>
                </a:solidFill>
              </a:rPr>
              <a:t>{CARD_OPEN:</a:t>
            </a:r>
            <a:r>
              <a:rPr lang="ar-SA" sz="1000" dirty="0">
                <a:solidFill>
                  <a:srgbClr val="E9EDF4"/>
                </a:solidFill>
              </a:rPr>
              <a:t>إدارة الأمن والسلامة}</a:t>
            </a:r>
            <a:br>
              <a:rPr lang="ar-SA" sz="1000" dirty="0">
                <a:solidFill>
                  <a:srgbClr val="E9EDF4"/>
                </a:solidFill>
              </a:rPr>
            </a:br>
            <a:endParaRPr lang="ar-SA" sz="1000" dirty="0">
              <a:solidFill>
                <a:srgbClr val="E9EDF4"/>
              </a:solidFill>
            </a:endParaRPr>
          </a:p>
        </p:txBody>
      </p:sp>
      <p:sp>
        <p:nvSpPr>
          <p:cNvPr id="195" name="مربع نص 194">
            <a:extLst>
              <a:ext uri="{FF2B5EF4-FFF2-40B4-BE49-F238E27FC236}">
                <a16:creationId xmlns:a16="http://schemas.microsoft.com/office/drawing/2014/main" id="{350B0BA2-EDC9-3C86-78E9-8053108C34D9}"/>
              </a:ext>
            </a:extLst>
          </p:cNvPr>
          <p:cNvSpPr txBox="1"/>
          <p:nvPr/>
        </p:nvSpPr>
        <p:spPr>
          <a:xfrm>
            <a:off x="2374816" y="13388009"/>
            <a:ext cx="79607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00" dirty="0">
                <a:solidFill>
                  <a:srgbClr val="E9EDF4"/>
                </a:solidFill>
              </a:rPr>
              <a:t>{CARD_NEAR:</a:t>
            </a:r>
            <a:r>
              <a:rPr lang="ar-SA" sz="1000" dirty="0">
                <a:solidFill>
                  <a:srgbClr val="E9EDF4"/>
                </a:solidFill>
              </a:rPr>
              <a:t>إدارة الأمن والسلامة}</a:t>
            </a:r>
            <a:br>
              <a:rPr lang="ar-SA" sz="1000" dirty="0">
                <a:solidFill>
                  <a:srgbClr val="E9EDF4"/>
                </a:solidFill>
              </a:rPr>
            </a:br>
            <a:endParaRPr lang="ar-SA" sz="1000" dirty="0">
              <a:solidFill>
                <a:srgbClr val="E9ED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349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Office Theme">
  <a:themeElements>
    <a:clrScheme name="D1">
      <a:dk1>
        <a:srgbClr val="5E5E5E"/>
      </a:dk1>
      <a:lt1>
        <a:srgbClr val="FFFFFF"/>
      </a:lt1>
      <a:dk2>
        <a:srgbClr val="06686C"/>
      </a:dk2>
      <a:lt2>
        <a:srgbClr val="FEFFFE"/>
      </a:lt2>
      <a:accent1>
        <a:srgbClr val="A7D8D3"/>
      </a:accent1>
      <a:accent2>
        <a:srgbClr val="1C969A"/>
      </a:accent2>
      <a:accent3>
        <a:srgbClr val="1B8387"/>
      </a:accent3>
      <a:accent4>
        <a:srgbClr val="E5F3F2"/>
      </a:accent4>
      <a:accent5>
        <a:srgbClr val="719737"/>
      </a:accent5>
      <a:accent6>
        <a:srgbClr val="86B732"/>
      </a:accent6>
      <a:hlink>
        <a:srgbClr val="1C969A"/>
      </a:hlink>
      <a:folHlink>
        <a:srgbClr val="156C7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marL="0" algn="ctr" defTabSz="914400" rtl="1" eaLnBrk="1" latinLnBrk="0" hangingPunct="1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 cap="rnd">
          <a:solidFill>
            <a:schemeClr val="accent6"/>
          </a:solidFill>
          <a:prstDash val="sysDot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D1">
    <a:dk1>
      <a:srgbClr val="5E5E5E"/>
    </a:dk1>
    <a:lt1>
      <a:srgbClr val="FFFFFF"/>
    </a:lt1>
    <a:dk2>
      <a:srgbClr val="06686C"/>
    </a:dk2>
    <a:lt2>
      <a:srgbClr val="FEFFFE"/>
    </a:lt2>
    <a:accent1>
      <a:srgbClr val="A7D8D3"/>
    </a:accent1>
    <a:accent2>
      <a:srgbClr val="1C969A"/>
    </a:accent2>
    <a:accent3>
      <a:srgbClr val="1B8387"/>
    </a:accent3>
    <a:accent4>
      <a:srgbClr val="E5F3F2"/>
    </a:accent4>
    <a:accent5>
      <a:srgbClr val="719737"/>
    </a:accent5>
    <a:accent6>
      <a:srgbClr val="86B732"/>
    </a:accent6>
    <a:hlink>
      <a:srgbClr val="1C969A"/>
    </a:hlink>
    <a:folHlink>
      <a:srgbClr val="156C70"/>
    </a:folHlink>
  </a:clrScheme>
</a:themeOverride>
</file>

<file path=docMetadata/LabelInfo.xml><?xml version="1.0" encoding="utf-8"?>
<clbl:labelList xmlns:clbl="http://schemas.microsoft.com/office/2020/mipLabelMetadata">
  <clbl:label id="{2d138a7e-6b14-4f6e-90a7-d387f46ccf35}" enabled="1" method="Privileged" siteId="{5db3bae7-04b1-42d2-957a-3b9bfe5560d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6135</TotalTime>
  <Words>346</Words>
  <Application>Microsoft Office PowerPoint</Application>
  <PresentationFormat>مخصص</PresentationFormat>
  <Paragraphs>67</Paragraphs>
  <Slides>1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8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10" baseType="lpstr">
      <vt:lpstr>Almarai</vt:lpstr>
      <vt:lpstr>Arial</vt:lpstr>
      <vt:lpstr>Bahij TheSansArabic SemiBold</vt:lpstr>
      <vt:lpstr>Calibri</vt:lpstr>
      <vt:lpstr>Courier New</vt:lpstr>
      <vt:lpstr>Helvetica Light</vt:lpstr>
      <vt:lpstr>Tajawal</vt:lpstr>
      <vt:lpstr>TheSans</vt:lpstr>
      <vt:lpstr>1_Office Theme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لطيفه حميد الرشيدي</dc:creator>
  <cp:lastModifiedBy>Suleiman Alhamoud Abdul Rahman, Ahmed</cp:lastModifiedBy>
  <cp:revision>703</cp:revision>
  <cp:lastPrinted>2023-08-31T08:59:36Z</cp:lastPrinted>
  <dcterms:created xsi:type="dcterms:W3CDTF">2023-08-09T10:00:56Z</dcterms:created>
  <dcterms:modified xsi:type="dcterms:W3CDTF">2025-11-08T20:35:49Z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2023-08-06T00:00:00Z</vt:filetime>
  </property>
  <property fmtid="{D5CDD505-2E9C-101B-9397-08002B2CF9AE}" pid="3" name="Creator">
    <vt:lpwstr>PDFium</vt:lpwstr>
  </property>
  <property fmtid="{D5CDD505-2E9C-101B-9397-08002B2CF9AE}" pid="4" name="LastSaved">
    <vt:filetime>2023-08-09T00:00:00Z</vt:filetime>
  </property>
</Properties>
</file>